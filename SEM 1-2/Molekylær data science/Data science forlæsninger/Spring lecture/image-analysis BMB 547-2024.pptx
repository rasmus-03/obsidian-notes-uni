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g"/>
  <Default Extension="mkv" ContentType="video/unknown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40.jpg" ContentType="image/jpeg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media/image165.jpg" ContentType="image/jpeg"/>
  <Override PartName="/ppt/media/image166.jpg" ContentType="image/jpeg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2"/>
    <p:sldMasterId id="2147483674" r:id="rId3"/>
  </p:sldMasterIdLst>
  <p:notesMasterIdLst>
    <p:notesMasterId r:id="rId84"/>
  </p:notesMasterIdLst>
  <p:sldIdLst>
    <p:sldId id="256" r:id="rId4"/>
    <p:sldId id="422" r:id="rId5"/>
    <p:sldId id="983" r:id="rId6"/>
    <p:sldId id="984" r:id="rId7"/>
    <p:sldId id="258" r:id="rId8"/>
    <p:sldId id="259" r:id="rId9"/>
    <p:sldId id="266" r:id="rId10"/>
    <p:sldId id="267" r:id="rId11"/>
    <p:sldId id="268" r:id="rId12"/>
    <p:sldId id="260" r:id="rId13"/>
    <p:sldId id="262" r:id="rId14"/>
    <p:sldId id="264" r:id="rId15"/>
    <p:sldId id="261" r:id="rId16"/>
    <p:sldId id="382" r:id="rId17"/>
    <p:sldId id="985" r:id="rId18"/>
    <p:sldId id="285" r:id="rId19"/>
    <p:sldId id="290" r:id="rId20"/>
    <p:sldId id="292" r:id="rId21"/>
    <p:sldId id="296" r:id="rId22"/>
    <p:sldId id="274" r:id="rId23"/>
    <p:sldId id="986" r:id="rId24"/>
    <p:sldId id="299" r:id="rId25"/>
    <p:sldId id="300" r:id="rId26"/>
    <p:sldId id="387" r:id="rId27"/>
    <p:sldId id="385" r:id="rId28"/>
    <p:sldId id="313" r:id="rId29"/>
    <p:sldId id="388" r:id="rId30"/>
    <p:sldId id="386" r:id="rId31"/>
    <p:sldId id="304" r:id="rId32"/>
    <p:sldId id="305" r:id="rId33"/>
    <p:sldId id="306" r:id="rId34"/>
    <p:sldId id="308" r:id="rId35"/>
    <p:sldId id="316" r:id="rId36"/>
    <p:sldId id="293" r:id="rId37"/>
    <p:sldId id="383" r:id="rId38"/>
    <p:sldId id="384" r:id="rId39"/>
    <p:sldId id="987" r:id="rId40"/>
    <p:sldId id="257" r:id="rId41"/>
    <p:sldId id="297" r:id="rId42"/>
    <p:sldId id="309" r:id="rId43"/>
    <p:sldId id="389" r:id="rId44"/>
    <p:sldId id="311" r:id="rId45"/>
    <p:sldId id="320" r:id="rId46"/>
    <p:sldId id="287" r:id="rId47"/>
    <p:sldId id="288" r:id="rId48"/>
    <p:sldId id="289" r:id="rId49"/>
    <p:sldId id="323" r:id="rId50"/>
    <p:sldId id="263" r:id="rId51"/>
    <p:sldId id="325" r:id="rId52"/>
    <p:sldId id="326" r:id="rId53"/>
    <p:sldId id="327" r:id="rId54"/>
    <p:sldId id="328" r:id="rId55"/>
    <p:sldId id="333" r:id="rId56"/>
    <p:sldId id="335" r:id="rId57"/>
    <p:sldId id="390" r:id="rId58"/>
    <p:sldId id="336" r:id="rId59"/>
    <p:sldId id="337" r:id="rId60"/>
    <p:sldId id="338" r:id="rId61"/>
    <p:sldId id="339" r:id="rId62"/>
    <p:sldId id="340" r:id="rId63"/>
    <p:sldId id="342" r:id="rId64"/>
    <p:sldId id="307" r:id="rId65"/>
    <p:sldId id="303" r:id="rId66"/>
    <p:sldId id="343" r:id="rId67"/>
    <p:sldId id="354" r:id="rId68"/>
    <p:sldId id="355" r:id="rId69"/>
    <p:sldId id="356" r:id="rId70"/>
    <p:sldId id="357" r:id="rId71"/>
    <p:sldId id="358" r:id="rId72"/>
    <p:sldId id="359" r:id="rId73"/>
    <p:sldId id="360" r:id="rId74"/>
    <p:sldId id="989" r:id="rId75"/>
    <p:sldId id="363" r:id="rId76"/>
    <p:sldId id="364" r:id="rId77"/>
    <p:sldId id="391" r:id="rId78"/>
    <p:sldId id="431" r:id="rId79"/>
    <p:sldId id="451" r:id="rId80"/>
    <p:sldId id="417" r:id="rId81"/>
    <p:sldId id="450" r:id="rId82"/>
    <p:sldId id="988" r:id="rId83"/>
  </p:sldIdLst>
  <p:sldSz cx="13004800" cy="9753600"/>
  <p:notesSz cx="130048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062B54-475E-4785-97DE-C396B69465A3}" v="6" dt="2024-02-01T05:54:43.49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1204" y="6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76" Type="http://schemas.openxmlformats.org/officeDocument/2006/relationships/slide" Target="slides/slide73.xml"/><Relationship Id="rId84" Type="http://schemas.openxmlformats.org/officeDocument/2006/relationships/notesMaster" Target="notesMasters/notesMaster1.xml"/><Relationship Id="rId89" Type="http://schemas.microsoft.com/office/2016/11/relationships/changesInfo" Target="changesInfos/changesInfo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87" Type="http://schemas.openxmlformats.org/officeDocument/2006/relationships/theme" Target="theme/theme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90" Type="http://schemas.microsoft.com/office/2015/10/relationships/revisionInfo" Target="revisionInfo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slide" Target="slides/slide77.xml"/><Relationship Id="rId85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Brewer" userId="90b7554e-b68a-4ed5-b533-84aad106adf5" providerId="ADAL" clId="{B28E65A3-59A2-4E74-BB0B-3CDF15BE4DA2}"/>
    <pc:docChg chg="undo custSel addSld delSld modSld">
      <pc:chgData name="Jonathan Brewer" userId="90b7554e-b68a-4ed5-b533-84aad106adf5" providerId="ADAL" clId="{B28E65A3-59A2-4E74-BB0B-3CDF15BE4DA2}" dt="2023-02-16T12:05:50.056" v="129" actId="1076"/>
      <pc:docMkLst>
        <pc:docMk/>
      </pc:docMkLst>
      <pc:sldChg chg="del">
        <pc:chgData name="Jonathan Brewer" userId="90b7554e-b68a-4ed5-b533-84aad106adf5" providerId="ADAL" clId="{B28E65A3-59A2-4E74-BB0B-3CDF15BE4DA2}" dt="2023-02-16T11:59:15.369" v="70" actId="47"/>
        <pc:sldMkLst>
          <pc:docMk/>
          <pc:sldMk cId="1324745515" sldId="270"/>
        </pc:sldMkLst>
      </pc:sldChg>
      <pc:sldChg chg="del">
        <pc:chgData name="Jonathan Brewer" userId="90b7554e-b68a-4ed5-b533-84aad106adf5" providerId="ADAL" clId="{B28E65A3-59A2-4E74-BB0B-3CDF15BE4DA2}" dt="2023-02-16T11:59:15.369" v="70" actId="47"/>
        <pc:sldMkLst>
          <pc:docMk/>
          <pc:sldMk cId="1974794403" sldId="271"/>
        </pc:sldMkLst>
      </pc:sldChg>
      <pc:sldChg chg="delSp modSp mod">
        <pc:chgData name="Jonathan Brewer" userId="90b7554e-b68a-4ed5-b533-84aad106adf5" providerId="ADAL" clId="{B28E65A3-59A2-4E74-BB0B-3CDF15BE4DA2}" dt="2023-02-16T11:53:03.461" v="3" actId="1076"/>
        <pc:sldMkLst>
          <pc:docMk/>
          <pc:sldMk cId="3327192952" sldId="274"/>
        </pc:sldMkLst>
        <pc:spChg chg="del">
          <ac:chgData name="Jonathan Brewer" userId="90b7554e-b68a-4ed5-b533-84aad106adf5" providerId="ADAL" clId="{B28E65A3-59A2-4E74-BB0B-3CDF15BE4DA2}" dt="2023-02-16T11:52:59.391" v="2" actId="478"/>
          <ac:spMkLst>
            <pc:docMk/>
            <pc:sldMk cId="3327192952" sldId="274"/>
            <ac:spMk id="4" creationId="{00000000-0000-0000-0000-000000000000}"/>
          </ac:spMkLst>
        </pc:spChg>
        <pc:spChg chg="mod">
          <ac:chgData name="Jonathan Brewer" userId="90b7554e-b68a-4ed5-b533-84aad106adf5" providerId="ADAL" clId="{B28E65A3-59A2-4E74-BB0B-3CDF15BE4DA2}" dt="2023-02-16T11:53:03.461" v="3" actId="1076"/>
          <ac:spMkLst>
            <pc:docMk/>
            <pc:sldMk cId="3327192952" sldId="274"/>
            <ac:spMk id="5" creationId="{00000000-0000-0000-0000-000000000000}"/>
          </ac:spMkLst>
        </pc:spChg>
        <pc:spChg chg="mod">
          <ac:chgData name="Jonathan Brewer" userId="90b7554e-b68a-4ed5-b533-84aad106adf5" providerId="ADAL" clId="{B28E65A3-59A2-4E74-BB0B-3CDF15BE4DA2}" dt="2023-02-16T11:53:03.461" v="3" actId="1076"/>
          <ac:spMkLst>
            <pc:docMk/>
            <pc:sldMk cId="3327192952" sldId="274"/>
            <ac:spMk id="8" creationId="{00000000-0000-0000-0000-000000000000}"/>
          </ac:spMkLst>
        </pc:spChg>
        <pc:spChg chg="mod">
          <ac:chgData name="Jonathan Brewer" userId="90b7554e-b68a-4ed5-b533-84aad106adf5" providerId="ADAL" clId="{B28E65A3-59A2-4E74-BB0B-3CDF15BE4DA2}" dt="2023-02-16T11:53:03.461" v="3" actId="1076"/>
          <ac:spMkLst>
            <pc:docMk/>
            <pc:sldMk cId="3327192952" sldId="274"/>
            <ac:spMk id="9" creationId="{00000000-0000-0000-0000-000000000000}"/>
          </ac:spMkLst>
        </pc:spChg>
        <pc:spChg chg="del">
          <ac:chgData name="Jonathan Brewer" userId="90b7554e-b68a-4ed5-b533-84aad106adf5" providerId="ADAL" clId="{B28E65A3-59A2-4E74-BB0B-3CDF15BE4DA2}" dt="2023-02-16T11:52:54.935" v="1" actId="478"/>
          <ac:spMkLst>
            <pc:docMk/>
            <pc:sldMk cId="3327192952" sldId="274"/>
            <ac:spMk id="10" creationId="{00000000-0000-0000-0000-000000000000}"/>
          </ac:spMkLst>
        </pc:spChg>
        <pc:spChg chg="mod">
          <ac:chgData name="Jonathan Brewer" userId="90b7554e-b68a-4ed5-b533-84aad106adf5" providerId="ADAL" clId="{B28E65A3-59A2-4E74-BB0B-3CDF15BE4DA2}" dt="2023-02-16T11:53:03.461" v="3" actId="1076"/>
          <ac:spMkLst>
            <pc:docMk/>
            <pc:sldMk cId="3327192952" sldId="274"/>
            <ac:spMk id="11" creationId="{00000000-0000-0000-0000-000000000000}"/>
          </ac:spMkLst>
        </pc:spChg>
        <pc:spChg chg="mod">
          <ac:chgData name="Jonathan Brewer" userId="90b7554e-b68a-4ed5-b533-84aad106adf5" providerId="ADAL" clId="{B28E65A3-59A2-4E74-BB0B-3CDF15BE4DA2}" dt="2023-02-16T11:53:03.461" v="3" actId="1076"/>
          <ac:spMkLst>
            <pc:docMk/>
            <pc:sldMk cId="3327192952" sldId="274"/>
            <ac:spMk id="12" creationId="{00000000-0000-0000-0000-000000000000}"/>
          </ac:spMkLst>
        </pc:spChg>
        <pc:spChg chg="mod">
          <ac:chgData name="Jonathan Brewer" userId="90b7554e-b68a-4ed5-b533-84aad106adf5" providerId="ADAL" clId="{B28E65A3-59A2-4E74-BB0B-3CDF15BE4DA2}" dt="2023-02-16T11:53:03.461" v="3" actId="1076"/>
          <ac:spMkLst>
            <pc:docMk/>
            <pc:sldMk cId="3327192952" sldId="274"/>
            <ac:spMk id="13" creationId="{00000000-0000-0000-0000-000000000000}"/>
          </ac:spMkLst>
        </pc:spChg>
        <pc:picChg chg="mod">
          <ac:chgData name="Jonathan Brewer" userId="90b7554e-b68a-4ed5-b533-84aad106adf5" providerId="ADAL" clId="{B28E65A3-59A2-4E74-BB0B-3CDF15BE4DA2}" dt="2023-02-16T11:53:03.461" v="3" actId="1076"/>
          <ac:picMkLst>
            <pc:docMk/>
            <pc:sldMk cId="3327192952" sldId="274"/>
            <ac:picMk id="2" creationId="{00000000-0000-0000-0000-000000000000}"/>
          </ac:picMkLst>
        </pc:picChg>
        <pc:picChg chg="mod">
          <ac:chgData name="Jonathan Brewer" userId="90b7554e-b68a-4ed5-b533-84aad106adf5" providerId="ADAL" clId="{B28E65A3-59A2-4E74-BB0B-3CDF15BE4DA2}" dt="2023-02-16T11:53:03.461" v="3" actId="1076"/>
          <ac:picMkLst>
            <pc:docMk/>
            <pc:sldMk cId="3327192952" sldId="274"/>
            <ac:picMk id="3" creationId="{00000000-0000-0000-0000-000000000000}"/>
          </ac:picMkLst>
        </pc:picChg>
        <pc:picChg chg="del">
          <ac:chgData name="Jonathan Brewer" userId="90b7554e-b68a-4ed5-b533-84aad106adf5" providerId="ADAL" clId="{B28E65A3-59A2-4E74-BB0B-3CDF15BE4DA2}" dt="2023-02-16T11:52:52.656" v="0" actId="478"/>
          <ac:picMkLst>
            <pc:docMk/>
            <pc:sldMk cId="3327192952" sldId="274"/>
            <ac:picMk id="6" creationId="{00000000-0000-0000-0000-000000000000}"/>
          </ac:picMkLst>
        </pc:picChg>
      </pc:sldChg>
      <pc:sldChg chg="del">
        <pc:chgData name="Jonathan Brewer" userId="90b7554e-b68a-4ed5-b533-84aad106adf5" providerId="ADAL" clId="{B28E65A3-59A2-4E74-BB0B-3CDF15BE4DA2}" dt="2023-02-16T11:59:15.369" v="70" actId="47"/>
        <pc:sldMkLst>
          <pc:docMk/>
          <pc:sldMk cId="2569224298" sldId="275"/>
        </pc:sldMkLst>
      </pc:sldChg>
      <pc:sldChg chg="del">
        <pc:chgData name="Jonathan Brewer" userId="90b7554e-b68a-4ed5-b533-84aad106adf5" providerId="ADAL" clId="{B28E65A3-59A2-4E74-BB0B-3CDF15BE4DA2}" dt="2023-02-16T11:59:15.369" v="70" actId="47"/>
        <pc:sldMkLst>
          <pc:docMk/>
          <pc:sldMk cId="4142035059" sldId="276"/>
        </pc:sldMkLst>
      </pc:sldChg>
      <pc:sldChg chg="del">
        <pc:chgData name="Jonathan Brewer" userId="90b7554e-b68a-4ed5-b533-84aad106adf5" providerId="ADAL" clId="{B28E65A3-59A2-4E74-BB0B-3CDF15BE4DA2}" dt="2023-02-16T11:59:15.369" v="70" actId="47"/>
        <pc:sldMkLst>
          <pc:docMk/>
          <pc:sldMk cId="598396642" sldId="277"/>
        </pc:sldMkLst>
      </pc:sldChg>
      <pc:sldChg chg="mod modShow">
        <pc:chgData name="Jonathan Brewer" userId="90b7554e-b68a-4ed5-b533-84aad106adf5" providerId="ADAL" clId="{B28E65A3-59A2-4E74-BB0B-3CDF15BE4DA2}" dt="2023-02-16T11:53:38.466" v="4" actId="729"/>
        <pc:sldMkLst>
          <pc:docMk/>
          <pc:sldMk cId="1703949305" sldId="316"/>
        </pc:sldMkLst>
      </pc:sldChg>
      <pc:sldChg chg="del">
        <pc:chgData name="Jonathan Brewer" userId="90b7554e-b68a-4ed5-b533-84aad106adf5" providerId="ADAL" clId="{B28E65A3-59A2-4E74-BB0B-3CDF15BE4DA2}" dt="2023-02-16T11:58:03.085" v="69" actId="47"/>
        <pc:sldMkLst>
          <pc:docMk/>
          <pc:sldMk cId="0" sldId="318"/>
        </pc:sldMkLst>
      </pc:sldChg>
      <pc:sldChg chg="del">
        <pc:chgData name="Jonathan Brewer" userId="90b7554e-b68a-4ed5-b533-84aad106adf5" providerId="ADAL" clId="{B28E65A3-59A2-4E74-BB0B-3CDF15BE4DA2}" dt="2023-02-16T11:55:10.118" v="5" actId="47"/>
        <pc:sldMkLst>
          <pc:docMk/>
          <pc:sldMk cId="0" sldId="319"/>
        </pc:sldMkLst>
      </pc:sldChg>
      <pc:sldChg chg="addSp modSp mod">
        <pc:chgData name="Jonathan Brewer" userId="90b7554e-b68a-4ed5-b533-84aad106adf5" providerId="ADAL" clId="{B28E65A3-59A2-4E74-BB0B-3CDF15BE4DA2}" dt="2023-02-16T11:57:43.074" v="68" actId="1076"/>
        <pc:sldMkLst>
          <pc:docMk/>
          <pc:sldMk cId="0" sldId="320"/>
        </pc:sldMkLst>
        <pc:spChg chg="mod">
          <ac:chgData name="Jonathan Brewer" userId="90b7554e-b68a-4ed5-b533-84aad106adf5" providerId="ADAL" clId="{B28E65A3-59A2-4E74-BB0B-3CDF15BE4DA2}" dt="2023-02-16T11:56:12.025" v="29" actId="1076"/>
          <ac:spMkLst>
            <pc:docMk/>
            <pc:sldMk cId="0" sldId="320"/>
            <ac:spMk id="90" creationId="{00000000-0000-0000-0000-000000000000}"/>
          </ac:spMkLst>
        </pc:spChg>
        <pc:spChg chg="add mod">
          <ac:chgData name="Jonathan Brewer" userId="90b7554e-b68a-4ed5-b533-84aad106adf5" providerId="ADAL" clId="{B28E65A3-59A2-4E74-BB0B-3CDF15BE4DA2}" dt="2023-02-16T11:57:40.301" v="67" actId="1076"/>
          <ac:spMkLst>
            <pc:docMk/>
            <pc:sldMk cId="0" sldId="320"/>
            <ac:spMk id="92" creationId="{ECD8DA8E-8F17-CD09-8E49-DB9B57D069C0}"/>
          </ac:spMkLst>
        </pc:spChg>
        <pc:spChg chg="add mod">
          <ac:chgData name="Jonathan Brewer" userId="90b7554e-b68a-4ed5-b533-84aad106adf5" providerId="ADAL" clId="{B28E65A3-59A2-4E74-BB0B-3CDF15BE4DA2}" dt="2023-02-16T11:57:37.701" v="66" actId="1076"/>
          <ac:spMkLst>
            <pc:docMk/>
            <pc:sldMk cId="0" sldId="320"/>
            <ac:spMk id="93" creationId="{5EECF55F-6CD0-DB3C-CF4B-47A6F7BA832A}"/>
          </ac:spMkLst>
        </pc:spChg>
        <pc:spChg chg="add mod">
          <ac:chgData name="Jonathan Brewer" userId="90b7554e-b68a-4ed5-b533-84aad106adf5" providerId="ADAL" clId="{B28E65A3-59A2-4E74-BB0B-3CDF15BE4DA2}" dt="2023-02-16T11:56:32.990" v="34" actId="1076"/>
          <ac:spMkLst>
            <pc:docMk/>
            <pc:sldMk cId="0" sldId="320"/>
            <ac:spMk id="94" creationId="{DDB8919E-D656-4E34-03C6-2360A31CB095}"/>
          </ac:spMkLst>
        </pc:spChg>
        <pc:spChg chg="add mod">
          <ac:chgData name="Jonathan Brewer" userId="90b7554e-b68a-4ed5-b533-84aad106adf5" providerId="ADAL" clId="{B28E65A3-59A2-4E74-BB0B-3CDF15BE4DA2}" dt="2023-02-16T11:57:43.074" v="68" actId="1076"/>
          <ac:spMkLst>
            <pc:docMk/>
            <pc:sldMk cId="0" sldId="320"/>
            <ac:spMk id="95" creationId="{B65DB094-E54E-4A89-767D-E7DF773C74E3}"/>
          </ac:spMkLst>
        </pc:spChg>
        <pc:spChg chg="add mod">
          <ac:chgData name="Jonathan Brewer" userId="90b7554e-b68a-4ed5-b533-84aad106adf5" providerId="ADAL" clId="{B28E65A3-59A2-4E74-BB0B-3CDF15BE4DA2}" dt="2023-02-16T11:57:28.331" v="63" actId="1076"/>
          <ac:spMkLst>
            <pc:docMk/>
            <pc:sldMk cId="0" sldId="320"/>
            <ac:spMk id="96" creationId="{BFC82355-3743-555E-86D0-4353AEC88CED}"/>
          </ac:spMkLst>
        </pc:spChg>
        <pc:spChg chg="add mod">
          <ac:chgData name="Jonathan Brewer" userId="90b7554e-b68a-4ed5-b533-84aad106adf5" providerId="ADAL" clId="{B28E65A3-59A2-4E74-BB0B-3CDF15BE4DA2}" dt="2023-02-16T11:57:34.021" v="65" actId="1076"/>
          <ac:spMkLst>
            <pc:docMk/>
            <pc:sldMk cId="0" sldId="320"/>
            <ac:spMk id="97" creationId="{35DCB904-F592-07CE-972A-D0F63FD6ECA9}"/>
          </ac:spMkLst>
        </pc:spChg>
        <pc:grpChg chg="mod">
          <ac:chgData name="Jonathan Brewer" userId="90b7554e-b68a-4ed5-b533-84aad106adf5" providerId="ADAL" clId="{B28E65A3-59A2-4E74-BB0B-3CDF15BE4DA2}" dt="2023-02-16T11:56:08.706" v="28" actId="1076"/>
          <ac:grpSpMkLst>
            <pc:docMk/>
            <pc:sldMk cId="0" sldId="320"/>
            <ac:grpSpMk id="41" creationId="{00000000-0000-0000-0000-000000000000}"/>
          </ac:grpSpMkLst>
        </pc:grpChg>
        <pc:picChg chg="mod">
          <ac:chgData name="Jonathan Brewer" userId="90b7554e-b68a-4ed5-b533-84aad106adf5" providerId="ADAL" clId="{B28E65A3-59A2-4E74-BB0B-3CDF15BE4DA2}" dt="2023-02-16T11:57:00.582" v="57" actId="1076"/>
          <ac:picMkLst>
            <pc:docMk/>
            <pc:sldMk cId="0" sldId="320"/>
            <ac:picMk id="37" creationId="{00000000-0000-0000-0000-000000000000}"/>
          </ac:picMkLst>
        </pc:picChg>
      </pc:sldChg>
      <pc:sldChg chg="del">
        <pc:chgData name="Jonathan Brewer" userId="90b7554e-b68a-4ed5-b533-84aad106adf5" providerId="ADAL" clId="{B28E65A3-59A2-4E74-BB0B-3CDF15BE4DA2}" dt="2023-02-16T11:59:15.369" v="70" actId="47"/>
        <pc:sldMkLst>
          <pc:docMk/>
          <pc:sldMk cId="3073922564" sldId="329"/>
        </pc:sldMkLst>
      </pc:sldChg>
      <pc:sldChg chg="del">
        <pc:chgData name="Jonathan Brewer" userId="90b7554e-b68a-4ed5-b533-84aad106adf5" providerId="ADAL" clId="{B28E65A3-59A2-4E74-BB0B-3CDF15BE4DA2}" dt="2023-02-16T11:59:15.369" v="70" actId="47"/>
        <pc:sldMkLst>
          <pc:docMk/>
          <pc:sldMk cId="1001760846" sldId="330"/>
        </pc:sldMkLst>
      </pc:sldChg>
      <pc:sldChg chg="del">
        <pc:chgData name="Jonathan Brewer" userId="90b7554e-b68a-4ed5-b533-84aad106adf5" providerId="ADAL" clId="{B28E65A3-59A2-4E74-BB0B-3CDF15BE4DA2}" dt="2023-02-16T11:59:15.369" v="70" actId="47"/>
        <pc:sldMkLst>
          <pc:docMk/>
          <pc:sldMk cId="3423144574" sldId="331"/>
        </pc:sldMkLst>
      </pc:sldChg>
      <pc:sldChg chg="del">
        <pc:chgData name="Jonathan Brewer" userId="90b7554e-b68a-4ed5-b533-84aad106adf5" providerId="ADAL" clId="{B28E65A3-59A2-4E74-BB0B-3CDF15BE4DA2}" dt="2023-02-16T11:59:15.369" v="70" actId="47"/>
        <pc:sldMkLst>
          <pc:docMk/>
          <pc:sldMk cId="1398340344" sldId="332"/>
        </pc:sldMkLst>
      </pc:sldChg>
      <pc:sldChg chg="addSp delSp modSp mod">
        <pc:chgData name="Jonathan Brewer" userId="90b7554e-b68a-4ed5-b533-84aad106adf5" providerId="ADAL" clId="{B28E65A3-59A2-4E74-BB0B-3CDF15BE4DA2}" dt="2023-02-16T12:02:05.999" v="76" actId="478"/>
        <pc:sldMkLst>
          <pc:docMk/>
          <pc:sldMk cId="0" sldId="357"/>
        </pc:sldMkLst>
        <pc:picChg chg="add del mod">
          <ac:chgData name="Jonathan Brewer" userId="90b7554e-b68a-4ed5-b533-84aad106adf5" providerId="ADAL" clId="{B28E65A3-59A2-4E74-BB0B-3CDF15BE4DA2}" dt="2023-02-16T12:02:05.999" v="76" actId="478"/>
          <ac:picMkLst>
            <pc:docMk/>
            <pc:sldMk cId="0" sldId="357"/>
            <ac:picMk id="16" creationId="{1EF7970E-4A85-E389-188B-CE81D511D70D}"/>
          </ac:picMkLst>
        </pc:picChg>
      </pc:sldChg>
      <pc:sldChg chg="add del">
        <pc:chgData name="Jonathan Brewer" userId="90b7554e-b68a-4ed5-b533-84aad106adf5" providerId="ADAL" clId="{B28E65A3-59A2-4E74-BB0B-3CDF15BE4DA2}" dt="2023-02-16T11:59:29.425" v="72" actId="47"/>
        <pc:sldMkLst>
          <pc:docMk/>
          <pc:sldMk cId="0" sldId="363"/>
        </pc:sldMkLst>
      </pc:sldChg>
      <pc:sldChg chg="del">
        <pc:chgData name="Jonathan Brewer" userId="90b7554e-b68a-4ed5-b533-84aad106adf5" providerId="ADAL" clId="{B28E65A3-59A2-4E74-BB0B-3CDF15BE4DA2}" dt="2023-02-16T11:59:15.369" v="70" actId="47"/>
        <pc:sldMkLst>
          <pc:docMk/>
          <pc:sldMk cId="0" sldId="373"/>
        </pc:sldMkLst>
      </pc:sldChg>
      <pc:sldChg chg="del">
        <pc:chgData name="Jonathan Brewer" userId="90b7554e-b68a-4ed5-b533-84aad106adf5" providerId="ADAL" clId="{B28E65A3-59A2-4E74-BB0B-3CDF15BE4DA2}" dt="2023-02-16T11:59:15.369" v="70" actId="47"/>
        <pc:sldMkLst>
          <pc:docMk/>
          <pc:sldMk cId="0" sldId="374"/>
        </pc:sldMkLst>
      </pc:sldChg>
      <pc:sldChg chg="del">
        <pc:chgData name="Jonathan Brewer" userId="90b7554e-b68a-4ed5-b533-84aad106adf5" providerId="ADAL" clId="{B28E65A3-59A2-4E74-BB0B-3CDF15BE4DA2}" dt="2023-02-16T11:59:15.369" v="70" actId="47"/>
        <pc:sldMkLst>
          <pc:docMk/>
          <pc:sldMk cId="0" sldId="375"/>
        </pc:sldMkLst>
      </pc:sldChg>
      <pc:sldChg chg="del">
        <pc:chgData name="Jonathan Brewer" userId="90b7554e-b68a-4ed5-b533-84aad106adf5" providerId="ADAL" clId="{B28E65A3-59A2-4E74-BB0B-3CDF15BE4DA2}" dt="2023-02-16T11:59:15.369" v="70" actId="47"/>
        <pc:sldMkLst>
          <pc:docMk/>
          <pc:sldMk cId="0" sldId="376"/>
        </pc:sldMkLst>
      </pc:sldChg>
      <pc:sldChg chg="del">
        <pc:chgData name="Jonathan Brewer" userId="90b7554e-b68a-4ed5-b533-84aad106adf5" providerId="ADAL" clId="{B28E65A3-59A2-4E74-BB0B-3CDF15BE4DA2}" dt="2023-02-16T11:59:15.369" v="70" actId="47"/>
        <pc:sldMkLst>
          <pc:docMk/>
          <pc:sldMk cId="0" sldId="377"/>
        </pc:sldMkLst>
      </pc:sldChg>
      <pc:sldChg chg="del">
        <pc:chgData name="Jonathan Brewer" userId="90b7554e-b68a-4ed5-b533-84aad106adf5" providerId="ADAL" clId="{B28E65A3-59A2-4E74-BB0B-3CDF15BE4DA2}" dt="2023-02-16T11:59:15.369" v="70" actId="47"/>
        <pc:sldMkLst>
          <pc:docMk/>
          <pc:sldMk cId="0" sldId="378"/>
        </pc:sldMkLst>
      </pc:sldChg>
      <pc:sldChg chg="del">
        <pc:chgData name="Jonathan Brewer" userId="90b7554e-b68a-4ed5-b533-84aad106adf5" providerId="ADAL" clId="{B28E65A3-59A2-4E74-BB0B-3CDF15BE4DA2}" dt="2023-02-16T11:59:15.369" v="70" actId="47"/>
        <pc:sldMkLst>
          <pc:docMk/>
          <pc:sldMk cId="0" sldId="379"/>
        </pc:sldMkLst>
      </pc:sldChg>
      <pc:sldChg chg="del">
        <pc:chgData name="Jonathan Brewer" userId="90b7554e-b68a-4ed5-b533-84aad106adf5" providerId="ADAL" clId="{B28E65A3-59A2-4E74-BB0B-3CDF15BE4DA2}" dt="2023-02-16T11:59:15.369" v="70" actId="47"/>
        <pc:sldMkLst>
          <pc:docMk/>
          <pc:sldMk cId="0" sldId="380"/>
        </pc:sldMkLst>
      </pc:sldChg>
      <pc:sldChg chg="del">
        <pc:chgData name="Jonathan Brewer" userId="90b7554e-b68a-4ed5-b533-84aad106adf5" providerId="ADAL" clId="{B28E65A3-59A2-4E74-BB0B-3CDF15BE4DA2}" dt="2023-02-16T11:59:15.369" v="70" actId="47"/>
        <pc:sldMkLst>
          <pc:docMk/>
          <pc:sldMk cId="0" sldId="381"/>
        </pc:sldMkLst>
      </pc:sldChg>
      <pc:sldChg chg="addSp modSp new mod">
        <pc:chgData name="Jonathan Brewer" userId="90b7554e-b68a-4ed5-b533-84aad106adf5" providerId="ADAL" clId="{B28E65A3-59A2-4E74-BB0B-3CDF15BE4DA2}" dt="2023-02-16T12:05:50.056" v="129" actId="1076"/>
        <pc:sldMkLst>
          <pc:docMk/>
          <pc:sldMk cId="3465090955" sldId="989"/>
        </pc:sldMkLst>
        <pc:spChg chg="mod">
          <ac:chgData name="Jonathan Brewer" userId="90b7554e-b68a-4ed5-b533-84aad106adf5" providerId="ADAL" clId="{B28E65A3-59A2-4E74-BB0B-3CDF15BE4DA2}" dt="2023-02-16T12:03:34.054" v="81" actId="255"/>
          <ac:spMkLst>
            <pc:docMk/>
            <pc:sldMk cId="3465090955" sldId="989"/>
            <ac:spMk id="2" creationId="{632CED6E-163A-D9DC-B273-E817EEBA458E}"/>
          </ac:spMkLst>
        </pc:spChg>
        <pc:spChg chg="mod">
          <ac:chgData name="Jonathan Brewer" userId="90b7554e-b68a-4ed5-b533-84aad106adf5" providerId="ADAL" clId="{B28E65A3-59A2-4E74-BB0B-3CDF15BE4DA2}" dt="2023-02-16T12:03:10.170" v="78"/>
          <ac:spMkLst>
            <pc:docMk/>
            <pc:sldMk cId="3465090955" sldId="989"/>
            <ac:spMk id="8" creationId="{36B50BA9-0FED-24E5-82A7-D83169747287}"/>
          </ac:spMkLst>
        </pc:spChg>
        <pc:spChg chg="add mod">
          <ac:chgData name="Jonathan Brewer" userId="90b7554e-b68a-4ed5-b533-84aad106adf5" providerId="ADAL" clId="{B28E65A3-59A2-4E74-BB0B-3CDF15BE4DA2}" dt="2023-02-16T12:03:15.774" v="79" actId="1076"/>
          <ac:spMkLst>
            <pc:docMk/>
            <pc:sldMk cId="3465090955" sldId="989"/>
            <ac:spMk id="9" creationId="{EB7192AB-273A-F35B-BE5F-F338AB66134F}"/>
          </ac:spMkLst>
        </pc:spChg>
        <pc:spChg chg="add mod">
          <ac:chgData name="Jonathan Brewer" userId="90b7554e-b68a-4ed5-b533-84aad106adf5" providerId="ADAL" clId="{B28E65A3-59A2-4E74-BB0B-3CDF15BE4DA2}" dt="2023-02-16T12:05:50.056" v="129" actId="1076"/>
          <ac:spMkLst>
            <pc:docMk/>
            <pc:sldMk cId="3465090955" sldId="989"/>
            <ac:spMk id="10" creationId="{421B2E35-4CB1-E9E5-F632-D2C0E09F9DC0}"/>
          </ac:spMkLst>
        </pc:spChg>
        <pc:grpChg chg="add mod">
          <ac:chgData name="Jonathan Brewer" userId="90b7554e-b68a-4ed5-b533-84aad106adf5" providerId="ADAL" clId="{B28E65A3-59A2-4E74-BB0B-3CDF15BE4DA2}" dt="2023-02-16T12:03:15.774" v="79" actId="1076"/>
          <ac:grpSpMkLst>
            <pc:docMk/>
            <pc:sldMk cId="3465090955" sldId="989"/>
            <ac:grpSpMk id="4" creationId="{1922B0CE-88C7-6454-008A-A79C760BB683}"/>
          </ac:grpSpMkLst>
        </pc:grpChg>
        <pc:picChg chg="mod">
          <ac:chgData name="Jonathan Brewer" userId="90b7554e-b68a-4ed5-b533-84aad106adf5" providerId="ADAL" clId="{B28E65A3-59A2-4E74-BB0B-3CDF15BE4DA2}" dt="2023-02-16T12:03:10.170" v="78"/>
          <ac:picMkLst>
            <pc:docMk/>
            <pc:sldMk cId="3465090955" sldId="989"/>
            <ac:picMk id="5" creationId="{85DC1036-7498-3665-F483-037F4F11884E}"/>
          </ac:picMkLst>
        </pc:picChg>
        <pc:picChg chg="mod">
          <ac:chgData name="Jonathan Brewer" userId="90b7554e-b68a-4ed5-b533-84aad106adf5" providerId="ADAL" clId="{B28E65A3-59A2-4E74-BB0B-3CDF15BE4DA2}" dt="2023-02-16T12:03:10.170" v="78"/>
          <ac:picMkLst>
            <pc:docMk/>
            <pc:sldMk cId="3465090955" sldId="989"/>
            <ac:picMk id="6" creationId="{5AA9BFCC-1BC1-F9F6-9E15-C2DE16625414}"/>
          </ac:picMkLst>
        </pc:picChg>
        <pc:picChg chg="mod">
          <ac:chgData name="Jonathan Brewer" userId="90b7554e-b68a-4ed5-b533-84aad106adf5" providerId="ADAL" clId="{B28E65A3-59A2-4E74-BB0B-3CDF15BE4DA2}" dt="2023-02-16T12:03:10.170" v="78"/>
          <ac:picMkLst>
            <pc:docMk/>
            <pc:sldMk cId="3465090955" sldId="989"/>
            <ac:picMk id="7" creationId="{717723AD-5016-A3E0-E845-82D53F03014C}"/>
          </ac:picMkLst>
        </pc:picChg>
      </pc:sldChg>
    </pc:docChg>
  </pc:docChgLst>
  <pc:docChgLst>
    <pc:chgData name="Jonathan Brewer" userId="90b7554e-b68a-4ed5-b533-84aad106adf5" providerId="ADAL" clId="{D7062B54-475E-4785-97DE-C396B69465A3}"/>
    <pc:docChg chg="undo custSel modSld sldOrd">
      <pc:chgData name="Jonathan Brewer" userId="90b7554e-b68a-4ed5-b533-84aad106adf5" providerId="ADAL" clId="{D7062B54-475E-4785-97DE-C396B69465A3}" dt="2024-02-01T06:45:59.536" v="27"/>
      <pc:docMkLst>
        <pc:docMk/>
      </pc:docMkLst>
      <pc:sldChg chg="addSp delSp modSp mod">
        <pc:chgData name="Jonathan Brewer" userId="90b7554e-b68a-4ed5-b533-84aad106adf5" providerId="ADAL" clId="{D7062B54-475E-4785-97DE-C396B69465A3}" dt="2024-02-01T05:55:01.059" v="23" actId="1037"/>
        <pc:sldMkLst>
          <pc:docMk/>
          <pc:sldMk cId="3037501522" sldId="300"/>
        </pc:sldMkLst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05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06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07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08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09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10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11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12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13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14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15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16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17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18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19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20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21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22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23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24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25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26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27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28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29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30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31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32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33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34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35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36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37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38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39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40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41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42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43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44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45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46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47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48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49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50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51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52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53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54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55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56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57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58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59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60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61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62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63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64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65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66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67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68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69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70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71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72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73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74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75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76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77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78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79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80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81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82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83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84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85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86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87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88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89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90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91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92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93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94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95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96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97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98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199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00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01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02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03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04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05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06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07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08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09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10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11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12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13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14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15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16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17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18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19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20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21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22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23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24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25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26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27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28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29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30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31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32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33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34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35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36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37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38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39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40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41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42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43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44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45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46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47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48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49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50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51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52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53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54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55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56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57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58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59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60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61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62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63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64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65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66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67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68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69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70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71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72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73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74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75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76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77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78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79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80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81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82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83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84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85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86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87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88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89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90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91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92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93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94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95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96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97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98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299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00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01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02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03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04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05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06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07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08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09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10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11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12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13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14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15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16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17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18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19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20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21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22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23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24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25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26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27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28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29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30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31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32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33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34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35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36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37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38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39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40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41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42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43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44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45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46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47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48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49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50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51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52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53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4:14.644" v="10" actId="688"/>
          <ac:spMkLst>
            <pc:docMk/>
            <pc:sldMk cId="3037501522" sldId="300"/>
            <ac:spMk id="354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3:47.138" v="8" actId="165"/>
          <ac:spMkLst>
            <pc:docMk/>
            <pc:sldMk cId="3037501522" sldId="300"/>
            <ac:spMk id="357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3:47.138" v="8" actId="165"/>
          <ac:spMkLst>
            <pc:docMk/>
            <pc:sldMk cId="3037501522" sldId="300"/>
            <ac:spMk id="358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3:47.138" v="8" actId="165"/>
          <ac:spMkLst>
            <pc:docMk/>
            <pc:sldMk cId="3037501522" sldId="300"/>
            <ac:spMk id="359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3:47.138" v="8" actId="165"/>
          <ac:spMkLst>
            <pc:docMk/>
            <pc:sldMk cId="3037501522" sldId="300"/>
            <ac:spMk id="360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3:47.138" v="8" actId="165"/>
          <ac:spMkLst>
            <pc:docMk/>
            <pc:sldMk cId="3037501522" sldId="300"/>
            <ac:spMk id="361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3:47.138" v="8" actId="165"/>
          <ac:spMkLst>
            <pc:docMk/>
            <pc:sldMk cId="3037501522" sldId="300"/>
            <ac:spMk id="362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3:47.138" v="8" actId="165"/>
          <ac:spMkLst>
            <pc:docMk/>
            <pc:sldMk cId="3037501522" sldId="300"/>
            <ac:spMk id="363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3:47.138" v="8" actId="165"/>
          <ac:spMkLst>
            <pc:docMk/>
            <pc:sldMk cId="3037501522" sldId="300"/>
            <ac:spMk id="364" creationId="{00000000-0000-0000-0000-000000000000}"/>
          </ac:spMkLst>
        </pc:spChg>
        <pc:spChg chg="mod topLvl">
          <ac:chgData name="Jonathan Brewer" userId="90b7554e-b68a-4ed5-b533-84aad106adf5" providerId="ADAL" clId="{D7062B54-475E-4785-97DE-C396B69465A3}" dt="2024-02-01T05:53:47.138" v="8" actId="165"/>
          <ac:spMkLst>
            <pc:docMk/>
            <pc:sldMk cId="3037501522" sldId="300"/>
            <ac:spMk id="365" creationId="{00000000-0000-0000-0000-000000000000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05" creationId="{07061D97-A039-D9EC-B8F9-33A1DBD03659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06" creationId="{45B6EB67-113F-85FD-946F-638D5149EAC8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07" creationId="{FAD4223D-8D4F-C52D-B285-BBF04A3F1EF9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08" creationId="{19211531-5180-19E1-21DC-19119361F895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09" creationId="{97FA2B6A-D8D8-6DC9-A129-3DA076DD3B5A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10" creationId="{832A10A3-64F1-DA8E-67C1-81DA14D0E65A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11" creationId="{A509C4F0-863F-A8B9-8F71-A1744F132CE6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12" creationId="{2EC781DA-14E9-3FAB-D27F-61DB5B0BE9E8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13" creationId="{9573A678-986F-48B6-5464-A1996B10553E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14" creationId="{E54268C1-C070-E059-3E65-F304BC6684F2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15" creationId="{CB320301-5673-59E8-FB45-46420F6760F7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16" creationId="{FC2E17E1-EDCB-6317-0ACC-2BFC3AC6B348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17" creationId="{5A8F8F76-31CA-6EF1-E7AD-F3168167F582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18" creationId="{AB00F259-2C1B-9E95-0E8C-5C168CC15DDD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19" creationId="{512CB684-D8E9-D6A6-F467-25852E40AD32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20" creationId="{71D1AA73-4D93-D9A6-901F-1F5B20EFB141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21" creationId="{34043E82-123E-4F3A-6A71-7284DBD1BAC9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22" creationId="{0CF57FDA-01B3-1EEF-1E76-F418171E5ED8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23" creationId="{08D96F5D-CF45-6303-8E75-EE6947164721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24" creationId="{258DDB2E-EE75-B33A-5881-051920A853C7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25" creationId="{BC3449CB-8B54-9EB3-CE07-E43D038FFF4E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26" creationId="{6506FE60-BD23-F425-A2B0-090F39AF44B5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27" creationId="{3792293F-7C6F-0E7A-BBCF-1419D372DAE8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28" creationId="{F06FEC89-03A2-0CC7-1D73-CCBD8670C999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29" creationId="{71FC9996-E176-FE11-E7A1-2181DBC42C4D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30" creationId="{646E1853-EEC2-FAFE-9007-FAAC9805F653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31" creationId="{8EAD6D2B-8B2A-294A-FF18-F6063A8E1F00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32" creationId="{E2F80426-727E-4458-6B81-A10D73039D29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33" creationId="{B5103673-325E-4830-D3D0-632C4E0C9F2B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34" creationId="{5C32A9BF-EAC7-AB98-E904-44E3728EFA00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35" creationId="{63BD8636-5F33-61ED-8C22-7BEE6D3F86A0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36" creationId="{CC28E5EB-9813-46F2-1D91-8FB79F0D24F6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37" creationId="{45F4C2DD-325F-0F74-85ED-35A4D14543D8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38" creationId="{826C5516-751B-24E6-C384-1667FE868221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39" creationId="{3F8DF16F-B459-624F-4CBF-3C25718C6AA7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40" creationId="{08C826AF-F2A8-81EE-A5AE-E746ACAD7E74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41" creationId="{15759134-5D4C-DF51-D2C1-0E2CB9062234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42" creationId="{5FD00C25-54E4-6504-A551-CB6A96E7B0FA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43" creationId="{A4B503A1-9DD6-0B64-D25E-6F18F1DC647E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44" creationId="{600124CD-BAA5-D8D4-0389-633D558FE939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45" creationId="{22BD59B8-BD47-B5A9-9CFB-8C6ADD9C9DBF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46" creationId="{AE8152C1-CC9F-7330-9F3C-92D2242658D3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47" creationId="{FCF42F7C-AD34-D323-5A6F-18005ED09F47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48" creationId="{1F691C3D-C3E5-1461-878C-583E96049256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49" creationId="{B103059D-FE98-1F78-1770-034DD6837305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50" creationId="{29FB7770-8319-9ACC-812E-A63402212F21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51" creationId="{DE4FCB63-DAB9-1E84-68D3-CB60A6539D99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52" creationId="{39E3FBB4-EBF6-A5BD-0CD4-940A8D90FA42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53" creationId="{30C9A69E-4C6C-29E2-FF04-F1B861777189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54" creationId="{4B852924-BAE6-F649-763A-931B65391A7E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55" creationId="{F4737A87-63E8-E651-5602-D1B6AF56AAF8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56" creationId="{543FB66D-1FFD-92BA-CC91-1322B939BEAC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57" creationId="{9F86FE09-1337-1AC2-4F8D-5E269BD5675D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58" creationId="{6504A93D-2F72-F5CF-810C-B22C69EB4CD6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59" creationId="{4C60850B-424C-1172-6280-69A69580A2B6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60" creationId="{81BD1DC0-FEDC-420E-3B1E-34A81079853B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61" creationId="{0E48295D-8B08-655F-0593-14603889C43C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62" creationId="{E7C90245-20C6-1CDD-EBAF-6DAF211B96CA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63" creationId="{4E72C662-0138-E056-66FD-BEE410E01050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64" creationId="{E3C28075-9CDD-7DEE-8AD8-E6310062FB4B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65" creationId="{35D80407-F07E-8099-0E9A-4C107CED7DA0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66" creationId="{3A6A2942-33C5-7DDC-1D73-6740332AA4EA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67" creationId="{91310BD8-49F5-FCE8-DA2A-52DB23FBEE8B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68" creationId="{D72DAA0F-FBA5-A39A-5CE8-ED644DF58EE0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69" creationId="{BDC6F08E-572B-D29A-91B0-819EA3FFF6A3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70" creationId="{518D90A1-51C4-E417-1BE8-7949BA9E482C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71" creationId="{F6C3C3CA-23E7-E55E-93C8-A6856131BC53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72" creationId="{3803BB22-A4A9-3AFC-CC50-A046627041AA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73" creationId="{7BF2A03B-5D5F-A894-BCEF-47483F65652D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74" creationId="{C7C6A70E-391D-3291-A37A-A624A5B6D640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75" creationId="{53101B7A-536B-574F-C4AB-C2C27AC1263B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76" creationId="{C71ED3EC-49A0-6AA2-BD83-95594F21A0BE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77" creationId="{3B87162D-ED9D-7786-404D-E2CC10C1FDB7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78" creationId="{32151A7B-FCAE-D7C2-6148-9FF4CF326430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79" creationId="{18605928-D66B-ADB3-6095-0DB211959B63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80" creationId="{364FCA05-83F3-D404-C6E9-5B1E07743A4F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81" creationId="{5CDA21BE-618B-44A9-5595-F55C1E899972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82" creationId="{151C16BA-257D-DA3A-C757-120D60F462D9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83" creationId="{E55ABCE3-D7F3-B9C4-A83B-D910900DCB3C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84" creationId="{A25A9940-AA9F-8CB9-279F-33AC8940915F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85" creationId="{A7CD3183-E3F0-3BFE-BBED-9512CBFA051F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86" creationId="{07A1E432-2636-9653-3CE2-A4078BAE2C2D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87" creationId="{CFEDB361-52B0-3DA1-9814-86B9250FD5A9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88" creationId="{560C004F-E898-39B2-0C99-4E760D22B220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89" creationId="{9E4DE4C6-2B94-42B3-67C6-F9575AB8FB02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90" creationId="{523F9BD7-C793-DA22-BF0F-58EFB36279CC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91" creationId="{88F2843E-AE87-5023-25B7-BF6B9C288E3E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92" creationId="{D4EA05CA-3730-6D6E-CDA9-7D1ACCDDC5E0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93" creationId="{72FE4854-7982-B01E-BE21-740100EC8F23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94" creationId="{75061B70-B626-F4B4-4A68-FA3950F4E87F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95" creationId="{C93E8F61-0AE5-EA3D-FF1A-535FCAAD8A0C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96" creationId="{8EAD9F0E-BDD4-2AA7-3534-6C6FA40B218E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97" creationId="{2B75E04F-51C3-0D49-2AE8-97567F9ECCA6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98" creationId="{27022BC5-D4F0-87CE-B982-A164ADF40AC3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599" creationId="{3B363788-CE79-D315-25EC-6CF0D46F9A10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00" creationId="{1F3779F8-98CF-EAFC-9638-A8B9409383A9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01" creationId="{DEF675CD-B809-9ABC-CF8D-0293BC495F02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02" creationId="{C1AF05ED-1D32-CA96-DE36-4BE11F3336DD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03" creationId="{6ED601D9-396F-8113-A4D7-76A90448C3BD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04" creationId="{DA3DF96C-61C6-27FF-2F1A-1DCEA9D54A46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05" creationId="{072BAEDC-8C77-53CE-3A47-6AA40B157356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06" creationId="{02D9EF60-D0F0-E8A5-3C4E-B5D6F3E1F034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07" creationId="{2267EA5E-352A-9432-F3DF-2F86FDCE5E6D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08" creationId="{6EC20C10-9B27-62CE-8FFE-B376F076F6D7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09" creationId="{213A7BA3-385D-0554-5CD7-1E7287EB820B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10" creationId="{A9D2C789-3B8C-2D8B-7DD5-72C02A6CDE13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11" creationId="{34BD5B4C-3CC3-4FBB-4D35-F43E5C92903F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12" creationId="{1536069A-E8EB-74EC-789E-136042F66441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13" creationId="{5950206D-7DCC-24ED-35A6-DCA6870072A8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14" creationId="{FA16E1A3-C67D-C1FF-F1E6-1A36A7361D07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15" creationId="{66F76BE4-DA98-0D03-5BEC-4CE5A831624A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16" creationId="{946461BD-2B84-4534-668C-75BAD50D5809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17" creationId="{DF8FDFD5-D0A8-CA03-F25B-82DBCD006AED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18" creationId="{B12245A5-C788-E999-002E-3E9BFB92B230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19" creationId="{B2251FAE-A2ED-DE46-2C6F-66154E05A8DA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20" creationId="{EEE88361-35D6-D668-070E-ED33024E6807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21" creationId="{C8E3685D-446F-0D32-78D2-85A278206F5C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22" creationId="{549CC48A-2B14-E80C-A051-50238FF04E57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23" creationId="{504F6C5B-CB1E-FBD6-9BD0-B953C9964429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24" creationId="{0CA878EA-4B86-A562-3BE5-06FDEEFF011B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25" creationId="{945A72AE-A4F5-0811-3AD5-2C64112A9A3C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26" creationId="{652501A3-8E93-7C4A-0017-2571C989BD70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27" creationId="{0713DCDC-9786-488E-FBD4-ECB2D496389E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28" creationId="{7A2F7D8D-C167-C7A4-B9AD-F0D0910C3427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29" creationId="{2C10D3D4-35D5-5F9F-A284-2FCC2CF4FF65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30" creationId="{717DBB56-C03B-EC5A-FCAB-EE5E00C9D417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31" creationId="{8311280A-0398-BF32-D2BB-EC41B962EB00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32" creationId="{73C49126-36DA-FD95-15ED-F6CE01724AFD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33" creationId="{757FCC5E-0481-2468-92AF-2E4C76618494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34" creationId="{70C7AA68-E014-EDA7-4333-C7AE763D768D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35" creationId="{DF567516-8F07-BECD-6B23-6B67BC1B6F08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36" creationId="{83C2429C-2576-2E74-33CB-DF1C5D996BB5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37" creationId="{9A1C905A-8FBA-A41A-F30F-AEF980AB1CC0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38" creationId="{B4612943-A018-0DEC-A7D7-9AD745604777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39" creationId="{CCE1DC89-D029-1F52-BC6A-4999F487F271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40" creationId="{3121A089-EB65-03DA-4213-91BF9B5FEF66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41" creationId="{D903CBB9-C58A-4D5F-6CD2-738B574866D6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42" creationId="{49124DFF-4B69-289A-F9FD-3F61F6E3A7A4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43" creationId="{36BEB671-2F3C-A56E-3969-5359B9F57CAB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44" creationId="{6C0A8A94-3271-C6BB-B858-7868E31C1793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45" creationId="{B4C88F17-CB04-0D5F-F505-EDC58F29EDCA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46" creationId="{2E5D6172-DE8D-3272-41AE-F61CE54DFFF9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47" creationId="{1E994F28-F091-86BE-9D98-CBB1B47913BF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48" creationId="{E0FC9CE0-E657-69A9-CF33-8BA81F7B3E69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49" creationId="{9560EB4F-6685-A3F6-6497-58342F2B2405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50" creationId="{12527BE5-5A54-E070-72A1-22272FAF916A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51" creationId="{00D68134-582A-9BF4-5AC2-61A6672F1B3C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52" creationId="{E7DE6DA9-E931-D82E-C8EA-AB3109702CFC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53" creationId="{50935067-28EA-32FC-D4D8-9F8A5644EB47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54" creationId="{BA44DAF5-A9FF-C1E7-B263-DC73590BD631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55" creationId="{02CC7E97-2891-F682-1123-9EC8807EDDCF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56" creationId="{F3FABBB8-9BF6-F334-487D-59A2BFA5B585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57" creationId="{443F3B27-1EAD-4139-A7A6-EB263B7DF0F6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58" creationId="{5BB9C567-98DB-48B4-BC0B-041DEB19EF6C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59" creationId="{FE76B929-CD90-299A-E4A7-D9248B8164A6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60" creationId="{DEDC68D1-B7A9-370A-436A-E98D7FFA16A7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61" creationId="{6C428DD9-4825-1C8F-0AE9-C3D24FB6A483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62" creationId="{860A88D0-0E48-ADB6-F63F-F6F6DEF0FA99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63" creationId="{DDA4D217-7987-C5EA-8A4A-F68A3DA2EC05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64" creationId="{51745FE8-7438-CAB8-F166-0FAA246EC44D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65" creationId="{4FF915A9-0315-55CA-082C-56AABC81B764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66" creationId="{9B06C2FA-D465-A122-39B4-AE6A847D28CA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67" creationId="{684E243E-C0C7-A216-D817-AA1FD28A3BFF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68" creationId="{3E679664-754A-A871-63C2-5E7CF1CFCAC8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69" creationId="{C84C8790-D0FB-23D7-2510-FC2F0189739F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70" creationId="{D43DC827-6CCA-6A20-FB87-FDA22D0F6BFD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71" creationId="{6A616A5A-42B5-9BEB-DBA4-84C6D68292DF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72" creationId="{B839514B-5817-FCFF-BCCA-82A43DA732C9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73" creationId="{2F07B09E-83DB-2B20-86C0-49D51CC6821C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74" creationId="{3C43DCB6-9F8E-D208-6212-7BE611D16A88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75" creationId="{68E95B10-137A-FCAD-74E7-BD4B64348D7F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76" creationId="{7074FB45-09F1-CF2A-C371-FACB65A24FC6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77" creationId="{562DBC6E-3FB0-BF90-499A-F0329AF81266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78" creationId="{FD6A9528-A298-DF48-3080-C075F927182B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79" creationId="{CEDB7B9F-9A30-61CD-6954-023555559777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80" creationId="{BE8C08AC-EBE8-8929-F629-9701E7EF792C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81" creationId="{C11C03FA-D8B2-A2D6-6061-88B1E6C44C68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82" creationId="{51F7B09D-B0F6-3885-7A89-E1310935D6AC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83" creationId="{95F93B24-3C48-B2CB-908D-09AF4B2219A6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84" creationId="{4AAD8745-51C2-091D-ABC0-F94E58D2C8FE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85" creationId="{AC33166B-0EAF-E387-2A8E-EB874F2E53EB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86" creationId="{2CE67269-793E-B7DD-20E2-CEBC6C085851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87" creationId="{A3E13D05-D1E5-E341-80F3-18717D9261BF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88" creationId="{320CD428-9320-D452-1AB2-A624C8B305B1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89" creationId="{994A2C26-5B6A-0256-A1F8-E8AA9C5E5514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90" creationId="{72592DA8-E7E8-3149-F984-595E8C7040E3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91" creationId="{1C76BA74-0D05-8083-D81D-3B8F86A06217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92" creationId="{389B7BD2-1A07-A032-10EF-C7A48714C09E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93" creationId="{E42618BC-D74B-EA69-FCD6-A468861818B1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94" creationId="{E8504F6D-58A0-69B6-B628-9459117A2AFA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95" creationId="{4C211CFE-7C83-5290-8882-F8C2CC08B7E1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96" creationId="{861D17A3-9A2B-EFA2-9B7D-DBA891F8E117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97" creationId="{20D930A9-5C55-4E63-6D04-FD59421389FB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98" creationId="{9E919608-B44A-C763-EA12-6C7F3D3BC08B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699" creationId="{0F83C3D3-43ED-3A29-0863-72FDC93D5A29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00" creationId="{83A943E3-9700-C14C-DCFF-72A58D814599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01" creationId="{13F4D512-7AF6-7AAD-1485-F3C47F190BBF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02" creationId="{BDA47353-8A1A-62B7-7F5B-F8E479E39307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03" creationId="{4241A008-79C1-6582-FFBD-D319B50B1140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04" creationId="{2E2ADF25-0664-C806-5FBA-3B6835D3B67C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05" creationId="{41246E10-82C1-2215-1D76-233E626EFFEF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06" creationId="{8D6B96B9-EDC2-DFBB-AE75-128CA8FB5069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07" creationId="{7ACA8D76-5CFF-9C29-4588-8A84B83113D7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08" creationId="{42297A98-99AD-286B-261F-628986CA30CD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09" creationId="{5024066E-8A1D-43BA-BC69-6384464378A2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10" creationId="{030C4A16-B62F-6D49-99E9-47082FDED4D9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11" creationId="{43F8B71D-68A8-C9BE-DE29-772363131F38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12" creationId="{CC8AF0CF-458D-A3AE-7512-60861518C5E4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13" creationId="{468813D2-4CF0-19B3-D0FC-5663A26CB1F7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14" creationId="{FDFF3691-6EAB-0B8D-6B2E-A1DE3D02717E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15" creationId="{5B24C77F-2BD2-9182-FADF-C2DEE5135C1D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16" creationId="{3B196AF7-8169-5FAF-5173-355A61CD8CC1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17" creationId="{D2C27C90-3436-BE4E-3C81-B575298030B0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18" creationId="{315FF5BB-39B8-962B-2F63-5A9828FD969A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19" creationId="{9B440E0B-4884-BE0B-85B8-907BA7B179F5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20" creationId="{A25E98D6-56C3-5064-E9F8-EADF289DF050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21" creationId="{EFC4253F-B6D7-00A5-8FDC-555DC96CA147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22" creationId="{070E02DB-7480-9765-BC58-708E85F4F327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23" creationId="{303FDDBC-A030-AF27-7137-9AA358DC0459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24" creationId="{8734A13A-774D-EEB5-15CC-E4F1270823B6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25" creationId="{2F62919D-92B0-5383-5A42-724DEDF0B639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26" creationId="{CFE46943-5931-C343-A7AE-9000B119E9AC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27" creationId="{AE4D7DD5-F80D-E28A-3B00-DD9EB90AACCC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28" creationId="{DB3D7D42-D661-7EA5-7A8A-FC7D511FAF47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29" creationId="{835D2F15-A288-4402-A7FF-2B1A9EC9F919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30" creationId="{BF348291-D18B-3E61-0681-0D0FC658366E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31" creationId="{E475B613-8AC6-D6EB-6FEF-CEBDF07376A9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32" creationId="{169A9324-8ECD-429A-7F28-B23AF5DDF21A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33" creationId="{672A42FC-BBA0-4FC7-1C88-034803C0C684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34" creationId="{9FCACD7A-230C-E184-F107-B7BEFC5CCF83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35" creationId="{81F6E920-3856-B40A-CBC4-86E4C705F62F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36" creationId="{B601CD0D-E8D6-A589-2BFC-9C27D5D7D32A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37" creationId="{8C101F78-A42A-7F27-0866-C22E42E93025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38" creationId="{CDC3646A-E892-5B5B-12E2-56BB4087E449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39" creationId="{7686D959-9ADB-B257-1F68-32F1CBD1A2CB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40" creationId="{EC800BB9-A9D2-FF10-7AFD-8A156B89FAE0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41" creationId="{7A80DECE-9E5D-F603-54FF-64B171B8D671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42" creationId="{DE3683BD-953B-AC97-927B-C71B976EF200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43" creationId="{33222273-17DA-4A36-25FF-C8B9E860D0C9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44" creationId="{602E2655-6D13-C446-5720-D6D08781A830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45" creationId="{E6F8A4B0-3981-C2A8-BEAA-456FEF09CF68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46" creationId="{77E655DF-A0B9-117F-0F1F-67E53CEBFCDA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47" creationId="{2857373A-783D-6B70-34F5-9EDEAD4E6D31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48" creationId="{F0903513-C075-BD42-DB00-1E4D03D9E68C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49" creationId="{FC7EA86C-594E-CD0C-AB08-38B0BBBEFAB3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50" creationId="{CD576982-1247-EB9F-FDF4-67FA1BF62C76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51" creationId="{1C553338-6197-3397-D39D-E58FE54BB2C7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52" creationId="{30B95FB2-9266-AF25-F5E5-65255223E0FB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53" creationId="{69CD2293-5534-4181-FDB2-0B4B665F1651}"/>
          </ac:spMkLst>
        </pc:spChg>
        <pc:spChg chg="add del mod">
          <ac:chgData name="Jonathan Brewer" userId="90b7554e-b68a-4ed5-b533-84aad106adf5" providerId="ADAL" clId="{D7062B54-475E-4785-97DE-C396B69465A3}" dt="2024-02-01T05:54:43.449" v="12"/>
          <ac:spMkLst>
            <pc:docMk/>
            <pc:sldMk cId="3037501522" sldId="300"/>
            <ac:spMk id="754" creationId="{2AC1FEFD-9682-4957-0C8B-6F08E166C8A6}"/>
          </ac:spMkLst>
        </pc:spChg>
        <pc:grpChg chg="add del mod">
          <ac:chgData name="Jonathan Brewer" userId="90b7554e-b68a-4ed5-b533-84aad106adf5" providerId="ADAL" clId="{D7062B54-475E-4785-97DE-C396B69465A3}" dt="2024-02-01T05:53:47.138" v="8" actId="165"/>
          <ac:grpSpMkLst>
            <pc:docMk/>
            <pc:sldMk cId="3037501522" sldId="300"/>
            <ac:grpSpMk id="104" creationId="{00000000-0000-0000-0000-000000000000}"/>
          </ac:grpSpMkLst>
        </pc:grpChg>
        <pc:picChg chg="mod topLvl">
          <ac:chgData name="Jonathan Brewer" userId="90b7554e-b68a-4ed5-b533-84aad106adf5" providerId="ADAL" clId="{D7062B54-475E-4785-97DE-C396B69465A3}" dt="2024-02-01T05:53:47.138" v="8" actId="165"/>
          <ac:picMkLst>
            <pc:docMk/>
            <pc:sldMk cId="3037501522" sldId="300"/>
            <ac:picMk id="355" creationId="{00000000-0000-0000-0000-000000000000}"/>
          </ac:picMkLst>
        </pc:picChg>
        <pc:picChg chg="mod topLvl">
          <ac:chgData name="Jonathan Brewer" userId="90b7554e-b68a-4ed5-b533-84aad106adf5" providerId="ADAL" clId="{D7062B54-475E-4785-97DE-C396B69465A3}" dt="2024-02-01T05:53:47.138" v="8" actId="165"/>
          <ac:picMkLst>
            <pc:docMk/>
            <pc:sldMk cId="3037501522" sldId="300"/>
            <ac:picMk id="356" creationId="{00000000-0000-0000-0000-000000000000}"/>
          </ac:picMkLst>
        </pc:picChg>
        <pc:picChg chg="add mod">
          <ac:chgData name="Jonathan Brewer" userId="90b7554e-b68a-4ed5-b533-84aad106adf5" providerId="ADAL" clId="{D7062B54-475E-4785-97DE-C396B69465A3}" dt="2024-02-01T05:55:01.059" v="23" actId="1037"/>
          <ac:picMkLst>
            <pc:docMk/>
            <pc:sldMk cId="3037501522" sldId="300"/>
            <ac:picMk id="755" creationId="{14A2CB06-85A0-228B-B566-D6AAB7967120}"/>
          </ac:picMkLst>
        </pc:picChg>
      </pc:sldChg>
      <pc:sldChg chg="ord">
        <pc:chgData name="Jonathan Brewer" userId="90b7554e-b68a-4ed5-b533-84aad106adf5" providerId="ADAL" clId="{D7062B54-475E-4785-97DE-C396B69465A3}" dt="2024-02-01T06:45:59.536" v="27"/>
        <pc:sldMkLst>
          <pc:docMk/>
          <pc:sldMk cId="114570848" sldId="386"/>
        </pc:sldMkLst>
      </pc:sldChg>
      <pc:sldChg chg="ord">
        <pc:chgData name="Jonathan Brewer" userId="90b7554e-b68a-4ed5-b533-84aad106adf5" providerId="ADAL" clId="{D7062B54-475E-4785-97DE-C396B69465A3}" dt="2024-02-01T05:55:10.887" v="25"/>
        <pc:sldMkLst>
          <pc:docMk/>
          <pc:sldMk cId="1437445835" sldId="38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7366000" y="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D7F0F4-DD62-4C2B-8B0E-2AE262129AC3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06888" y="1219200"/>
            <a:ext cx="4391025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7366000" y="926465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3CA18F-E0C9-4D8A-B793-FF588F4CD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00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i="1" dirty="0">
              <a:solidFill>
                <a:srgbClr val="FF0000"/>
              </a:solidFill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AC91B4-8866-C24E-BAD8-EB4C64761D7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593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DECADD-F7AB-4107-8309-0D72B8FC3634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a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5792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It is </a:t>
            </a:r>
            <a:r>
              <a:rPr lang="da-DK" dirty="0" err="1"/>
              <a:t>also</a:t>
            </a:r>
            <a:r>
              <a:rPr lang="da-DK" dirty="0"/>
              <a:t> </a:t>
            </a:r>
            <a:r>
              <a:rPr lang="da-DK" dirty="0" err="1"/>
              <a:t>possible</a:t>
            </a:r>
            <a:r>
              <a:rPr lang="da-DK" dirty="0"/>
              <a:t> to </a:t>
            </a:r>
            <a:r>
              <a:rPr lang="da-DK" dirty="0" err="1"/>
              <a:t>select</a:t>
            </a:r>
            <a:r>
              <a:rPr lang="da-DK" dirty="0"/>
              <a:t> single </a:t>
            </a:r>
            <a:r>
              <a:rPr lang="da-DK" dirty="0" err="1"/>
              <a:t>cells</a:t>
            </a:r>
            <a:r>
              <a:rPr lang="da-DK" dirty="0"/>
              <a:t>, </a:t>
            </a:r>
            <a:r>
              <a:rPr lang="da-DK" dirty="0" err="1"/>
              <a:t>which</a:t>
            </a:r>
            <a:r>
              <a:rPr lang="da-DK" dirty="0"/>
              <a:t> </a:t>
            </a:r>
            <a:r>
              <a:rPr lang="da-DK" dirty="0" err="1"/>
              <a:t>updates</a:t>
            </a:r>
            <a:r>
              <a:rPr lang="da-DK" dirty="0"/>
              <a:t> the plot.</a:t>
            </a:r>
          </a:p>
          <a:p>
            <a:r>
              <a:rPr lang="da-DK" dirty="0"/>
              <a:t>This </a:t>
            </a:r>
            <a:r>
              <a:rPr lang="da-DK" dirty="0" err="1"/>
              <a:t>allows</a:t>
            </a:r>
            <a:r>
              <a:rPr lang="da-DK" dirty="0"/>
              <a:t> the user to </a:t>
            </a:r>
            <a:r>
              <a:rPr lang="da-DK" dirty="0" err="1"/>
              <a:t>change</a:t>
            </a:r>
            <a:r>
              <a:rPr lang="da-DK" dirty="0"/>
              <a:t> the plotting mode, </a:t>
            </a:r>
            <a:r>
              <a:rPr lang="da-DK" dirty="0" err="1"/>
              <a:t>where</a:t>
            </a:r>
            <a:r>
              <a:rPr lang="da-DK" dirty="0"/>
              <a:t> the fold </a:t>
            </a:r>
            <a:r>
              <a:rPr lang="da-DK" dirty="0" err="1"/>
              <a:t>change</a:t>
            </a:r>
            <a:r>
              <a:rPr lang="da-DK" dirty="0"/>
              <a:t> in gene </a:t>
            </a:r>
            <a:r>
              <a:rPr lang="da-DK" dirty="0" err="1"/>
              <a:t>expression</a:t>
            </a:r>
            <a:r>
              <a:rPr lang="da-DK" dirty="0"/>
              <a:t> is </a:t>
            </a:r>
            <a:r>
              <a:rPr lang="da-DK" dirty="0" err="1"/>
              <a:t>also</a:t>
            </a:r>
            <a:r>
              <a:rPr lang="da-DK" dirty="0"/>
              <a:t> </a:t>
            </a:r>
            <a:r>
              <a:rPr lang="da-DK" dirty="0" err="1"/>
              <a:t>available</a:t>
            </a:r>
            <a:r>
              <a:rPr lang="da-DK" dirty="0"/>
              <a:t>.</a:t>
            </a:r>
          </a:p>
          <a:p>
            <a:r>
              <a:rPr lang="da-DK" dirty="0" err="1"/>
              <a:t>Although</a:t>
            </a:r>
            <a:r>
              <a:rPr lang="da-DK" dirty="0"/>
              <a:t> </a:t>
            </a:r>
            <a:r>
              <a:rPr lang="da-DK" dirty="0" err="1"/>
              <a:t>this</a:t>
            </a:r>
            <a:r>
              <a:rPr lang="da-DK" dirty="0"/>
              <a:t> visualizer is a robust </a:t>
            </a:r>
            <a:r>
              <a:rPr lang="da-DK" dirty="0" err="1"/>
              <a:t>tool</a:t>
            </a:r>
            <a:r>
              <a:rPr lang="da-DK" dirty="0"/>
              <a:t> for data </a:t>
            </a:r>
            <a:r>
              <a:rPr lang="da-DK" dirty="0" err="1"/>
              <a:t>exploration</a:t>
            </a:r>
            <a:r>
              <a:rPr lang="da-DK" dirty="0"/>
              <a:t>, it </a:t>
            </a:r>
            <a:r>
              <a:rPr lang="da-DK" dirty="0" err="1"/>
              <a:t>should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improved</a:t>
            </a:r>
            <a:r>
              <a:rPr lang="da-DK" dirty="0"/>
              <a:t> </a:t>
            </a:r>
            <a:r>
              <a:rPr lang="da-DK" dirty="0" err="1"/>
              <a:t>further</a:t>
            </a:r>
            <a:r>
              <a:rPr lang="da-DK" dirty="0"/>
              <a:t> to handle large data sets </a:t>
            </a:r>
            <a:r>
              <a:rPr lang="da-DK" dirty="0" err="1"/>
              <a:t>better</a:t>
            </a:r>
            <a:r>
              <a:rPr lang="da-DK" dirty="0"/>
              <a:t>.</a:t>
            </a:r>
            <a:r>
              <a:rPr lang="en-US" dirty="0"/>
              <a:t> 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22BEFF-E3DB-44F3-9DAC-C061A203402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71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0B25E4-FBFC-434B-B8F1-738B79C6084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55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0B25E4-FBFC-434B-B8F1-738B79C6084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1588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0B25E4-FBFC-434B-B8F1-738B79C6084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3612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0B25E4-FBFC-434B-B8F1-738B79C6084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8800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0B25E4-FBFC-434B-B8F1-738B79C6084C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264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0B25E4-FBFC-434B-B8F1-738B79C6084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520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0B25E4-FBFC-434B-B8F1-738B79C6084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1178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0B25E4-FBFC-434B-B8F1-738B79C6084C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4540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0B25E4-FBFC-434B-B8F1-738B79C6084C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5108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0B25E4-FBFC-434B-B8F1-738B79C6084C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8407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0B25E4-FBFC-434B-B8F1-738B79C6084C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1956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Widefield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DB447F-AA5C-4D10-A086-80889C63C467}" type="slidenum">
              <a:rPr lang="en-US" smtClean="0"/>
              <a:t>76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1028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Widefield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DB447F-AA5C-4D10-A086-80889C63C467}" type="slidenum">
              <a:rPr lang="en-US" smtClean="0"/>
              <a:t>77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865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59330" y="77469"/>
            <a:ext cx="8486139" cy="859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5462016"/>
            <a:ext cx="910336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>
          <a:xfrm>
            <a:off x="650240" y="9070848"/>
            <a:ext cx="2991104" cy="276999"/>
          </a:xfrm>
        </p:spPr>
        <p:txBody>
          <a:bodyPr/>
          <a:lstStyle/>
          <a:p>
            <a:fld id="{11B0E27A-4AE6-43AF-8DE6-3953970443A4}" type="datetimeFigureOut">
              <a:rPr lang="da-DK" smtClean="0"/>
              <a:t>01-02-2024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>
          <a:xfrm>
            <a:off x="4421632" y="9070848"/>
            <a:ext cx="4161536" cy="276999"/>
          </a:xfrm>
        </p:spPr>
        <p:txBody>
          <a:bodyPr/>
          <a:lstStyle/>
          <a:p>
            <a:endParaRPr lang="da-DK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2"/>
          </p:nvPr>
        </p:nvSpPr>
        <p:spPr>
          <a:xfrm>
            <a:off x="9363456" y="9070848"/>
            <a:ext cx="2991104" cy="276999"/>
          </a:xfrm>
        </p:spPr>
        <p:txBody>
          <a:bodyPr/>
          <a:lstStyle/>
          <a:p>
            <a:fld id="{4FD16CC3-3BAB-4527-A849-185FC07FF90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20339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3029940"/>
            <a:ext cx="11054080" cy="83099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0720" y="5527040"/>
            <a:ext cx="9103360" cy="43088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7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753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630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507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384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261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138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015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0240" y="9070848"/>
            <a:ext cx="2991104" cy="276999"/>
          </a:xfrm>
        </p:spPr>
        <p:txBody>
          <a:bodyPr/>
          <a:lstStyle/>
          <a:p>
            <a:fld id="{2157E12F-F4E2-4EEE-A077-ADCBDA514A5E}" type="datetime1">
              <a:rPr lang="en-US" smtClean="0"/>
              <a:t>2/1/2024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421632" y="9070848"/>
            <a:ext cx="4161536" cy="2769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63456" y="9070848"/>
            <a:ext cx="2991104" cy="276999"/>
          </a:xfrm>
        </p:spPr>
        <p:txBody>
          <a:bodyPr/>
          <a:lstStyle/>
          <a:p>
            <a:fld id="{8BC9F010-F443-48B2-B385-C9AE42DA386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40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ain content template_version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63456" y="9070848"/>
            <a:ext cx="2991104" cy="276999"/>
          </a:xfrm>
        </p:spPr>
        <p:txBody>
          <a:bodyPr/>
          <a:lstStyle/>
          <a:p>
            <a:fld id="{01C5D4E9-A5FF-5043-9E2F-833F037359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789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800">
          <p15:clr>
            <a:srgbClr val="FBAE40"/>
          </p15:clr>
        </p15:guide>
        <p15:guide id="2" pos="363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239202" y="1275193"/>
            <a:ext cx="8580457" cy="89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31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5462016"/>
            <a:ext cx="9103360" cy="5472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6" b="0" i="0">
                <a:solidFill>
                  <a:srgbClr val="E5FF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3739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66987" y="198685"/>
            <a:ext cx="11270827" cy="897297"/>
          </a:xfrm>
        </p:spPr>
        <p:txBody>
          <a:bodyPr lIns="0" tIns="0" rIns="0" bIns="0"/>
          <a:lstStyle>
            <a:lvl1pPr>
              <a:defRPr sz="5831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74702" y="2572059"/>
            <a:ext cx="6478919" cy="547201"/>
          </a:xfrm>
        </p:spPr>
        <p:txBody>
          <a:bodyPr lIns="0" tIns="0" rIns="0" bIns="0"/>
          <a:lstStyle>
            <a:lvl1pPr>
              <a:defRPr sz="3556" b="0" i="0">
                <a:solidFill>
                  <a:srgbClr val="E5FF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0351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66987" y="198685"/>
            <a:ext cx="11270827" cy="897297"/>
          </a:xfrm>
        </p:spPr>
        <p:txBody>
          <a:bodyPr lIns="0" tIns="0" rIns="0" bIns="0"/>
          <a:lstStyle>
            <a:lvl1pPr>
              <a:defRPr sz="5831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57916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66987" y="198685"/>
            <a:ext cx="11270827" cy="897297"/>
          </a:xfrm>
        </p:spPr>
        <p:txBody>
          <a:bodyPr lIns="0" tIns="0" rIns="0" bIns="0"/>
          <a:lstStyle>
            <a:lvl1pPr>
              <a:defRPr sz="5831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85626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04047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1C6D-58A8-43C1-B9B3-C804BA0B8D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5600" y="1596249"/>
            <a:ext cx="9753600" cy="3395698"/>
          </a:xfrm>
        </p:spPr>
        <p:txBody>
          <a:bodyPr anchor="b"/>
          <a:lstStyle>
            <a:lvl1pPr algn="ctr">
              <a:defRPr sz="64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B9FF85-AA3C-4AEA-AB7D-FF41670E47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5600" y="5122898"/>
            <a:ext cx="9753600" cy="2354862"/>
          </a:xfrm>
        </p:spPr>
        <p:txBody>
          <a:bodyPr/>
          <a:lstStyle>
            <a:lvl1pPr marL="0" indent="0" algn="ctr">
              <a:buNone/>
              <a:defRPr sz="2560"/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4C080-A94A-4D9C-9DE1-4C2B8B444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E3DD-6508-402B-8986-A056183A1EF2}" type="datetimeFigureOut">
              <a:rPr lang="da-DK" smtClean="0"/>
              <a:t>01-02-2024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13B04-5D6F-4CEF-B875-D98C13964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3BB99-53BA-4395-9A4B-895675673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BF684-C4CE-4FC0-B6E9-D813FF8DCD6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637181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51688-E354-492F-8AE0-F60214D95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EFFD8-5D25-4214-8955-969E6D1C9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21626-EE41-4743-AB12-F2F0801BC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E3DD-6508-402B-8986-A056183A1EF2}" type="datetimeFigureOut">
              <a:rPr lang="da-DK" smtClean="0"/>
              <a:t>01-02-2024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09D43-F986-4EB8-BC84-98F8654E1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87D34-3472-4D64-94C6-A38D423B0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BF684-C4CE-4FC0-B6E9-D813FF8DCD6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853714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24725-F221-45A7-AA4B-3D3C56028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307" y="2431628"/>
            <a:ext cx="11216640" cy="4057226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355DB-B444-450A-B3CF-4551A528A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7307" y="6527237"/>
            <a:ext cx="11216640" cy="2133599"/>
          </a:xfrm>
        </p:spPr>
        <p:txBody>
          <a:bodyPr/>
          <a:lstStyle>
            <a:lvl1pPr marL="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1pPr>
            <a:lvl2pPr marL="48769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2pPr>
            <a:lvl3pPr marL="97539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463086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4pPr>
            <a:lvl5pPr marL="1950781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5pPr>
            <a:lvl6pPr marL="2438476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6pPr>
            <a:lvl7pPr marL="2926171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7pPr>
            <a:lvl8pPr marL="3413867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8pPr>
            <a:lvl9pPr marL="3901562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1FBF4-F2FB-4A43-800B-A6CB25204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E3DD-6508-402B-8986-A056183A1EF2}" type="datetimeFigureOut">
              <a:rPr lang="da-DK" smtClean="0"/>
              <a:t>01-02-2024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DCE1E-BB0D-4377-B536-91812C69B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1A5F0-A8C8-49A9-9BA1-57CC72716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BF684-C4CE-4FC0-B6E9-D813FF8DCD6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623492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D9697-5186-4C5C-9A29-FE42EED46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51EE7-F8C2-4088-A8DE-026DD8879A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4080" y="2596444"/>
            <a:ext cx="5527040" cy="61885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A70BE1-E490-4AC3-973F-CD474204CE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83680" y="2596444"/>
            <a:ext cx="5527040" cy="61885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E69268-766E-4DEB-B5AA-437022357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E3DD-6508-402B-8986-A056183A1EF2}" type="datetimeFigureOut">
              <a:rPr lang="da-DK" smtClean="0"/>
              <a:t>01-02-2024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EB14C8-84BE-4A55-8EA7-493D0C4D1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F517E4-D365-40D5-917D-0A7230547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BF684-C4CE-4FC0-B6E9-D813FF8DCD6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606806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27D13-A4DD-4F4D-B0A5-A89E497A2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774" y="519290"/>
            <a:ext cx="11216640" cy="18852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67A1AD-A177-43C5-8B54-A6E9B9BBC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775" y="2390987"/>
            <a:ext cx="5501639" cy="1171786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43655F-A4F2-46F0-A43D-6DF2BBBE6F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5775" y="3562773"/>
            <a:ext cx="5501639" cy="5240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C7377B-F85E-4B51-99F7-817C113931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83680" y="2390987"/>
            <a:ext cx="5528734" cy="1171786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418FEF-F039-4ED2-8661-F4C02240EC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83680" y="3562773"/>
            <a:ext cx="5528734" cy="5240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148A1B-D641-4540-81B1-421686C64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E3DD-6508-402B-8986-A056183A1EF2}" type="datetimeFigureOut">
              <a:rPr lang="da-DK" smtClean="0"/>
              <a:t>01-02-2024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CE6807-D796-40FA-96F5-E71DA3B85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835855-1B35-4E6B-9988-B5743C825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BF684-C4CE-4FC0-B6E9-D813FF8DCD6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522864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CC929-E36A-437A-B6AB-9FAEAB432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D2A5D1-94FA-4007-A044-666085EA0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E3DD-6508-402B-8986-A056183A1EF2}" type="datetimeFigureOut">
              <a:rPr lang="da-DK" smtClean="0"/>
              <a:t>01-02-2024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D0D5C9-B0A8-42AC-AAAC-DBCBCE443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1995EE-3C08-4579-84B2-ECBD66B85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BF684-C4CE-4FC0-B6E9-D813FF8DCD6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623061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382BEA-678C-4B35-81BB-556C4A656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E3DD-6508-402B-8986-A056183A1EF2}" type="datetimeFigureOut">
              <a:rPr lang="da-DK" smtClean="0"/>
              <a:t>01-02-2024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3F8A9D-C24B-4FC9-97AF-15CCC7BC2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160E7-D37E-48FC-8131-E6156747A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BF684-C4CE-4FC0-B6E9-D813FF8DCD6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440151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6175A-4F5A-4A82-93C5-4623C140E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65579-6E1A-483E-AC58-373CA7A7C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8734" y="1404338"/>
            <a:ext cx="6583680" cy="6931378"/>
          </a:xfrm>
        </p:spPr>
        <p:txBody>
          <a:bodyPr/>
          <a:lstStyle>
            <a:lvl1pPr>
              <a:defRPr sz="3413"/>
            </a:lvl1pPr>
            <a:lvl2pPr>
              <a:defRPr sz="2987"/>
            </a:lvl2pPr>
            <a:lvl3pPr>
              <a:defRPr sz="256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CE422D-988B-47EF-AD61-F6CD8FD34E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434766-3969-4081-95A6-A3BEE5635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E3DD-6508-402B-8986-A056183A1EF2}" type="datetimeFigureOut">
              <a:rPr lang="da-DK" smtClean="0"/>
              <a:t>01-02-2024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B9D558-1895-4485-BC95-EE341E4E1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D41B7-DD64-455A-8361-F643D7A32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BF684-C4CE-4FC0-B6E9-D813FF8DCD6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993504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BBFDF-F685-4907-9426-9CBA76EB9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3FE1A1-D7C7-4866-9EC5-9E362D952A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8734" y="1404338"/>
            <a:ext cx="6583680" cy="6931378"/>
          </a:xfrm>
        </p:spPr>
        <p:txBody>
          <a:bodyPr/>
          <a:lstStyle>
            <a:lvl1pPr marL="0" indent="0">
              <a:buNone/>
              <a:defRPr sz="341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55CAB2-6B20-4AD3-84FE-D7A07A45BD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FBDF2-6B43-431B-AB79-956CA09ED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E3DD-6508-402B-8986-A056183A1EF2}" type="datetimeFigureOut">
              <a:rPr lang="da-DK" smtClean="0"/>
              <a:t>01-02-2024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E7214A-5CC4-4050-A588-CEA444910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524EB-2661-4CA8-B561-41ECBAE63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BF684-C4CE-4FC0-B6E9-D813FF8DCD6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5921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9623A-9511-428F-815E-BE91CD2C8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552FD8-F2B0-4875-9402-D9875CD9A9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0B885-EC88-4F4F-BD07-431BD3DCB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E3DD-6508-402B-8986-A056183A1EF2}" type="datetimeFigureOut">
              <a:rPr lang="da-DK" smtClean="0"/>
              <a:t>01-02-2024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EC66E-291F-4D2A-8CE5-FDBEEF661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770D1-146F-4E22-B81F-22A497511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BF684-C4CE-4FC0-B6E9-D813FF8DCD6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652593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E90E4C-820B-45C6-97BF-37A1B8E716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06560" y="519289"/>
            <a:ext cx="2804160" cy="8265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73CE82-88AC-4592-86AB-8550EAE30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94080" y="519289"/>
            <a:ext cx="8249920" cy="82657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34FFE-D30F-4C65-AA73-278D2DAC0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E3DD-6508-402B-8986-A056183A1EF2}" type="datetimeFigureOut">
              <a:rPr lang="da-DK" smtClean="0"/>
              <a:t>01-02-2024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44ACA-DBBB-4C82-8297-B828CC14B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FF59F-33E0-468E-BC4C-427389389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BF684-C4CE-4FC0-B6E9-D813FF8DCD6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853400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50199" y="388768"/>
            <a:ext cx="11703130" cy="1628457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258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50199" y="2282441"/>
            <a:ext cx="11703130" cy="565686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097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4279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6890" y="64769"/>
            <a:ext cx="11971019" cy="14871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8300" y="3689350"/>
            <a:ext cx="8811260" cy="4719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21632" y="9070848"/>
            <a:ext cx="416153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63456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73" r:id="rId7"/>
    <p:sldLayoutId id="2147483687" r:id="rId8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66987" y="198685"/>
            <a:ext cx="11270827" cy="630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74702" y="2572059"/>
            <a:ext cx="6478919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E5FF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21632" y="9070848"/>
            <a:ext cx="416153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240" y="9070848"/>
            <a:ext cx="299110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63456" y="9070848"/>
            <a:ext cx="299110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0931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50230">
        <a:defRPr>
          <a:latin typeface="+mn-lt"/>
          <a:ea typeface="+mn-ea"/>
          <a:cs typeface="+mn-cs"/>
        </a:defRPr>
      </a:lvl2pPr>
      <a:lvl3pPr marL="1300460">
        <a:defRPr>
          <a:latin typeface="+mn-lt"/>
          <a:ea typeface="+mn-ea"/>
          <a:cs typeface="+mn-cs"/>
        </a:defRPr>
      </a:lvl3pPr>
      <a:lvl4pPr marL="1950690">
        <a:defRPr>
          <a:latin typeface="+mn-lt"/>
          <a:ea typeface="+mn-ea"/>
          <a:cs typeface="+mn-cs"/>
        </a:defRPr>
      </a:lvl4pPr>
      <a:lvl5pPr marL="2600919">
        <a:defRPr>
          <a:latin typeface="+mn-lt"/>
          <a:ea typeface="+mn-ea"/>
          <a:cs typeface="+mn-cs"/>
        </a:defRPr>
      </a:lvl5pPr>
      <a:lvl6pPr marL="3251149">
        <a:defRPr>
          <a:latin typeface="+mn-lt"/>
          <a:ea typeface="+mn-ea"/>
          <a:cs typeface="+mn-cs"/>
        </a:defRPr>
      </a:lvl6pPr>
      <a:lvl7pPr marL="3901379">
        <a:defRPr>
          <a:latin typeface="+mn-lt"/>
          <a:ea typeface="+mn-ea"/>
          <a:cs typeface="+mn-cs"/>
        </a:defRPr>
      </a:lvl7pPr>
      <a:lvl8pPr marL="4551609">
        <a:defRPr>
          <a:latin typeface="+mn-lt"/>
          <a:ea typeface="+mn-ea"/>
          <a:cs typeface="+mn-cs"/>
        </a:defRPr>
      </a:lvl8pPr>
      <a:lvl9pPr marL="520183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50230">
        <a:defRPr>
          <a:latin typeface="+mn-lt"/>
          <a:ea typeface="+mn-ea"/>
          <a:cs typeface="+mn-cs"/>
        </a:defRPr>
      </a:lvl2pPr>
      <a:lvl3pPr marL="1300460">
        <a:defRPr>
          <a:latin typeface="+mn-lt"/>
          <a:ea typeface="+mn-ea"/>
          <a:cs typeface="+mn-cs"/>
        </a:defRPr>
      </a:lvl3pPr>
      <a:lvl4pPr marL="1950690">
        <a:defRPr>
          <a:latin typeface="+mn-lt"/>
          <a:ea typeface="+mn-ea"/>
          <a:cs typeface="+mn-cs"/>
        </a:defRPr>
      </a:lvl4pPr>
      <a:lvl5pPr marL="2600919">
        <a:defRPr>
          <a:latin typeface="+mn-lt"/>
          <a:ea typeface="+mn-ea"/>
          <a:cs typeface="+mn-cs"/>
        </a:defRPr>
      </a:lvl5pPr>
      <a:lvl6pPr marL="3251149">
        <a:defRPr>
          <a:latin typeface="+mn-lt"/>
          <a:ea typeface="+mn-ea"/>
          <a:cs typeface="+mn-cs"/>
        </a:defRPr>
      </a:lvl6pPr>
      <a:lvl7pPr marL="3901379">
        <a:defRPr>
          <a:latin typeface="+mn-lt"/>
          <a:ea typeface="+mn-ea"/>
          <a:cs typeface="+mn-cs"/>
        </a:defRPr>
      </a:lvl7pPr>
      <a:lvl8pPr marL="4551609">
        <a:defRPr>
          <a:latin typeface="+mn-lt"/>
          <a:ea typeface="+mn-ea"/>
          <a:cs typeface="+mn-cs"/>
        </a:defRPr>
      </a:lvl8pPr>
      <a:lvl9pPr marL="5201839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8CE099-71F3-49E1-96C6-5921D0399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080" y="519290"/>
            <a:ext cx="11216640" cy="1885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B04549-B9E1-4317-B5FF-E96056701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4080" y="2596444"/>
            <a:ext cx="11216640" cy="618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FDE05-802E-4EA2-AE91-F995F9D884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4080" y="9040143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CBE3DD-6508-402B-8986-A056183A1EF2}" type="datetimeFigureOut">
              <a:rPr lang="da-DK" smtClean="0"/>
              <a:t>01-02-2024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DE5AA-4ECC-4A26-A6E7-13C16FAB8E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2181F-AB11-4D06-90BB-C1058BB7AD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84640" y="9040143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BF684-C4CE-4FC0-B6E9-D813FF8DCD6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99719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75390" rtl="0" eaLnBrk="1" latinLnBrk="0" hangingPunct="1">
        <a:lnSpc>
          <a:spcPct val="90000"/>
        </a:lnSpc>
        <a:spcBef>
          <a:spcPct val="0"/>
        </a:spcBef>
        <a:buNone/>
        <a:defRPr sz="4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848" indent="-243848" algn="l" defTabSz="9753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2987" kern="1200">
          <a:solidFill>
            <a:schemeClr val="tx1"/>
          </a:solidFill>
          <a:latin typeface="+mn-lt"/>
          <a:ea typeface="+mn-ea"/>
          <a:cs typeface="+mn-cs"/>
        </a:defRPr>
      </a:lvl1pPr>
      <a:lvl2pPr marL="73154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38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70693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19462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68232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17001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65771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145410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microsoft.com/office/2007/relationships/media" Target="../media/media1.mkv"/><Relationship Id="rId1" Type="http://schemas.openxmlformats.org/officeDocument/2006/relationships/video" Target="NULL" TargetMode="External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jpg"/><Relationship Id="rId5" Type="http://schemas.openxmlformats.org/officeDocument/2006/relationships/image" Target="../media/image39.jp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jpg"/><Relationship Id="rId5" Type="http://schemas.openxmlformats.org/officeDocument/2006/relationships/image" Target="../media/image39.jp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7.png"/><Relationship Id="rId7" Type="http://schemas.openxmlformats.org/officeDocument/2006/relationships/image" Target="../media/image60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3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48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9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12" Type="http://schemas.openxmlformats.org/officeDocument/2006/relationships/image" Target="../media/image88.jpg"/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jp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5" Type="http://schemas.openxmlformats.org/officeDocument/2006/relationships/image" Target="../media/image91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jpg"/><Relationship Id="rId14" Type="http://schemas.openxmlformats.org/officeDocument/2006/relationships/image" Target="../media/image9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9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0" Type="http://schemas.openxmlformats.org/officeDocument/2006/relationships/image" Target="../media/image103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jp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9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image" Target="../media/image121.png"/><Relationship Id="rId7" Type="http://schemas.openxmlformats.org/officeDocument/2006/relationships/image" Target="../media/image125.png"/><Relationship Id="rId2" Type="http://schemas.openxmlformats.org/officeDocument/2006/relationships/image" Target="../media/image12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0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45.png"/><Relationship Id="rId3" Type="http://schemas.openxmlformats.org/officeDocument/2006/relationships/image" Target="../media/image135.png"/><Relationship Id="rId7" Type="http://schemas.openxmlformats.org/officeDocument/2006/relationships/image" Target="../media/image139.jpg"/><Relationship Id="rId12" Type="http://schemas.openxmlformats.org/officeDocument/2006/relationships/image" Target="../media/image144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11" Type="http://schemas.openxmlformats.org/officeDocument/2006/relationships/image" Target="../media/image143.png"/><Relationship Id="rId5" Type="http://schemas.openxmlformats.org/officeDocument/2006/relationships/image" Target="../media/image137.jpg"/><Relationship Id="rId10" Type="http://schemas.openxmlformats.org/officeDocument/2006/relationships/image" Target="../media/image142.jpg"/><Relationship Id="rId4" Type="http://schemas.openxmlformats.org/officeDocument/2006/relationships/image" Target="../media/image136.png"/><Relationship Id="rId9" Type="http://schemas.openxmlformats.org/officeDocument/2006/relationships/image" Target="../media/image141.jp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13" Type="http://schemas.openxmlformats.org/officeDocument/2006/relationships/image" Target="../media/image157.jpg"/><Relationship Id="rId3" Type="http://schemas.openxmlformats.org/officeDocument/2006/relationships/image" Target="../media/image147.jpg"/><Relationship Id="rId7" Type="http://schemas.openxmlformats.org/officeDocument/2006/relationships/image" Target="../media/image151.jpg"/><Relationship Id="rId12" Type="http://schemas.openxmlformats.org/officeDocument/2006/relationships/image" Target="../media/image156.jp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jpg"/><Relationship Id="rId11" Type="http://schemas.openxmlformats.org/officeDocument/2006/relationships/image" Target="../media/image155.png"/><Relationship Id="rId5" Type="http://schemas.openxmlformats.org/officeDocument/2006/relationships/image" Target="../media/image149.png"/><Relationship Id="rId15" Type="http://schemas.openxmlformats.org/officeDocument/2006/relationships/image" Target="../media/image159.png"/><Relationship Id="rId10" Type="http://schemas.openxmlformats.org/officeDocument/2006/relationships/image" Target="../media/image154.jpg"/><Relationship Id="rId4" Type="http://schemas.openxmlformats.org/officeDocument/2006/relationships/image" Target="../media/image148.png"/><Relationship Id="rId9" Type="http://schemas.openxmlformats.org/officeDocument/2006/relationships/image" Target="../media/image153.jpg"/><Relationship Id="rId14" Type="http://schemas.openxmlformats.org/officeDocument/2006/relationships/image" Target="../media/image158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130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pacific.mpi-cbg.de/" TargetMode="External"/><Relationship Id="rId4" Type="http://schemas.openxmlformats.org/officeDocument/2006/relationships/image" Target="../media/image16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6.jp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jpg"/><Relationship Id="rId2" Type="http://schemas.openxmlformats.org/officeDocument/2006/relationships/image" Target="../media/image16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0.png"/><Relationship Id="rId4" Type="http://schemas.openxmlformats.org/officeDocument/2006/relationships/image" Target="../media/image16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4.png"/><Relationship Id="rId4" Type="http://schemas.openxmlformats.org/officeDocument/2006/relationships/image" Target="../media/image173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9.png"/><Relationship Id="rId4" Type="http://schemas.openxmlformats.org/officeDocument/2006/relationships/image" Target="../media/image17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png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6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4.png"/><Relationship Id="rId4" Type="http://schemas.openxmlformats.org/officeDocument/2006/relationships/image" Target="../media/image19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9.png"/><Relationship Id="rId5" Type="http://schemas.openxmlformats.org/officeDocument/2006/relationships/image" Target="../media/image198.png"/><Relationship Id="rId4" Type="http://schemas.openxmlformats.org/officeDocument/2006/relationships/image" Target="../media/image19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jp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2" Type="http://schemas.openxmlformats.org/officeDocument/2006/relationships/image" Target="../media/image20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9.png"/><Relationship Id="rId4" Type="http://schemas.openxmlformats.org/officeDocument/2006/relationships/image" Target="../media/image208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2.png"/><Relationship Id="rId4" Type="http://schemas.openxmlformats.org/officeDocument/2006/relationships/image" Target="../media/image21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4.png"/><Relationship Id="rId4" Type="http://schemas.openxmlformats.org/officeDocument/2006/relationships/image" Target="../media/image213.jp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png"/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8.png"/><Relationship Id="rId4" Type="http://schemas.openxmlformats.org/officeDocument/2006/relationships/image" Target="../media/image217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jpg"/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0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png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3.png"/><Relationship Id="rId4" Type="http://schemas.openxmlformats.org/officeDocument/2006/relationships/image" Target="../media/image206.jp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2" Type="http://schemas.openxmlformats.org/officeDocument/2006/relationships/image" Target="../media/image20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8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5.jpg"/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8.png"/><Relationship Id="rId5" Type="http://schemas.openxmlformats.org/officeDocument/2006/relationships/image" Target="../media/image227.png"/><Relationship Id="rId4" Type="http://schemas.openxmlformats.org/officeDocument/2006/relationships/image" Target="../media/image226.jp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jp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jpe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2.jpeg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000" y="3657600"/>
            <a:ext cx="11519535" cy="18902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5000" b="1" dirty="0">
                <a:latin typeface="Century Gothic"/>
                <a:cs typeface="Century Gothic"/>
              </a:rPr>
              <a:t>Image</a:t>
            </a:r>
            <a:r>
              <a:rPr sz="5000" b="1" spc="-10" dirty="0">
                <a:latin typeface="Century Gothic"/>
                <a:cs typeface="Century Gothic"/>
              </a:rPr>
              <a:t> Analysis</a:t>
            </a:r>
            <a:br>
              <a:rPr lang="da-DK" sz="5000" b="1" spc="-10" dirty="0">
                <a:latin typeface="Century Gothic"/>
                <a:cs typeface="Century Gothic"/>
              </a:rPr>
            </a:br>
            <a:r>
              <a:rPr lang="da-DK" sz="3600" b="1" spc="-10" dirty="0">
                <a:latin typeface="Century Gothic"/>
                <a:cs typeface="Century Gothic"/>
              </a:rPr>
              <a:t>BMB 547</a:t>
            </a:r>
            <a:br>
              <a:rPr lang="da-DK" sz="3600" b="1" spc="-10" dirty="0">
                <a:latin typeface="Century Gothic"/>
                <a:cs typeface="Century Gothic"/>
              </a:rPr>
            </a:br>
            <a:r>
              <a:rPr lang="da-DK" sz="3600" b="1" spc="-10" dirty="0">
                <a:latin typeface="Century Gothic"/>
                <a:cs typeface="Century Gothic"/>
              </a:rPr>
              <a:t>Jonathan Brewer</a:t>
            </a:r>
            <a:endParaRPr sz="3600" dirty="0">
              <a:latin typeface="Century Gothic"/>
              <a:cs typeface="Century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70" cy="1270"/>
          </a:xfrm>
          <a:custGeom>
            <a:avLst/>
            <a:gdLst/>
            <a:ahLst/>
            <a:cxnLst/>
            <a:rect l="l" t="t" r="r" b="b"/>
            <a:pathLst>
              <a:path w="1270" h="1270">
                <a:moveTo>
                  <a:pt x="1270" y="0"/>
                </a:moveTo>
                <a:lnTo>
                  <a:pt x="0" y="0"/>
                </a:lnTo>
                <a:lnTo>
                  <a:pt x="0" y="1270"/>
                </a:lnTo>
                <a:lnTo>
                  <a:pt x="1270" y="1270"/>
                </a:lnTo>
                <a:lnTo>
                  <a:pt x="12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765553" y="1213103"/>
            <a:ext cx="9589007" cy="830997"/>
          </a:xfrm>
        </p:spPr>
        <p:txBody>
          <a:bodyPr/>
          <a:lstStyle/>
          <a:p>
            <a:r>
              <a:rPr lang="en-US" dirty="0"/>
              <a:t>Why Image Analysis</a:t>
            </a:r>
          </a:p>
        </p:txBody>
      </p:sp>
      <p:sp>
        <p:nvSpPr>
          <p:cNvPr id="6" name="Rechthoek 3">
            <a:extLst>
              <a:ext uri="{FF2B5EF4-FFF2-40B4-BE49-F238E27FC236}">
                <a16:creationId xmlns:a16="http://schemas.microsoft.com/office/drawing/2014/main" id="{0063757F-DDDA-4848-A2D2-642481635162}"/>
              </a:ext>
            </a:extLst>
          </p:cNvPr>
          <p:cNvSpPr>
            <a:spLocks/>
          </p:cNvSpPr>
          <p:nvPr/>
        </p:nvSpPr>
        <p:spPr bwMode="auto">
          <a:xfrm>
            <a:off x="910846" y="2419010"/>
            <a:ext cx="11183111" cy="877824"/>
          </a:xfrm>
          <a:prstGeom prst="rect">
            <a:avLst/>
          </a:prstGeom>
          <a:solidFill>
            <a:srgbClr val="FECE3E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160" tIns="58522" rIns="92160" bIns="58522" numCol="1" rtlCol="0" anchor="ctr" anchorCtr="0" compatLnSpc="1">
            <a:prstTxWarp prst="textNoShape">
              <a:avLst/>
            </a:prstTxWarp>
          </a:bodyPr>
          <a:lstStyle/>
          <a:p>
            <a:pPr algn="ctr" defTabSz="117046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sz="2816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MS Gothic" pitchFamily="49" charset="-128"/>
              </a:rPr>
              <a:t>As scientists acquire images to get DATA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E17FB01D-20AC-42C9-808C-ECD685F5A76F}"/>
              </a:ext>
            </a:extLst>
          </p:cNvPr>
          <p:cNvSpPr/>
          <p:nvPr/>
        </p:nvSpPr>
        <p:spPr bwMode="auto">
          <a:xfrm>
            <a:off x="910842" y="3417714"/>
            <a:ext cx="3628339" cy="877824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160" tIns="58522" rIns="92160" bIns="58522" numCol="1" rtlCol="0" anchor="ctr" anchorCtr="0" compatLnSpc="1">
            <a:prstTxWarp prst="textNoShape">
              <a:avLst/>
            </a:prstTxWarp>
          </a:bodyPr>
          <a:lstStyle/>
          <a:p>
            <a:pPr algn="ctr" defTabSz="117046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GB" sz="1792" dirty="0">
                <a:solidFill>
                  <a:srgbClr val="FFFFFF"/>
                </a:solidFill>
                <a:latin typeface="Arial" pitchFamily="34" charset="0"/>
                <a:ea typeface="MS Gothic" pitchFamily="49" charset="-128"/>
              </a:rPr>
              <a:t>Image</a:t>
            </a:r>
          </a:p>
        </p:txBody>
      </p:sp>
      <p:sp>
        <p:nvSpPr>
          <p:cNvPr id="8" name="Rechthoek 6">
            <a:extLst>
              <a:ext uri="{FF2B5EF4-FFF2-40B4-BE49-F238E27FC236}">
                <a16:creationId xmlns:a16="http://schemas.microsoft.com/office/drawing/2014/main" id="{E17FB01D-20AC-42C9-808C-ECD685F5A76F}"/>
              </a:ext>
            </a:extLst>
          </p:cNvPr>
          <p:cNvSpPr/>
          <p:nvPr/>
        </p:nvSpPr>
        <p:spPr bwMode="auto">
          <a:xfrm>
            <a:off x="4688229" y="3417714"/>
            <a:ext cx="3628339" cy="877824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160" tIns="58522" rIns="92160" bIns="58522" numCol="1" rtlCol="0" anchor="ctr" anchorCtr="0" compatLnSpc="1">
            <a:prstTxWarp prst="textNoShape">
              <a:avLst/>
            </a:prstTxWarp>
          </a:bodyPr>
          <a:lstStyle/>
          <a:p>
            <a:pPr algn="ctr" defTabSz="117046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GB" sz="1792" dirty="0">
                <a:solidFill>
                  <a:srgbClr val="FFFFFF"/>
                </a:solidFill>
                <a:latin typeface="Arial" pitchFamily="34" charset="0"/>
                <a:ea typeface="MS Gothic" pitchFamily="49" charset="-128"/>
              </a:rPr>
              <a:t>Regionalize and Measure</a:t>
            </a:r>
          </a:p>
        </p:txBody>
      </p:sp>
      <p:sp>
        <p:nvSpPr>
          <p:cNvPr id="9" name="Rechthoek 6">
            <a:extLst>
              <a:ext uri="{FF2B5EF4-FFF2-40B4-BE49-F238E27FC236}">
                <a16:creationId xmlns:a16="http://schemas.microsoft.com/office/drawing/2014/main" id="{E17FB01D-20AC-42C9-808C-ECD685F5A76F}"/>
              </a:ext>
            </a:extLst>
          </p:cNvPr>
          <p:cNvSpPr/>
          <p:nvPr/>
        </p:nvSpPr>
        <p:spPr bwMode="auto">
          <a:xfrm>
            <a:off x="8465617" y="3417714"/>
            <a:ext cx="3628339" cy="877824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160" tIns="58522" rIns="92160" bIns="58522" numCol="1" rtlCol="0" anchor="ctr" anchorCtr="0" compatLnSpc="1">
            <a:prstTxWarp prst="textNoShape">
              <a:avLst/>
            </a:prstTxWarp>
          </a:bodyPr>
          <a:lstStyle/>
          <a:p>
            <a:pPr algn="ctr" defTabSz="117046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GB" sz="1792" dirty="0">
                <a:solidFill>
                  <a:srgbClr val="FFFFFF"/>
                </a:solidFill>
                <a:latin typeface="Arial" pitchFamily="34" charset="0"/>
                <a:ea typeface="MS Gothic" pitchFamily="49" charset="-128"/>
              </a:rPr>
              <a:t>Data</a:t>
            </a: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5977" y="4442393"/>
            <a:ext cx="3378069" cy="3627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19463" y="4442392"/>
            <a:ext cx="3378069" cy="3627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97306" y="4442393"/>
            <a:ext cx="2364962" cy="2177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54780" y="7026724"/>
            <a:ext cx="3250014" cy="1043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4073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47ABF-AD33-4190-B7C1-D019B64FB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4268" y="685800"/>
            <a:ext cx="11216640" cy="1413934"/>
          </a:xfrm>
        </p:spPr>
        <p:txBody>
          <a:bodyPr/>
          <a:lstStyle/>
          <a:p>
            <a:pPr algn="ctr"/>
            <a:r>
              <a:rPr lang="en-US" dirty="0"/>
              <a:t>Spatial transcriptomics  </a:t>
            </a:r>
            <a:r>
              <a:rPr lang="en-US" dirty="0" err="1"/>
              <a:t>smFISH</a:t>
            </a:r>
            <a:endParaRPr lang="en-US" dirty="0"/>
          </a:p>
        </p:txBody>
      </p:sp>
      <p:pic>
        <p:nvPicPr>
          <p:cNvPr id="11" name="Content Placeholder 10" descr="A picture containing text&#10;&#10;Description automatically generated">
            <a:extLst>
              <a:ext uri="{FF2B5EF4-FFF2-40B4-BE49-F238E27FC236}">
                <a16:creationId xmlns:a16="http://schemas.microsoft.com/office/drawing/2014/main" id="{2857C3F6-A203-4A99-8958-34137676D2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6032" y="2438400"/>
            <a:ext cx="7332735" cy="6186996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6DD2640-8FD4-420D-8FF4-DD55423E0609}"/>
              </a:ext>
            </a:extLst>
          </p:cNvPr>
          <p:cNvSpPr txBox="1"/>
          <p:nvPr/>
        </p:nvSpPr>
        <p:spPr>
          <a:xfrm>
            <a:off x="3378200" y="2590800"/>
            <a:ext cx="5885702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975390" rtl="0"/>
            <a:r>
              <a:rPr lang="en-US" sz="1920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Stochastic Optical Reconstruction Microscopy (STORM): </a:t>
            </a:r>
            <a:r>
              <a:rPr lang="en-US" sz="1920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resolution 20-40 nm: N/TERT-1 cells with CK14 </a:t>
            </a:r>
          </a:p>
        </p:txBody>
      </p:sp>
    </p:spTree>
    <p:extLst>
      <p:ext uri="{BB962C8B-B14F-4D97-AF65-F5344CB8AC3E}">
        <p14:creationId xmlns:p14="http://schemas.microsoft.com/office/powerpoint/2010/main" val="2165000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lot2">
            <a:hlinkClick r:id="" action="ppaction://media"/>
            <a:extLst>
              <a:ext uri="{FF2B5EF4-FFF2-40B4-BE49-F238E27FC236}">
                <a16:creationId xmlns:a16="http://schemas.microsoft.com/office/drawing/2014/main" id="{F1F77A48-51F4-2A20-84FF-E470759BA348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6183" end="7681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792176" y="3055149"/>
            <a:ext cx="9420445" cy="5376000"/>
          </a:xfrm>
          <a:prstGeom prst="rect">
            <a:avLst/>
          </a:prstGeom>
        </p:spPr>
      </p:pic>
      <p:sp>
        <p:nvSpPr>
          <p:cNvPr id="6" name="Rektangel 5">
            <a:extLst>
              <a:ext uri="{FF2B5EF4-FFF2-40B4-BE49-F238E27FC236}">
                <a16:creationId xmlns:a16="http://schemas.microsoft.com/office/drawing/2014/main" id="{F69E1B2F-4819-64E9-512E-3B27E0B651B5}"/>
              </a:ext>
            </a:extLst>
          </p:cNvPr>
          <p:cNvSpPr/>
          <p:nvPr/>
        </p:nvSpPr>
        <p:spPr>
          <a:xfrm>
            <a:off x="4783415" y="1219200"/>
            <a:ext cx="8221386" cy="10272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9A90749A-AB2B-5BAE-333B-6BFB5C7A38EA}"/>
              </a:ext>
            </a:extLst>
          </p:cNvPr>
          <p:cNvSpPr/>
          <p:nvPr/>
        </p:nvSpPr>
        <p:spPr>
          <a:xfrm>
            <a:off x="1" y="1219200"/>
            <a:ext cx="4783414" cy="102724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DD3457F8-6D65-12CB-EC7A-A1A577AA59D2}"/>
              </a:ext>
            </a:extLst>
          </p:cNvPr>
          <p:cNvSpPr txBox="1">
            <a:spLocks/>
          </p:cNvSpPr>
          <p:nvPr/>
        </p:nvSpPr>
        <p:spPr>
          <a:xfrm>
            <a:off x="1" y="1322452"/>
            <a:ext cx="4783414" cy="820737"/>
          </a:xfrm>
          <a:prstGeom prst="rect">
            <a:avLst/>
          </a:prstGeom>
        </p:spPr>
        <p:txBody>
          <a:bodyPr vert="horz" lIns="97536" tIns="48768" rIns="97536" bIns="4876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4693" dirty="0"/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7BFB633A-AB7B-AC4F-38E0-1E05F510E912}"/>
              </a:ext>
            </a:extLst>
          </p:cNvPr>
          <p:cNvSpPr txBox="1"/>
          <p:nvPr/>
        </p:nvSpPr>
        <p:spPr>
          <a:xfrm>
            <a:off x="4783414" y="1322451"/>
            <a:ext cx="8221385" cy="814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6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Spatial transcriptomics</a:t>
            </a:r>
            <a:endParaRPr lang="en-US" sz="4693" dirty="0">
              <a:latin typeface="+mj-lt"/>
            </a:endParaRPr>
          </a:p>
        </p:txBody>
      </p:sp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D49B07E6-4EBE-9E95-0ED1-63AA4E405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66A71-4203-4584-800F-13963ACA2829}" type="slidenum">
              <a:rPr lang="da-DK" smtClean="0"/>
              <a:t>4</a:t>
            </a:fld>
            <a:endParaRPr lang="da-DK"/>
          </a:p>
        </p:txBody>
      </p:sp>
      <p:sp>
        <p:nvSpPr>
          <p:cNvPr id="11" name="Tekstfelt 10">
            <a:extLst>
              <a:ext uri="{FF2B5EF4-FFF2-40B4-BE49-F238E27FC236}">
                <a16:creationId xmlns:a16="http://schemas.microsoft.com/office/drawing/2014/main" id="{A1C9AC19-B633-CDEA-EA6A-2FF0DEE451DF}"/>
              </a:ext>
            </a:extLst>
          </p:cNvPr>
          <p:cNvSpPr txBox="1"/>
          <p:nvPr/>
        </p:nvSpPr>
        <p:spPr>
          <a:xfrm>
            <a:off x="2473916" y="2393796"/>
            <a:ext cx="8057013" cy="5520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a-DK" sz="2987" dirty="0"/>
              <a:t>Single </a:t>
            </a:r>
            <a:r>
              <a:rPr lang="da-DK" sz="2987" dirty="0" err="1"/>
              <a:t>cell</a:t>
            </a:r>
            <a:r>
              <a:rPr lang="da-DK" sz="2987" dirty="0"/>
              <a:t> </a:t>
            </a:r>
            <a:r>
              <a:rPr lang="da-DK" sz="2987" dirty="0" err="1"/>
              <a:t>selection</a:t>
            </a:r>
            <a:r>
              <a:rPr lang="da-DK" sz="2987" dirty="0"/>
              <a:t> and </a:t>
            </a:r>
            <a:r>
              <a:rPr lang="da-DK" sz="2987" dirty="0" err="1"/>
              <a:t>change</a:t>
            </a:r>
            <a:r>
              <a:rPr lang="da-DK" sz="2987" dirty="0"/>
              <a:t> plotting mode</a:t>
            </a:r>
            <a:endParaRPr lang="en-US" sz="2987" dirty="0"/>
          </a:p>
        </p:txBody>
      </p:sp>
    </p:spTree>
    <p:extLst>
      <p:ext uri="{BB962C8B-B14F-4D97-AF65-F5344CB8AC3E}">
        <p14:creationId xmlns:p14="http://schemas.microsoft.com/office/powerpoint/2010/main" val="984630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22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57470" y="365759"/>
            <a:ext cx="272986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45" dirty="0"/>
              <a:t>Topics:</a:t>
            </a:r>
            <a:endParaRPr sz="6600"/>
          </a:p>
        </p:txBody>
      </p:sp>
      <p:sp>
        <p:nvSpPr>
          <p:cNvPr id="85" name="object 85"/>
          <p:cNvSpPr/>
          <p:nvPr/>
        </p:nvSpPr>
        <p:spPr>
          <a:xfrm>
            <a:off x="328929" y="1675129"/>
            <a:ext cx="12344400" cy="2540"/>
          </a:xfrm>
          <a:custGeom>
            <a:avLst/>
            <a:gdLst/>
            <a:ahLst/>
            <a:cxnLst/>
            <a:rect l="l" t="t" r="r" b="b"/>
            <a:pathLst>
              <a:path w="12344400" h="2539">
                <a:moveTo>
                  <a:pt x="0" y="0"/>
                </a:moveTo>
                <a:lnTo>
                  <a:pt x="12344400" y="2540"/>
                </a:lnTo>
              </a:path>
            </a:pathLst>
          </a:custGeom>
          <a:ln w="50676">
            <a:solidFill>
              <a:srgbClr val="2C2C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4">
            <a:extLst>
              <a:ext uri="{FF2B5EF4-FFF2-40B4-BE49-F238E27FC236}">
                <a16:creationId xmlns:a16="http://schemas.microsoft.com/office/drawing/2014/main" id="{3311203A-D537-BCCE-BFBF-E396CF39D989}"/>
              </a:ext>
            </a:extLst>
          </p:cNvPr>
          <p:cNvSpPr txBox="1"/>
          <p:nvPr/>
        </p:nvSpPr>
        <p:spPr>
          <a:xfrm>
            <a:off x="1252855" y="2217420"/>
            <a:ext cx="10278745" cy="6494727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4965" marR="5080" indent="-342265">
              <a:spcBef>
                <a:spcPts val="425"/>
              </a:spcBef>
              <a:buChar char="•"/>
              <a:tabLst>
                <a:tab pos="354965" algn="l"/>
                <a:tab pos="355600" algn="l"/>
              </a:tabLst>
            </a:pPr>
            <a:r>
              <a:rPr sz="3600" dirty="0">
                <a:latin typeface="Arial"/>
                <a:cs typeface="Arial"/>
              </a:rPr>
              <a:t>Basic</a:t>
            </a:r>
            <a:r>
              <a:rPr sz="3600" spc="-3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properties</a:t>
            </a:r>
            <a:r>
              <a:rPr sz="3600" spc="-1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of</a:t>
            </a:r>
            <a:r>
              <a:rPr sz="3600" spc="-3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digital</a:t>
            </a:r>
            <a:r>
              <a:rPr sz="3600" spc="-1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images</a:t>
            </a:r>
            <a:r>
              <a:rPr sz="3600" spc="-2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(sampling,</a:t>
            </a:r>
            <a:r>
              <a:rPr sz="3600" spc="-10" dirty="0">
                <a:latin typeface="Arial"/>
                <a:cs typeface="Arial"/>
              </a:rPr>
              <a:t> formats, </a:t>
            </a:r>
            <a:r>
              <a:rPr sz="3600" dirty="0">
                <a:latin typeface="Arial"/>
                <a:cs typeface="Arial"/>
              </a:rPr>
              <a:t>size,</a:t>
            </a:r>
            <a:r>
              <a:rPr sz="3600" spc="-3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depth,</a:t>
            </a:r>
            <a:r>
              <a:rPr sz="3600" spc="-20" dirty="0">
                <a:latin typeface="Arial"/>
                <a:cs typeface="Arial"/>
              </a:rPr>
              <a:t> </a:t>
            </a:r>
            <a:r>
              <a:rPr sz="3600" spc="-50" dirty="0">
                <a:latin typeface="Arial"/>
                <a:cs typeface="Arial"/>
              </a:rPr>
              <a:t>)</a:t>
            </a:r>
            <a:endParaRPr sz="3600" dirty="0">
              <a:latin typeface="Arial"/>
              <a:cs typeface="Arial"/>
            </a:endParaRPr>
          </a:p>
          <a:p>
            <a:pPr marL="354965" marR="226060" indent="-342265">
              <a:spcBef>
                <a:spcPts val="585"/>
              </a:spcBef>
              <a:buChar char="•"/>
              <a:tabLst>
                <a:tab pos="354965" algn="l"/>
                <a:tab pos="355600" algn="l"/>
              </a:tabLst>
            </a:pPr>
            <a:r>
              <a:rPr sz="3600" dirty="0">
                <a:latin typeface="Arial"/>
                <a:cs typeface="Arial"/>
              </a:rPr>
              <a:t>Image</a:t>
            </a:r>
            <a:r>
              <a:rPr sz="3600" spc="-3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enhancement</a:t>
            </a:r>
            <a:r>
              <a:rPr sz="3600" spc="2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(how to</a:t>
            </a:r>
            <a:r>
              <a:rPr sz="3600" spc="-2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make</a:t>
            </a:r>
            <a:r>
              <a:rPr sz="3600" spc="-2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your</a:t>
            </a:r>
            <a:r>
              <a:rPr sz="3600" spc="-1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image</a:t>
            </a:r>
            <a:r>
              <a:rPr lang="da-DK" sz="3600" spc="-5" dirty="0">
                <a:latin typeface="Arial"/>
                <a:cs typeface="Arial"/>
              </a:rPr>
              <a:t> </a:t>
            </a:r>
            <a:r>
              <a:rPr sz="3600" spc="-20" dirty="0">
                <a:latin typeface="Arial"/>
                <a:cs typeface="Arial"/>
              </a:rPr>
              <a:t>look </a:t>
            </a:r>
            <a:r>
              <a:rPr sz="3600" spc="-10" dirty="0">
                <a:latin typeface="Arial"/>
                <a:cs typeface="Arial"/>
              </a:rPr>
              <a:t>better)</a:t>
            </a:r>
            <a:endParaRPr sz="3600" dirty="0">
              <a:latin typeface="Arial"/>
              <a:cs typeface="Arial"/>
            </a:endParaRPr>
          </a:p>
          <a:p>
            <a:pPr marL="541655" lvl="1" indent="-186690">
              <a:spcBef>
                <a:spcPts val="250"/>
              </a:spcBef>
              <a:buChar char="-"/>
              <a:tabLst>
                <a:tab pos="542290" algn="l"/>
              </a:tabLst>
            </a:pPr>
            <a:r>
              <a:rPr sz="3600" dirty="0">
                <a:latin typeface="Arial"/>
                <a:cs typeface="Arial"/>
              </a:rPr>
              <a:t>histograms,</a:t>
            </a:r>
            <a:r>
              <a:rPr sz="3600" spc="-5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LUT,</a:t>
            </a:r>
            <a:r>
              <a:rPr sz="3600" spc="-4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contrast</a:t>
            </a:r>
            <a:r>
              <a:rPr sz="3600" spc="-55" dirty="0">
                <a:latin typeface="Arial"/>
                <a:cs typeface="Arial"/>
              </a:rPr>
              <a:t> </a:t>
            </a:r>
            <a:r>
              <a:rPr sz="3600" spc="-10" dirty="0">
                <a:latin typeface="Arial"/>
                <a:cs typeface="Arial"/>
              </a:rPr>
              <a:t>enhancement</a:t>
            </a:r>
            <a:endParaRPr sz="3600" dirty="0">
              <a:latin typeface="Arial"/>
              <a:cs typeface="Arial"/>
            </a:endParaRPr>
          </a:p>
          <a:p>
            <a:pPr marL="541655" lvl="1" indent="-186690">
              <a:spcBef>
                <a:spcPts val="290"/>
              </a:spcBef>
              <a:buChar char="-"/>
              <a:tabLst>
                <a:tab pos="542290" algn="l"/>
              </a:tabLst>
            </a:pPr>
            <a:r>
              <a:rPr sz="3600" dirty="0">
                <a:latin typeface="Arial"/>
                <a:cs typeface="Arial"/>
              </a:rPr>
              <a:t>background</a:t>
            </a:r>
            <a:r>
              <a:rPr sz="3600" spc="-160" dirty="0">
                <a:latin typeface="Arial"/>
                <a:cs typeface="Arial"/>
              </a:rPr>
              <a:t> </a:t>
            </a:r>
            <a:r>
              <a:rPr sz="3600" spc="-10" dirty="0">
                <a:latin typeface="Arial"/>
                <a:cs typeface="Arial"/>
              </a:rPr>
              <a:t>subtraction</a:t>
            </a:r>
            <a:endParaRPr sz="3600" dirty="0">
              <a:latin typeface="Arial"/>
              <a:cs typeface="Arial"/>
            </a:endParaRPr>
          </a:p>
          <a:p>
            <a:pPr marL="541655" lvl="1" indent="-186690">
              <a:spcBef>
                <a:spcPts val="290"/>
              </a:spcBef>
              <a:buChar char="-"/>
              <a:tabLst>
                <a:tab pos="542290" algn="l"/>
              </a:tabLst>
            </a:pPr>
            <a:r>
              <a:rPr sz="3600" dirty="0">
                <a:latin typeface="Arial"/>
                <a:cs typeface="Arial"/>
              </a:rPr>
              <a:t>filter</a:t>
            </a:r>
            <a:r>
              <a:rPr sz="3600" spc="-8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masks</a:t>
            </a:r>
            <a:r>
              <a:rPr sz="3600" spc="-8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(smoothing</a:t>
            </a:r>
            <a:r>
              <a:rPr sz="3600" spc="-9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and</a:t>
            </a:r>
            <a:r>
              <a:rPr sz="3600" spc="-75" dirty="0">
                <a:latin typeface="Arial"/>
                <a:cs typeface="Arial"/>
              </a:rPr>
              <a:t> </a:t>
            </a:r>
            <a:r>
              <a:rPr sz="3600" spc="-10" dirty="0">
                <a:latin typeface="Arial"/>
                <a:cs typeface="Arial"/>
              </a:rPr>
              <a:t>sharpening)</a:t>
            </a:r>
            <a:endParaRPr sz="3600" dirty="0">
              <a:latin typeface="Arial"/>
              <a:cs typeface="Arial"/>
            </a:endParaRPr>
          </a:p>
          <a:p>
            <a:pPr marL="354965" indent="-342265">
              <a:spcBef>
                <a:spcPts val="290"/>
              </a:spcBef>
              <a:buChar char="•"/>
              <a:tabLst>
                <a:tab pos="354965" algn="l"/>
                <a:tab pos="355600" algn="l"/>
              </a:tabLst>
            </a:pPr>
            <a:r>
              <a:rPr sz="3600" dirty="0">
                <a:latin typeface="Arial"/>
                <a:cs typeface="Arial"/>
              </a:rPr>
              <a:t>Working</a:t>
            </a:r>
            <a:r>
              <a:rPr sz="3600" spc="-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with</a:t>
            </a:r>
            <a:r>
              <a:rPr sz="3600" spc="-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image </a:t>
            </a:r>
            <a:r>
              <a:rPr sz="3600" spc="-10" dirty="0">
                <a:latin typeface="Arial"/>
                <a:cs typeface="Arial"/>
              </a:rPr>
              <a:t>stacks</a:t>
            </a:r>
            <a:endParaRPr sz="3600" dirty="0">
              <a:latin typeface="Arial"/>
              <a:cs typeface="Arial"/>
            </a:endParaRPr>
          </a:p>
          <a:p>
            <a:pPr marL="354965" indent="-342265">
              <a:spcBef>
                <a:spcPts val="290"/>
              </a:spcBef>
              <a:buChar char="•"/>
              <a:tabLst>
                <a:tab pos="354965" algn="l"/>
                <a:tab pos="355600" algn="l"/>
              </a:tabLst>
            </a:pPr>
            <a:r>
              <a:rPr sz="3600" spc="-10" dirty="0">
                <a:latin typeface="Arial"/>
                <a:cs typeface="Arial"/>
              </a:rPr>
              <a:t>Colocalization</a:t>
            </a:r>
            <a:endParaRPr sz="3600" dirty="0">
              <a:latin typeface="Arial"/>
              <a:cs typeface="Arial"/>
            </a:endParaRPr>
          </a:p>
          <a:p>
            <a:pPr marL="354965" indent="-342265">
              <a:spcBef>
                <a:spcPts val="285"/>
              </a:spcBef>
              <a:buChar char="•"/>
              <a:tabLst>
                <a:tab pos="354965" algn="l"/>
                <a:tab pos="355600" algn="l"/>
              </a:tabLst>
            </a:pPr>
            <a:r>
              <a:rPr sz="3600" dirty="0">
                <a:latin typeface="Arial"/>
                <a:cs typeface="Arial"/>
              </a:rPr>
              <a:t>Image</a:t>
            </a:r>
            <a:r>
              <a:rPr sz="3600" spc="-3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segmentation</a:t>
            </a:r>
            <a:r>
              <a:rPr sz="3600" spc="1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by</a:t>
            </a:r>
            <a:r>
              <a:rPr sz="3600" spc="-10" dirty="0">
                <a:latin typeface="Arial"/>
                <a:cs typeface="Arial"/>
              </a:rPr>
              <a:t> thresholding</a:t>
            </a:r>
            <a:endParaRPr lang="da-DK" sz="3600" spc="-10" dirty="0">
              <a:latin typeface="Arial"/>
              <a:cs typeface="Arial"/>
            </a:endParaRPr>
          </a:p>
          <a:p>
            <a:pPr marL="354965" indent="-342265">
              <a:spcBef>
                <a:spcPts val="285"/>
              </a:spcBef>
              <a:buChar char="•"/>
              <a:tabLst>
                <a:tab pos="354965" algn="l"/>
                <a:tab pos="355600" algn="l"/>
              </a:tabLst>
            </a:pPr>
            <a:r>
              <a:rPr lang="da-DK" sz="3600" spc="-10" dirty="0" err="1">
                <a:latin typeface="Arial"/>
                <a:cs typeface="Arial"/>
              </a:rPr>
              <a:t>Deconvolution</a:t>
            </a:r>
            <a:endParaRPr sz="3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2170" y="240030"/>
            <a:ext cx="8481060" cy="170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0"/>
              </a:spcBef>
            </a:pPr>
            <a:r>
              <a:rPr sz="5500" dirty="0"/>
              <a:t>Quantitative</a:t>
            </a:r>
            <a:r>
              <a:rPr sz="5500" spc="-60" dirty="0"/>
              <a:t> </a:t>
            </a:r>
            <a:r>
              <a:rPr sz="5500" spc="-10" dirty="0"/>
              <a:t>Imaging?</a:t>
            </a:r>
            <a:endParaRPr sz="5500"/>
          </a:p>
          <a:p>
            <a:pPr algn="ctr">
              <a:lnSpc>
                <a:spcPct val="100000"/>
              </a:lnSpc>
            </a:pPr>
            <a:r>
              <a:rPr sz="5500" dirty="0"/>
              <a:t>…what</a:t>
            </a:r>
            <a:r>
              <a:rPr sz="5500" spc="-30" dirty="0"/>
              <a:t> </a:t>
            </a:r>
            <a:r>
              <a:rPr sz="5500" dirty="0"/>
              <a:t>does</a:t>
            </a:r>
            <a:r>
              <a:rPr sz="5500" spc="-25" dirty="0"/>
              <a:t> </a:t>
            </a:r>
            <a:r>
              <a:rPr sz="5500" dirty="0"/>
              <a:t>that</a:t>
            </a:r>
            <a:r>
              <a:rPr sz="5500" spc="-15" dirty="0"/>
              <a:t> </a:t>
            </a:r>
            <a:r>
              <a:rPr sz="5500" spc="-10" dirty="0"/>
              <a:t>mean?</a:t>
            </a:r>
            <a:endParaRPr sz="5500"/>
          </a:p>
        </p:txBody>
      </p:sp>
      <p:grpSp>
        <p:nvGrpSpPr>
          <p:cNvPr id="3" name="object 3"/>
          <p:cNvGrpSpPr/>
          <p:nvPr/>
        </p:nvGrpSpPr>
        <p:grpSpPr>
          <a:xfrm>
            <a:off x="323850" y="5102859"/>
            <a:ext cx="6920230" cy="3074670"/>
            <a:chOff x="323850" y="5102859"/>
            <a:chExt cx="6920230" cy="30746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850" y="5118099"/>
              <a:ext cx="6920230" cy="305943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27660" y="5102859"/>
              <a:ext cx="6911340" cy="124460"/>
            </a:xfrm>
            <a:custGeom>
              <a:avLst/>
              <a:gdLst/>
              <a:ahLst/>
              <a:cxnLst/>
              <a:rect l="l" t="t" r="r" b="b"/>
              <a:pathLst>
                <a:path w="6911340" h="124460">
                  <a:moveTo>
                    <a:pt x="6911340" y="0"/>
                  </a:moveTo>
                  <a:lnTo>
                    <a:pt x="0" y="0"/>
                  </a:lnTo>
                  <a:lnTo>
                    <a:pt x="0" y="62230"/>
                  </a:lnTo>
                  <a:lnTo>
                    <a:pt x="0" y="124460"/>
                  </a:lnTo>
                  <a:lnTo>
                    <a:pt x="6911340" y="124460"/>
                  </a:lnTo>
                  <a:lnTo>
                    <a:pt x="6911340" y="62230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7660" y="522731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29"/>
                  </a:lnTo>
                  <a:lnTo>
                    <a:pt x="6911340" y="62229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7660" y="528954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29"/>
                  </a:lnTo>
                  <a:lnTo>
                    <a:pt x="6911340" y="62229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7660" y="535177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30"/>
                  </a:lnTo>
                  <a:lnTo>
                    <a:pt x="6911340" y="62230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7660" y="541400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29"/>
                  </a:lnTo>
                  <a:lnTo>
                    <a:pt x="6911340" y="62229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7660" y="547623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30"/>
                  </a:lnTo>
                  <a:lnTo>
                    <a:pt x="6911340" y="62230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7660" y="553846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29"/>
                  </a:lnTo>
                  <a:lnTo>
                    <a:pt x="6911340" y="62229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7660" y="560069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29"/>
                  </a:lnTo>
                  <a:lnTo>
                    <a:pt x="6911340" y="62229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7660" y="566292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30"/>
                  </a:lnTo>
                  <a:lnTo>
                    <a:pt x="6911340" y="62230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7660" y="572515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29"/>
                  </a:lnTo>
                  <a:lnTo>
                    <a:pt x="6911340" y="62229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7660" y="578738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30"/>
                  </a:lnTo>
                  <a:lnTo>
                    <a:pt x="6911340" y="62230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7660" y="584961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29"/>
                  </a:lnTo>
                  <a:lnTo>
                    <a:pt x="6911340" y="62229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7660" y="591184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29"/>
                  </a:lnTo>
                  <a:lnTo>
                    <a:pt x="6911340" y="62229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7660" y="597407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30"/>
                  </a:lnTo>
                  <a:lnTo>
                    <a:pt x="6911340" y="62230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7660" y="603630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29"/>
                  </a:lnTo>
                  <a:lnTo>
                    <a:pt x="6911340" y="62229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7660" y="609853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30"/>
                  </a:lnTo>
                  <a:lnTo>
                    <a:pt x="6911340" y="62230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7660" y="616076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29"/>
                  </a:lnTo>
                  <a:lnTo>
                    <a:pt x="6911340" y="62229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7660" y="622299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29"/>
                  </a:lnTo>
                  <a:lnTo>
                    <a:pt x="6911340" y="62229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7660" y="628522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30"/>
                  </a:lnTo>
                  <a:lnTo>
                    <a:pt x="6911340" y="62230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27660" y="634745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29"/>
                  </a:lnTo>
                  <a:lnTo>
                    <a:pt x="6911340" y="62229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27660" y="640968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30"/>
                  </a:lnTo>
                  <a:lnTo>
                    <a:pt x="6911340" y="62230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7660" y="647191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29"/>
                  </a:lnTo>
                  <a:lnTo>
                    <a:pt x="6911340" y="62229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27660" y="653414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30"/>
                  </a:lnTo>
                  <a:lnTo>
                    <a:pt x="6911340" y="62230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27660" y="6596379"/>
              <a:ext cx="6911340" cy="63500"/>
            </a:xfrm>
            <a:custGeom>
              <a:avLst/>
              <a:gdLst/>
              <a:ahLst/>
              <a:cxnLst/>
              <a:rect l="l" t="t" r="r" b="b"/>
              <a:pathLst>
                <a:path w="6911340" h="63500">
                  <a:moveTo>
                    <a:pt x="6911340" y="0"/>
                  </a:moveTo>
                  <a:lnTo>
                    <a:pt x="0" y="0"/>
                  </a:lnTo>
                  <a:lnTo>
                    <a:pt x="0" y="63500"/>
                  </a:lnTo>
                  <a:lnTo>
                    <a:pt x="6911340" y="63500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27660" y="665987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30"/>
                  </a:lnTo>
                  <a:lnTo>
                    <a:pt x="6911340" y="62230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27660" y="672210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30"/>
                  </a:lnTo>
                  <a:lnTo>
                    <a:pt x="6911340" y="62230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7660" y="678433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29"/>
                  </a:lnTo>
                  <a:lnTo>
                    <a:pt x="6911340" y="62229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27660" y="684656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29"/>
                  </a:lnTo>
                  <a:lnTo>
                    <a:pt x="6911340" y="62229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27660" y="690879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30"/>
                  </a:lnTo>
                  <a:lnTo>
                    <a:pt x="6911340" y="62230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27660" y="697102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30"/>
                  </a:lnTo>
                  <a:lnTo>
                    <a:pt x="6911340" y="62230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27660" y="703325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30"/>
                  </a:lnTo>
                  <a:lnTo>
                    <a:pt x="6911340" y="62230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27660" y="709548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29"/>
                  </a:lnTo>
                  <a:lnTo>
                    <a:pt x="6911340" y="62229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27660" y="7157719"/>
              <a:ext cx="6911340" cy="124460"/>
            </a:xfrm>
            <a:custGeom>
              <a:avLst/>
              <a:gdLst/>
              <a:ahLst/>
              <a:cxnLst/>
              <a:rect l="l" t="t" r="r" b="b"/>
              <a:pathLst>
                <a:path w="6911340" h="124459">
                  <a:moveTo>
                    <a:pt x="6911340" y="0"/>
                  </a:moveTo>
                  <a:lnTo>
                    <a:pt x="0" y="0"/>
                  </a:lnTo>
                  <a:lnTo>
                    <a:pt x="0" y="62230"/>
                  </a:lnTo>
                  <a:lnTo>
                    <a:pt x="0" y="124460"/>
                  </a:lnTo>
                  <a:lnTo>
                    <a:pt x="6911340" y="124460"/>
                  </a:lnTo>
                  <a:lnTo>
                    <a:pt x="6911340" y="62230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27660" y="728217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30"/>
                  </a:lnTo>
                  <a:lnTo>
                    <a:pt x="6911340" y="62230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27660" y="734440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30"/>
                  </a:lnTo>
                  <a:lnTo>
                    <a:pt x="6911340" y="62230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7660" y="740663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29"/>
                  </a:lnTo>
                  <a:lnTo>
                    <a:pt x="6911340" y="62229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7660" y="746886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29"/>
                  </a:lnTo>
                  <a:lnTo>
                    <a:pt x="6911340" y="62229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7660" y="753109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30"/>
                  </a:lnTo>
                  <a:lnTo>
                    <a:pt x="6911340" y="62230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27660" y="759332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30"/>
                  </a:lnTo>
                  <a:lnTo>
                    <a:pt x="6911340" y="62230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27660" y="765555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30"/>
                  </a:lnTo>
                  <a:lnTo>
                    <a:pt x="6911340" y="62230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27660" y="771778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29"/>
                  </a:lnTo>
                  <a:lnTo>
                    <a:pt x="6911340" y="62229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27660" y="778001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29"/>
                  </a:lnTo>
                  <a:lnTo>
                    <a:pt x="6911340" y="62229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27660" y="784224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30"/>
                  </a:lnTo>
                  <a:lnTo>
                    <a:pt x="6911340" y="62230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27660" y="790447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30"/>
                  </a:lnTo>
                  <a:lnTo>
                    <a:pt x="6911340" y="62230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27660" y="796670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30"/>
                  </a:lnTo>
                  <a:lnTo>
                    <a:pt x="6911340" y="62230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27660" y="802893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29"/>
                  </a:lnTo>
                  <a:lnTo>
                    <a:pt x="6911340" y="62229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27660" y="8091169"/>
              <a:ext cx="6911340" cy="62230"/>
            </a:xfrm>
            <a:custGeom>
              <a:avLst/>
              <a:gdLst/>
              <a:ahLst/>
              <a:cxnLst/>
              <a:rect l="l" t="t" r="r" b="b"/>
              <a:pathLst>
                <a:path w="6911340" h="62229">
                  <a:moveTo>
                    <a:pt x="6911340" y="0"/>
                  </a:moveTo>
                  <a:lnTo>
                    <a:pt x="0" y="0"/>
                  </a:lnTo>
                  <a:lnTo>
                    <a:pt x="0" y="62229"/>
                  </a:lnTo>
                  <a:lnTo>
                    <a:pt x="6911340" y="62229"/>
                  </a:lnTo>
                  <a:lnTo>
                    <a:pt x="6911340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28929" y="5102859"/>
            <a:ext cx="6910070" cy="305054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110490" rIns="0" bIns="0" rtlCol="0">
            <a:spAutoFit/>
          </a:bodyPr>
          <a:lstStyle/>
          <a:p>
            <a:pPr marL="359410" indent="-360045">
              <a:lnSpc>
                <a:spcPct val="100000"/>
              </a:lnSpc>
              <a:spcBef>
                <a:spcPts val="870"/>
              </a:spcBef>
              <a:buSzPct val="97222"/>
              <a:buFont typeface="Wingdings"/>
              <a:buChar char=""/>
              <a:tabLst>
                <a:tab pos="360045" algn="l"/>
              </a:tabLst>
            </a:pPr>
            <a:r>
              <a:rPr sz="3600" dirty="0">
                <a:latin typeface="Century Gothic"/>
                <a:cs typeface="Century Gothic"/>
              </a:rPr>
              <a:t>Numerical</a:t>
            </a:r>
            <a:r>
              <a:rPr sz="3600" spc="-20" dirty="0">
                <a:latin typeface="Century Gothic"/>
                <a:cs typeface="Century Gothic"/>
              </a:rPr>
              <a:t> </a:t>
            </a:r>
            <a:r>
              <a:rPr sz="3600" spc="-10" dirty="0">
                <a:latin typeface="Century Gothic"/>
                <a:cs typeface="Century Gothic"/>
              </a:rPr>
              <a:t>Results</a:t>
            </a:r>
            <a:endParaRPr sz="36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"/>
            </a:pPr>
            <a:endParaRPr sz="3600">
              <a:latin typeface="Century Gothic"/>
              <a:cs typeface="Century Gothic"/>
            </a:endParaRPr>
          </a:p>
          <a:p>
            <a:pPr marL="359410" indent="-360045">
              <a:lnSpc>
                <a:spcPct val="100000"/>
              </a:lnSpc>
              <a:buSzPct val="97222"/>
              <a:buFont typeface="Wingdings"/>
              <a:buChar char=""/>
              <a:tabLst>
                <a:tab pos="360045" algn="l"/>
              </a:tabLst>
            </a:pPr>
            <a:r>
              <a:rPr sz="3600" spc="-10" dirty="0">
                <a:latin typeface="Century Gothic"/>
                <a:cs typeface="Century Gothic"/>
              </a:rPr>
              <a:t>Statistics!</a:t>
            </a:r>
            <a:endParaRPr sz="36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"/>
            </a:pPr>
            <a:endParaRPr sz="3600">
              <a:latin typeface="Century Gothic"/>
              <a:cs typeface="Century Gothic"/>
            </a:endParaRPr>
          </a:p>
          <a:p>
            <a:pPr marL="359410" indent="-360045">
              <a:lnSpc>
                <a:spcPct val="100000"/>
              </a:lnSpc>
              <a:buSzPct val="97222"/>
              <a:buFont typeface="Wingdings"/>
              <a:buChar char=""/>
              <a:tabLst>
                <a:tab pos="360045" algn="l"/>
              </a:tabLst>
            </a:pPr>
            <a:r>
              <a:rPr sz="3600" dirty="0">
                <a:latin typeface="Century Gothic"/>
                <a:cs typeface="Century Gothic"/>
              </a:rPr>
              <a:t>Computers</a:t>
            </a:r>
            <a:r>
              <a:rPr sz="3600" spc="-1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become </a:t>
            </a:r>
            <a:r>
              <a:rPr sz="3600" spc="-10" dirty="0">
                <a:latin typeface="Century Gothic"/>
                <a:cs typeface="Century Gothic"/>
              </a:rPr>
              <a:t>useful...</a:t>
            </a:r>
            <a:endParaRPr sz="3600">
              <a:latin typeface="Century Gothic"/>
              <a:cs typeface="Century Gothic"/>
            </a:endParaRPr>
          </a:p>
        </p:txBody>
      </p:sp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7858533" y="4861333"/>
          <a:ext cx="4555487" cy="4202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3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33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33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33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40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949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6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7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7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7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7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98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4" name="object 54"/>
          <p:cNvSpPr/>
          <p:nvPr/>
        </p:nvSpPr>
        <p:spPr>
          <a:xfrm>
            <a:off x="7872730" y="4875529"/>
            <a:ext cx="2070100" cy="3054350"/>
          </a:xfrm>
          <a:custGeom>
            <a:avLst/>
            <a:gdLst/>
            <a:ahLst/>
            <a:cxnLst/>
            <a:rect l="l" t="t" r="r" b="b"/>
            <a:pathLst>
              <a:path w="2070100" h="3054350">
                <a:moveTo>
                  <a:pt x="412750" y="2674620"/>
                </a:moveTo>
                <a:lnTo>
                  <a:pt x="0" y="2674620"/>
                </a:lnTo>
                <a:lnTo>
                  <a:pt x="0" y="3054350"/>
                </a:lnTo>
                <a:lnTo>
                  <a:pt x="205740" y="3054350"/>
                </a:lnTo>
                <a:lnTo>
                  <a:pt x="412750" y="3054350"/>
                </a:lnTo>
                <a:lnTo>
                  <a:pt x="412750" y="2674620"/>
                </a:lnTo>
                <a:close/>
              </a:path>
              <a:path w="2070100" h="3054350">
                <a:moveTo>
                  <a:pt x="829310" y="2294890"/>
                </a:moveTo>
                <a:lnTo>
                  <a:pt x="412750" y="2294890"/>
                </a:lnTo>
                <a:lnTo>
                  <a:pt x="412750" y="2674620"/>
                </a:lnTo>
                <a:lnTo>
                  <a:pt x="621030" y="2674620"/>
                </a:lnTo>
                <a:lnTo>
                  <a:pt x="829310" y="2674620"/>
                </a:lnTo>
                <a:lnTo>
                  <a:pt x="829310" y="2294890"/>
                </a:lnTo>
                <a:close/>
              </a:path>
              <a:path w="2070100" h="3054350">
                <a:moveTo>
                  <a:pt x="1242060" y="1536700"/>
                </a:moveTo>
                <a:lnTo>
                  <a:pt x="829310" y="1536700"/>
                </a:lnTo>
                <a:lnTo>
                  <a:pt x="829310" y="1915160"/>
                </a:lnTo>
                <a:lnTo>
                  <a:pt x="829310" y="2294890"/>
                </a:lnTo>
                <a:lnTo>
                  <a:pt x="1035050" y="2294890"/>
                </a:lnTo>
                <a:lnTo>
                  <a:pt x="1242060" y="2294890"/>
                </a:lnTo>
                <a:lnTo>
                  <a:pt x="1242060" y="1915160"/>
                </a:lnTo>
                <a:lnTo>
                  <a:pt x="1242060" y="1536700"/>
                </a:lnTo>
                <a:close/>
              </a:path>
              <a:path w="2070100" h="3054350">
                <a:moveTo>
                  <a:pt x="1242060" y="0"/>
                </a:moveTo>
                <a:lnTo>
                  <a:pt x="829310" y="0"/>
                </a:lnTo>
                <a:lnTo>
                  <a:pt x="829310" y="394970"/>
                </a:lnTo>
                <a:lnTo>
                  <a:pt x="1035050" y="394970"/>
                </a:lnTo>
                <a:lnTo>
                  <a:pt x="1242060" y="394970"/>
                </a:lnTo>
                <a:lnTo>
                  <a:pt x="1242060" y="0"/>
                </a:lnTo>
                <a:close/>
              </a:path>
              <a:path w="2070100" h="3054350">
                <a:moveTo>
                  <a:pt x="1657350" y="2294890"/>
                </a:moveTo>
                <a:lnTo>
                  <a:pt x="1242060" y="2294890"/>
                </a:lnTo>
                <a:lnTo>
                  <a:pt x="1242060" y="2674620"/>
                </a:lnTo>
                <a:lnTo>
                  <a:pt x="1450340" y="2674620"/>
                </a:lnTo>
                <a:lnTo>
                  <a:pt x="1657350" y="2674620"/>
                </a:lnTo>
                <a:lnTo>
                  <a:pt x="1657350" y="2294890"/>
                </a:lnTo>
                <a:close/>
              </a:path>
              <a:path w="2070100" h="3054350">
                <a:moveTo>
                  <a:pt x="2070100" y="2674620"/>
                </a:moveTo>
                <a:lnTo>
                  <a:pt x="1657350" y="2674620"/>
                </a:lnTo>
                <a:lnTo>
                  <a:pt x="1657350" y="3054350"/>
                </a:lnTo>
                <a:lnTo>
                  <a:pt x="1864360" y="3054350"/>
                </a:lnTo>
                <a:lnTo>
                  <a:pt x="2070100" y="3054350"/>
                </a:lnTo>
                <a:lnTo>
                  <a:pt x="2070100" y="2674620"/>
                </a:lnTo>
                <a:close/>
              </a:path>
              <a:path w="2070100" h="3054350">
                <a:moveTo>
                  <a:pt x="2070100" y="1155700"/>
                </a:moveTo>
                <a:lnTo>
                  <a:pt x="1657350" y="1155700"/>
                </a:lnTo>
                <a:lnTo>
                  <a:pt x="1242060" y="1155700"/>
                </a:lnTo>
                <a:lnTo>
                  <a:pt x="1242060" y="774700"/>
                </a:lnTo>
                <a:lnTo>
                  <a:pt x="1450340" y="774700"/>
                </a:lnTo>
                <a:lnTo>
                  <a:pt x="1657350" y="774700"/>
                </a:lnTo>
                <a:lnTo>
                  <a:pt x="1657350" y="394970"/>
                </a:lnTo>
                <a:lnTo>
                  <a:pt x="1242060" y="394970"/>
                </a:lnTo>
                <a:lnTo>
                  <a:pt x="1242060" y="773430"/>
                </a:lnTo>
                <a:lnTo>
                  <a:pt x="829310" y="773430"/>
                </a:lnTo>
                <a:lnTo>
                  <a:pt x="829310" y="394970"/>
                </a:lnTo>
                <a:lnTo>
                  <a:pt x="412750" y="394970"/>
                </a:lnTo>
                <a:lnTo>
                  <a:pt x="412750" y="774700"/>
                </a:lnTo>
                <a:lnTo>
                  <a:pt x="621030" y="774700"/>
                </a:lnTo>
                <a:lnTo>
                  <a:pt x="829310" y="774700"/>
                </a:lnTo>
                <a:lnTo>
                  <a:pt x="829310" y="1155700"/>
                </a:lnTo>
                <a:lnTo>
                  <a:pt x="412750" y="1155700"/>
                </a:lnTo>
                <a:lnTo>
                  <a:pt x="0" y="1155700"/>
                </a:lnTo>
                <a:lnTo>
                  <a:pt x="0" y="1535430"/>
                </a:lnTo>
                <a:lnTo>
                  <a:pt x="205740" y="1535430"/>
                </a:lnTo>
                <a:lnTo>
                  <a:pt x="412750" y="1535430"/>
                </a:lnTo>
                <a:lnTo>
                  <a:pt x="2070100" y="1535430"/>
                </a:lnTo>
                <a:lnTo>
                  <a:pt x="2070100" y="1155700"/>
                </a:lnTo>
                <a:close/>
              </a:path>
            </a:pathLst>
          </a:custGeom>
          <a:solidFill>
            <a:srgbClr val="05FB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0356850" y="6031229"/>
            <a:ext cx="2070100" cy="3049270"/>
          </a:xfrm>
          <a:custGeom>
            <a:avLst/>
            <a:gdLst/>
            <a:ahLst/>
            <a:cxnLst/>
            <a:rect l="l" t="t" r="r" b="b"/>
            <a:pathLst>
              <a:path w="2070100" h="3049270">
                <a:moveTo>
                  <a:pt x="412750" y="2659380"/>
                </a:moveTo>
                <a:lnTo>
                  <a:pt x="0" y="2659380"/>
                </a:lnTo>
                <a:lnTo>
                  <a:pt x="0" y="3049270"/>
                </a:lnTo>
                <a:lnTo>
                  <a:pt x="205740" y="3049270"/>
                </a:lnTo>
                <a:lnTo>
                  <a:pt x="412750" y="3049270"/>
                </a:lnTo>
                <a:lnTo>
                  <a:pt x="412750" y="2659380"/>
                </a:lnTo>
                <a:close/>
              </a:path>
              <a:path w="2070100" h="3049270">
                <a:moveTo>
                  <a:pt x="828040" y="2278380"/>
                </a:moveTo>
                <a:lnTo>
                  <a:pt x="412750" y="2278380"/>
                </a:lnTo>
                <a:lnTo>
                  <a:pt x="412750" y="2658110"/>
                </a:lnTo>
                <a:lnTo>
                  <a:pt x="619760" y="2658110"/>
                </a:lnTo>
                <a:lnTo>
                  <a:pt x="828040" y="2658110"/>
                </a:lnTo>
                <a:lnTo>
                  <a:pt x="828040" y="2278380"/>
                </a:lnTo>
                <a:close/>
              </a:path>
              <a:path w="2070100" h="3049270">
                <a:moveTo>
                  <a:pt x="828040" y="381000"/>
                </a:moveTo>
                <a:lnTo>
                  <a:pt x="412750" y="381000"/>
                </a:lnTo>
                <a:lnTo>
                  <a:pt x="412750" y="759460"/>
                </a:lnTo>
                <a:lnTo>
                  <a:pt x="619760" y="759460"/>
                </a:lnTo>
                <a:lnTo>
                  <a:pt x="828040" y="759460"/>
                </a:lnTo>
                <a:lnTo>
                  <a:pt x="828040" y="381000"/>
                </a:lnTo>
                <a:close/>
              </a:path>
              <a:path w="2070100" h="3049270">
                <a:moveTo>
                  <a:pt x="1240790" y="0"/>
                </a:moveTo>
                <a:lnTo>
                  <a:pt x="828040" y="0"/>
                </a:lnTo>
                <a:lnTo>
                  <a:pt x="828040" y="379730"/>
                </a:lnTo>
                <a:lnTo>
                  <a:pt x="1033780" y="379730"/>
                </a:lnTo>
                <a:lnTo>
                  <a:pt x="1240790" y="379730"/>
                </a:lnTo>
                <a:lnTo>
                  <a:pt x="1240790" y="0"/>
                </a:lnTo>
                <a:close/>
              </a:path>
              <a:path w="2070100" h="3049270">
                <a:moveTo>
                  <a:pt x="1657350" y="2278380"/>
                </a:moveTo>
                <a:lnTo>
                  <a:pt x="1240790" y="2278380"/>
                </a:lnTo>
                <a:lnTo>
                  <a:pt x="1240790" y="2658110"/>
                </a:lnTo>
                <a:lnTo>
                  <a:pt x="1449070" y="2658110"/>
                </a:lnTo>
                <a:lnTo>
                  <a:pt x="1657350" y="2658110"/>
                </a:lnTo>
                <a:lnTo>
                  <a:pt x="1657350" y="2278380"/>
                </a:lnTo>
                <a:close/>
              </a:path>
              <a:path w="2070100" h="3049270">
                <a:moveTo>
                  <a:pt x="1657350" y="381000"/>
                </a:moveTo>
                <a:lnTo>
                  <a:pt x="1240790" y="381000"/>
                </a:lnTo>
                <a:lnTo>
                  <a:pt x="1240790" y="759460"/>
                </a:lnTo>
                <a:lnTo>
                  <a:pt x="1449070" y="759460"/>
                </a:lnTo>
                <a:lnTo>
                  <a:pt x="1657350" y="759460"/>
                </a:lnTo>
                <a:lnTo>
                  <a:pt x="1657350" y="381000"/>
                </a:lnTo>
                <a:close/>
              </a:path>
              <a:path w="2070100" h="3049270">
                <a:moveTo>
                  <a:pt x="2070100" y="2659380"/>
                </a:moveTo>
                <a:lnTo>
                  <a:pt x="1657350" y="2659380"/>
                </a:lnTo>
                <a:lnTo>
                  <a:pt x="1657350" y="3049270"/>
                </a:lnTo>
                <a:lnTo>
                  <a:pt x="1864360" y="3049270"/>
                </a:lnTo>
                <a:lnTo>
                  <a:pt x="2070100" y="3049270"/>
                </a:lnTo>
                <a:lnTo>
                  <a:pt x="2070100" y="2659380"/>
                </a:lnTo>
                <a:close/>
              </a:path>
              <a:path w="2070100" h="3049270">
                <a:moveTo>
                  <a:pt x="2070100" y="1139190"/>
                </a:moveTo>
                <a:lnTo>
                  <a:pt x="1657350" y="1139190"/>
                </a:lnTo>
                <a:lnTo>
                  <a:pt x="1240790" y="1139190"/>
                </a:lnTo>
                <a:lnTo>
                  <a:pt x="1240790" y="759460"/>
                </a:lnTo>
                <a:lnTo>
                  <a:pt x="828040" y="759460"/>
                </a:lnTo>
                <a:lnTo>
                  <a:pt x="828040" y="1139190"/>
                </a:lnTo>
                <a:lnTo>
                  <a:pt x="412750" y="1139190"/>
                </a:lnTo>
                <a:lnTo>
                  <a:pt x="0" y="1139190"/>
                </a:lnTo>
                <a:lnTo>
                  <a:pt x="0" y="1518920"/>
                </a:lnTo>
                <a:lnTo>
                  <a:pt x="205740" y="1518920"/>
                </a:lnTo>
                <a:lnTo>
                  <a:pt x="412750" y="1518920"/>
                </a:lnTo>
                <a:lnTo>
                  <a:pt x="619760" y="1518920"/>
                </a:lnTo>
                <a:lnTo>
                  <a:pt x="828040" y="1518920"/>
                </a:lnTo>
                <a:lnTo>
                  <a:pt x="828040" y="1898650"/>
                </a:lnTo>
                <a:lnTo>
                  <a:pt x="828040" y="2278380"/>
                </a:lnTo>
                <a:lnTo>
                  <a:pt x="1033780" y="2278380"/>
                </a:lnTo>
                <a:lnTo>
                  <a:pt x="1240790" y="2278380"/>
                </a:lnTo>
                <a:lnTo>
                  <a:pt x="1240790" y="1898650"/>
                </a:lnTo>
                <a:lnTo>
                  <a:pt x="1240790" y="1518920"/>
                </a:lnTo>
                <a:lnTo>
                  <a:pt x="1449070" y="1518920"/>
                </a:lnTo>
                <a:lnTo>
                  <a:pt x="1657350" y="1518920"/>
                </a:lnTo>
                <a:lnTo>
                  <a:pt x="1864360" y="1518920"/>
                </a:lnTo>
                <a:lnTo>
                  <a:pt x="2070100" y="1518920"/>
                </a:lnTo>
                <a:lnTo>
                  <a:pt x="2070100" y="1139190"/>
                </a:lnTo>
                <a:close/>
              </a:path>
            </a:pathLst>
          </a:custGeom>
          <a:solidFill>
            <a:srgbClr val="FA1C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28929" y="2131060"/>
            <a:ext cx="12344400" cy="1270"/>
          </a:xfrm>
          <a:custGeom>
            <a:avLst/>
            <a:gdLst/>
            <a:ahLst/>
            <a:cxnLst/>
            <a:rect l="l" t="t" r="r" b="b"/>
            <a:pathLst>
              <a:path w="12344400" h="1269">
                <a:moveTo>
                  <a:pt x="0" y="0"/>
                </a:moveTo>
                <a:lnTo>
                  <a:pt x="12344400" y="1270"/>
                </a:lnTo>
              </a:path>
            </a:pathLst>
          </a:custGeom>
          <a:ln w="50676">
            <a:solidFill>
              <a:srgbClr val="2C2C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 txBox="1"/>
          <p:nvPr/>
        </p:nvSpPr>
        <p:spPr>
          <a:xfrm>
            <a:off x="328929" y="2465070"/>
            <a:ext cx="12192000" cy="786113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168910" rIns="0" bIns="0" rtlCol="0">
            <a:spAutoFit/>
          </a:bodyPr>
          <a:lstStyle/>
          <a:p>
            <a:pPr marL="90170" algn="ctr">
              <a:lnSpc>
                <a:spcPct val="100000"/>
              </a:lnSpc>
              <a:spcBef>
                <a:spcPts val="1330"/>
              </a:spcBef>
              <a:tabLst>
                <a:tab pos="4111625" algn="l"/>
              </a:tabLst>
            </a:pPr>
            <a:r>
              <a:rPr sz="4000" b="1" dirty="0">
                <a:solidFill>
                  <a:srgbClr val="FF0000"/>
                </a:solidFill>
                <a:latin typeface="Century Gothic"/>
                <a:cs typeface="Century Gothic"/>
              </a:rPr>
              <a:t>Art</a:t>
            </a:r>
            <a:r>
              <a:rPr sz="4000" b="1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4000" b="1" dirty="0">
                <a:latin typeface="Century Gothic"/>
                <a:cs typeface="Century Gothic"/>
              </a:rPr>
              <a:t>or </a:t>
            </a:r>
            <a:r>
              <a:rPr sz="4000" b="1" spc="-10" dirty="0">
                <a:solidFill>
                  <a:srgbClr val="007F00"/>
                </a:solidFill>
                <a:latin typeface="Century Gothic"/>
                <a:cs typeface="Century Gothic"/>
              </a:rPr>
              <a:t>Science</a:t>
            </a:r>
            <a:r>
              <a:rPr sz="4000" b="1" spc="-10" dirty="0">
                <a:latin typeface="Century Gothic"/>
                <a:cs typeface="Century Gothic"/>
              </a:rPr>
              <a:t>?</a:t>
            </a:r>
            <a:endParaRPr sz="4000" dirty="0">
              <a:latin typeface="Century Gothic"/>
              <a:cs typeface="Century Gothic"/>
            </a:endParaRPr>
          </a:p>
        </p:txBody>
      </p:sp>
      <p:grpSp>
        <p:nvGrpSpPr>
          <p:cNvPr id="107" name="object 107"/>
          <p:cNvGrpSpPr/>
          <p:nvPr/>
        </p:nvGrpSpPr>
        <p:grpSpPr>
          <a:xfrm>
            <a:off x="323850" y="3831590"/>
            <a:ext cx="12202160" cy="778510"/>
            <a:chOff x="323850" y="3831590"/>
            <a:chExt cx="12202160" cy="778510"/>
          </a:xfrm>
        </p:grpSpPr>
        <p:pic>
          <p:nvPicPr>
            <p:cNvPr id="108" name="object 10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50" y="3846830"/>
              <a:ext cx="12202160" cy="762862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327660" y="3831589"/>
              <a:ext cx="12193270" cy="30480"/>
            </a:xfrm>
            <a:custGeom>
              <a:avLst/>
              <a:gdLst/>
              <a:ahLst/>
              <a:cxnLst/>
              <a:rect l="l" t="t" r="r" b="b"/>
              <a:pathLst>
                <a:path w="12193270" h="30479">
                  <a:moveTo>
                    <a:pt x="121932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0" y="30480"/>
                  </a:lnTo>
                  <a:lnTo>
                    <a:pt x="12193270" y="30480"/>
                  </a:lnTo>
                  <a:lnTo>
                    <a:pt x="12193270" y="15240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327660" y="3862070"/>
              <a:ext cx="12193270" cy="15240"/>
            </a:xfrm>
            <a:custGeom>
              <a:avLst/>
              <a:gdLst/>
              <a:ahLst/>
              <a:cxnLst/>
              <a:rect l="l" t="t" r="r" b="b"/>
              <a:pathLst>
                <a:path w="12193270" h="15239">
                  <a:moveTo>
                    <a:pt x="121932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193270" y="15239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327660" y="3877310"/>
              <a:ext cx="12193270" cy="15240"/>
            </a:xfrm>
            <a:custGeom>
              <a:avLst/>
              <a:gdLst/>
              <a:ahLst/>
              <a:cxnLst/>
              <a:rect l="l" t="t" r="r" b="b"/>
              <a:pathLst>
                <a:path w="12193270" h="15239">
                  <a:moveTo>
                    <a:pt x="121932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193270" y="15239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327660" y="3892550"/>
              <a:ext cx="12193270" cy="15240"/>
            </a:xfrm>
            <a:custGeom>
              <a:avLst/>
              <a:gdLst/>
              <a:ahLst/>
              <a:cxnLst/>
              <a:rect l="l" t="t" r="r" b="b"/>
              <a:pathLst>
                <a:path w="12193270" h="15239">
                  <a:moveTo>
                    <a:pt x="121932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193270" y="15239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327660" y="3907790"/>
              <a:ext cx="12193270" cy="15240"/>
            </a:xfrm>
            <a:custGeom>
              <a:avLst/>
              <a:gdLst/>
              <a:ahLst/>
              <a:cxnLst/>
              <a:rect l="l" t="t" r="r" b="b"/>
              <a:pathLst>
                <a:path w="12193270" h="15239">
                  <a:moveTo>
                    <a:pt x="121932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193270" y="15239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327660" y="3923030"/>
              <a:ext cx="12193270" cy="15240"/>
            </a:xfrm>
            <a:custGeom>
              <a:avLst/>
              <a:gdLst/>
              <a:ahLst/>
              <a:cxnLst/>
              <a:rect l="l" t="t" r="r" b="b"/>
              <a:pathLst>
                <a:path w="12193270" h="15239">
                  <a:moveTo>
                    <a:pt x="121932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193270" y="15240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327660" y="3938270"/>
              <a:ext cx="12193270" cy="16510"/>
            </a:xfrm>
            <a:custGeom>
              <a:avLst/>
              <a:gdLst/>
              <a:ahLst/>
              <a:cxnLst/>
              <a:rect l="l" t="t" r="r" b="b"/>
              <a:pathLst>
                <a:path w="12193270" h="16510">
                  <a:moveTo>
                    <a:pt x="12193270" y="0"/>
                  </a:moveTo>
                  <a:lnTo>
                    <a:pt x="0" y="0"/>
                  </a:lnTo>
                  <a:lnTo>
                    <a:pt x="0" y="16509"/>
                  </a:lnTo>
                  <a:lnTo>
                    <a:pt x="12193270" y="16509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327660" y="3954780"/>
              <a:ext cx="12193270" cy="13970"/>
            </a:xfrm>
            <a:custGeom>
              <a:avLst/>
              <a:gdLst/>
              <a:ahLst/>
              <a:cxnLst/>
              <a:rect l="l" t="t" r="r" b="b"/>
              <a:pathLst>
                <a:path w="12193270" h="13970">
                  <a:moveTo>
                    <a:pt x="121932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193270" y="13970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327660" y="3968750"/>
              <a:ext cx="12193270" cy="16510"/>
            </a:xfrm>
            <a:custGeom>
              <a:avLst/>
              <a:gdLst/>
              <a:ahLst/>
              <a:cxnLst/>
              <a:rect l="l" t="t" r="r" b="b"/>
              <a:pathLst>
                <a:path w="12193270" h="16510">
                  <a:moveTo>
                    <a:pt x="1219327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12193270" y="16510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327660" y="3985260"/>
              <a:ext cx="12193270" cy="15240"/>
            </a:xfrm>
            <a:custGeom>
              <a:avLst/>
              <a:gdLst/>
              <a:ahLst/>
              <a:cxnLst/>
              <a:rect l="l" t="t" r="r" b="b"/>
              <a:pathLst>
                <a:path w="12193270" h="15239">
                  <a:moveTo>
                    <a:pt x="121932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193270" y="15239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327660" y="4000500"/>
              <a:ext cx="12193270" cy="15240"/>
            </a:xfrm>
            <a:custGeom>
              <a:avLst/>
              <a:gdLst/>
              <a:ahLst/>
              <a:cxnLst/>
              <a:rect l="l" t="t" r="r" b="b"/>
              <a:pathLst>
                <a:path w="12193270" h="15239">
                  <a:moveTo>
                    <a:pt x="121932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193270" y="15239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327660" y="4015740"/>
              <a:ext cx="12193270" cy="15240"/>
            </a:xfrm>
            <a:custGeom>
              <a:avLst/>
              <a:gdLst/>
              <a:ahLst/>
              <a:cxnLst/>
              <a:rect l="l" t="t" r="r" b="b"/>
              <a:pathLst>
                <a:path w="12193270" h="15239">
                  <a:moveTo>
                    <a:pt x="121932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193270" y="15239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327660" y="4030980"/>
              <a:ext cx="12193270" cy="15240"/>
            </a:xfrm>
            <a:custGeom>
              <a:avLst/>
              <a:gdLst/>
              <a:ahLst/>
              <a:cxnLst/>
              <a:rect l="l" t="t" r="r" b="b"/>
              <a:pathLst>
                <a:path w="12193270" h="15239">
                  <a:moveTo>
                    <a:pt x="121932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193270" y="15240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327660" y="4046220"/>
              <a:ext cx="12193270" cy="15240"/>
            </a:xfrm>
            <a:custGeom>
              <a:avLst/>
              <a:gdLst/>
              <a:ahLst/>
              <a:cxnLst/>
              <a:rect l="l" t="t" r="r" b="b"/>
              <a:pathLst>
                <a:path w="12193270" h="15239">
                  <a:moveTo>
                    <a:pt x="121932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193270" y="15239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327660" y="4061460"/>
              <a:ext cx="12193270" cy="16510"/>
            </a:xfrm>
            <a:custGeom>
              <a:avLst/>
              <a:gdLst/>
              <a:ahLst/>
              <a:cxnLst/>
              <a:rect l="l" t="t" r="r" b="b"/>
              <a:pathLst>
                <a:path w="12193270" h="16510">
                  <a:moveTo>
                    <a:pt x="1219327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12193270" y="16510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327660" y="4077970"/>
              <a:ext cx="12193270" cy="13970"/>
            </a:xfrm>
            <a:custGeom>
              <a:avLst/>
              <a:gdLst/>
              <a:ahLst/>
              <a:cxnLst/>
              <a:rect l="l" t="t" r="r" b="b"/>
              <a:pathLst>
                <a:path w="12193270" h="13970">
                  <a:moveTo>
                    <a:pt x="121932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2193270" y="13969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327660" y="4091940"/>
              <a:ext cx="12193270" cy="16510"/>
            </a:xfrm>
            <a:custGeom>
              <a:avLst/>
              <a:gdLst/>
              <a:ahLst/>
              <a:cxnLst/>
              <a:rect l="l" t="t" r="r" b="b"/>
              <a:pathLst>
                <a:path w="12193270" h="16510">
                  <a:moveTo>
                    <a:pt x="1219327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12193270" y="16510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327660" y="4108450"/>
              <a:ext cx="12193270" cy="15240"/>
            </a:xfrm>
            <a:custGeom>
              <a:avLst/>
              <a:gdLst/>
              <a:ahLst/>
              <a:cxnLst/>
              <a:rect l="l" t="t" r="r" b="b"/>
              <a:pathLst>
                <a:path w="12193270" h="15239">
                  <a:moveTo>
                    <a:pt x="121932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193270" y="15239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327660" y="4123690"/>
              <a:ext cx="12193270" cy="15240"/>
            </a:xfrm>
            <a:custGeom>
              <a:avLst/>
              <a:gdLst/>
              <a:ahLst/>
              <a:cxnLst/>
              <a:rect l="l" t="t" r="r" b="b"/>
              <a:pathLst>
                <a:path w="12193270" h="15239">
                  <a:moveTo>
                    <a:pt x="121932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193270" y="15239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327660" y="4138930"/>
              <a:ext cx="12193270" cy="15240"/>
            </a:xfrm>
            <a:custGeom>
              <a:avLst/>
              <a:gdLst/>
              <a:ahLst/>
              <a:cxnLst/>
              <a:rect l="l" t="t" r="r" b="b"/>
              <a:pathLst>
                <a:path w="12193270" h="15239">
                  <a:moveTo>
                    <a:pt x="121932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193270" y="15240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327660" y="4154170"/>
              <a:ext cx="12193270" cy="15240"/>
            </a:xfrm>
            <a:custGeom>
              <a:avLst/>
              <a:gdLst/>
              <a:ahLst/>
              <a:cxnLst/>
              <a:rect l="l" t="t" r="r" b="b"/>
              <a:pathLst>
                <a:path w="12193270" h="15239">
                  <a:moveTo>
                    <a:pt x="121932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193270" y="15239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327660" y="4169410"/>
              <a:ext cx="12193270" cy="15240"/>
            </a:xfrm>
            <a:custGeom>
              <a:avLst/>
              <a:gdLst/>
              <a:ahLst/>
              <a:cxnLst/>
              <a:rect l="l" t="t" r="r" b="b"/>
              <a:pathLst>
                <a:path w="12193270" h="15239">
                  <a:moveTo>
                    <a:pt x="121932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193270" y="15239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327660" y="4184650"/>
              <a:ext cx="12193270" cy="15240"/>
            </a:xfrm>
            <a:custGeom>
              <a:avLst/>
              <a:gdLst/>
              <a:ahLst/>
              <a:cxnLst/>
              <a:rect l="l" t="t" r="r" b="b"/>
              <a:pathLst>
                <a:path w="12193270" h="15239">
                  <a:moveTo>
                    <a:pt x="121932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193270" y="15239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327660" y="4199890"/>
              <a:ext cx="12193270" cy="15240"/>
            </a:xfrm>
            <a:custGeom>
              <a:avLst/>
              <a:gdLst/>
              <a:ahLst/>
              <a:cxnLst/>
              <a:rect l="l" t="t" r="r" b="b"/>
              <a:pathLst>
                <a:path w="12193270" h="15239">
                  <a:moveTo>
                    <a:pt x="121932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193270" y="15239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327660" y="4215130"/>
              <a:ext cx="12193270" cy="16510"/>
            </a:xfrm>
            <a:custGeom>
              <a:avLst/>
              <a:gdLst/>
              <a:ahLst/>
              <a:cxnLst/>
              <a:rect l="l" t="t" r="r" b="b"/>
              <a:pathLst>
                <a:path w="12193270" h="16510">
                  <a:moveTo>
                    <a:pt x="1219327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12193270" y="16510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327660" y="4231640"/>
              <a:ext cx="12193270" cy="15240"/>
            </a:xfrm>
            <a:custGeom>
              <a:avLst/>
              <a:gdLst/>
              <a:ahLst/>
              <a:cxnLst/>
              <a:rect l="l" t="t" r="r" b="b"/>
              <a:pathLst>
                <a:path w="12193270" h="15239">
                  <a:moveTo>
                    <a:pt x="121932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193270" y="15239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327660" y="4246880"/>
              <a:ext cx="12193270" cy="15240"/>
            </a:xfrm>
            <a:custGeom>
              <a:avLst/>
              <a:gdLst/>
              <a:ahLst/>
              <a:cxnLst/>
              <a:rect l="l" t="t" r="r" b="b"/>
              <a:pathLst>
                <a:path w="12193270" h="15239">
                  <a:moveTo>
                    <a:pt x="121932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193270" y="15240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327660" y="4262120"/>
              <a:ext cx="12193270" cy="15240"/>
            </a:xfrm>
            <a:custGeom>
              <a:avLst/>
              <a:gdLst/>
              <a:ahLst/>
              <a:cxnLst/>
              <a:rect l="l" t="t" r="r" b="b"/>
              <a:pathLst>
                <a:path w="12193270" h="15239">
                  <a:moveTo>
                    <a:pt x="121932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193270" y="15239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327660" y="4277360"/>
              <a:ext cx="12193270" cy="15240"/>
            </a:xfrm>
            <a:custGeom>
              <a:avLst/>
              <a:gdLst/>
              <a:ahLst/>
              <a:cxnLst/>
              <a:rect l="l" t="t" r="r" b="b"/>
              <a:pathLst>
                <a:path w="12193270" h="15239">
                  <a:moveTo>
                    <a:pt x="121932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193270" y="15239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327660" y="4292600"/>
              <a:ext cx="12193270" cy="15240"/>
            </a:xfrm>
            <a:custGeom>
              <a:avLst/>
              <a:gdLst/>
              <a:ahLst/>
              <a:cxnLst/>
              <a:rect l="l" t="t" r="r" b="b"/>
              <a:pathLst>
                <a:path w="12193270" h="15239">
                  <a:moveTo>
                    <a:pt x="121932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193270" y="15239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327660" y="4307840"/>
              <a:ext cx="12193270" cy="15240"/>
            </a:xfrm>
            <a:custGeom>
              <a:avLst/>
              <a:gdLst/>
              <a:ahLst/>
              <a:cxnLst/>
              <a:rect l="l" t="t" r="r" b="b"/>
              <a:pathLst>
                <a:path w="12193270" h="15239">
                  <a:moveTo>
                    <a:pt x="121932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193270" y="15239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327660" y="4323080"/>
              <a:ext cx="12193270" cy="15240"/>
            </a:xfrm>
            <a:custGeom>
              <a:avLst/>
              <a:gdLst/>
              <a:ahLst/>
              <a:cxnLst/>
              <a:rect l="l" t="t" r="r" b="b"/>
              <a:pathLst>
                <a:path w="12193270" h="15239">
                  <a:moveTo>
                    <a:pt x="121932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193270" y="15240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327660" y="4338319"/>
              <a:ext cx="12193270" cy="31750"/>
            </a:xfrm>
            <a:custGeom>
              <a:avLst/>
              <a:gdLst/>
              <a:ahLst/>
              <a:cxnLst/>
              <a:rect l="l" t="t" r="r" b="b"/>
              <a:pathLst>
                <a:path w="12193270" h="31750">
                  <a:moveTo>
                    <a:pt x="1219327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0" y="31750"/>
                  </a:lnTo>
                  <a:lnTo>
                    <a:pt x="12193270" y="31750"/>
                  </a:lnTo>
                  <a:lnTo>
                    <a:pt x="12193270" y="16510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327660" y="4370070"/>
              <a:ext cx="12193270" cy="15240"/>
            </a:xfrm>
            <a:custGeom>
              <a:avLst/>
              <a:gdLst/>
              <a:ahLst/>
              <a:cxnLst/>
              <a:rect l="l" t="t" r="r" b="b"/>
              <a:pathLst>
                <a:path w="12193270" h="15239">
                  <a:moveTo>
                    <a:pt x="121932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193270" y="15239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327660" y="4385310"/>
              <a:ext cx="12193270" cy="15240"/>
            </a:xfrm>
            <a:custGeom>
              <a:avLst/>
              <a:gdLst/>
              <a:ahLst/>
              <a:cxnLst/>
              <a:rect l="l" t="t" r="r" b="b"/>
              <a:pathLst>
                <a:path w="12193270" h="15239">
                  <a:moveTo>
                    <a:pt x="121932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193270" y="15239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327660" y="4400550"/>
              <a:ext cx="12193270" cy="15240"/>
            </a:xfrm>
            <a:custGeom>
              <a:avLst/>
              <a:gdLst/>
              <a:ahLst/>
              <a:cxnLst/>
              <a:rect l="l" t="t" r="r" b="b"/>
              <a:pathLst>
                <a:path w="12193270" h="15239">
                  <a:moveTo>
                    <a:pt x="121932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193270" y="15239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327660" y="4415790"/>
              <a:ext cx="12193270" cy="15240"/>
            </a:xfrm>
            <a:custGeom>
              <a:avLst/>
              <a:gdLst/>
              <a:ahLst/>
              <a:cxnLst/>
              <a:rect l="l" t="t" r="r" b="b"/>
              <a:pathLst>
                <a:path w="12193270" h="15239">
                  <a:moveTo>
                    <a:pt x="121932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193270" y="15239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327660" y="4431030"/>
              <a:ext cx="12193270" cy="15240"/>
            </a:xfrm>
            <a:custGeom>
              <a:avLst/>
              <a:gdLst/>
              <a:ahLst/>
              <a:cxnLst/>
              <a:rect l="l" t="t" r="r" b="b"/>
              <a:pathLst>
                <a:path w="12193270" h="15239">
                  <a:moveTo>
                    <a:pt x="121932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193270" y="15240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327660" y="4446270"/>
              <a:ext cx="12193270" cy="15240"/>
            </a:xfrm>
            <a:custGeom>
              <a:avLst/>
              <a:gdLst/>
              <a:ahLst/>
              <a:cxnLst/>
              <a:rect l="l" t="t" r="r" b="b"/>
              <a:pathLst>
                <a:path w="12193270" h="15239">
                  <a:moveTo>
                    <a:pt x="121932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193270" y="15239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327660" y="4461510"/>
              <a:ext cx="12193270" cy="15240"/>
            </a:xfrm>
            <a:custGeom>
              <a:avLst/>
              <a:gdLst/>
              <a:ahLst/>
              <a:cxnLst/>
              <a:rect l="l" t="t" r="r" b="b"/>
              <a:pathLst>
                <a:path w="12193270" h="15239">
                  <a:moveTo>
                    <a:pt x="121932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193270" y="15239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327660" y="4476750"/>
              <a:ext cx="12193270" cy="16510"/>
            </a:xfrm>
            <a:custGeom>
              <a:avLst/>
              <a:gdLst/>
              <a:ahLst/>
              <a:cxnLst/>
              <a:rect l="l" t="t" r="r" b="b"/>
              <a:pathLst>
                <a:path w="12193270" h="16510">
                  <a:moveTo>
                    <a:pt x="1219327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12193270" y="16510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327660" y="4493260"/>
              <a:ext cx="12193270" cy="15240"/>
            </a:xfrm>
            <a:custGeom>
              <a:avLst/>
              <a:gdLst/>
              <a:ahLst/>
              <a:cxnLst/>
              <a:rect l="l" t="t" r="r" b="b"/>
              <a:pathLst>
                <a:path w="12193270" h="15239">
                  <a:moveTo>
                    <a:pt x="121932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193270" y="15239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327660" y="4508500"/>
              <a:ext cx="12193270" cy="15240"/>
            </a:xfrm>
            <a:custGeom>
              <a:avLst/>
              <a:gdLst/>
              <a:ahLst/>
              <a:cxnLst/>
              <a:rect l="l" t="t" r="r" b="b"/>
              <a:pathLst>
                <a:path w="12193270" h="15239">
                  <a:moveTo>
                    <a:pt x="121932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193270" y="15239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327660" y="4523740"/>
              <a:ext cx="12193270" cy="15240"/>
            </a:xfrm>
            <a:custGeom>
              <a:avLst/>
              <a:gdLst/>
              <a:ahLst/>
              <a:cxnLst/>
              <a:rect l="l" t="t" r="r" b="b"/>
              <a:pathLst>
                <a:path w="12193270" h="15239">
                  <a:moveTo>
                    <a:pt x="121932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193270" y="15239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327660" y="4538980"/>
              <a:ext cx="12193270" cy="15240"/>
            </a:xfrm>
            <a:custGeom>
              <a:avLst/>
              <a:gdLst/>
              <a:ahLst/>
              <a:cxnLst/>
              <a:rect l="l" t="t" r="r" b="b"/>
              <a:pathLst>
                <a:path w="12193270" h="15239">
                  <a:moveTo>
                    <a:pt x="121932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193270" y="15240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327660" y="4554220"/>
              <a:ext cx="12193270" cy="15240"/>
            </a:xfrm>
            <a:custGeom>
              <a:avLst/>
              <a:gdLst/>
              <a:ahLst/>
              <a:cxnLst/>
              <a:rect l="l" t="t" r="r" b="b"/>
              <a:pathLst>
                <a:path w="12193270" h="15239">
                  <a:moveTo>
                    <a:pt x="121932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193270" y="15239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327660" y="4569460"/>
              <a:ext cx="12193270" cy="15240"/>
            </a:xfrm>
            <a:custGeom>
              <a:avLst/>
              <a:gdLst/>
              <a:ahLst/>
              <a:cxnLst/>
              <a:rect l="l" t="t" r="r" b="b"/>
              <a:pathLst>
                <a:path w="12193270" h="15239">
                  <a:moveTo>
                    <a:pt x="121932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193270" y="15239"/>
                  </a:lnTo>
                  <a:lnTo>
                    <a:pt x="12193270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6" name="object 156"/>
          <p:cNvSpPr txBox="1"/>
          <p:nvPr/>
        </p:nvSpPr>
        <p:spPr>
          <a:xfrm>
            <a:off x="328929" y="3831590"/>
            <a:ext cx="12192000" cy="75311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15621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230"/>
              </a:spcBef>
            </a:pPr>
            <a:r>
              <a:rPr sz="3600" dirty="0">
                <a:latin typeface="Century Gothic"/>
                <a:cs typeface="Century Gothic"/>
              </a:rPr>
              <a:t>Science</a:t>
            </a:r>
            <a:r>
              <a:rPr sz="3600" spc="-1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means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to</a:t>
            </a:r>
            <a:r>
              <a:rPr sz="3600" spc="-25" dirty="0">
                <a:latin typeface="Century Gothic"/>
                <a:cs typeface="Century Gothic"/>
              </a:rPr>
              <a:t> </a:t>
            </a:r>
            <a:r>
              <a:rPr sz="3600" b="1" dirty="0">
                <a:latin typeface="Century Gothic"/>
                <a:cs typeface="Century Gothic"/>
              </a:rPr>
              <a:t>measure</a:t>
            </a:r>
            <a:r>
              <a:rPr sz="3600" b="1" spc="-5" dirty="0">
                <a:latin typeface="Century Gothic"/>
                <a:cs typeface="Century Gothic"/>
              </a:rPr>
              <a:t> </a:t>
            </a:r>
            <a:r>
              <a:rPr sz="3600" spc="-10" dirty="0">
                <a:latin typeface="Century Gothic"/>
                <a:cs typeface="Century Gothic"/>
              </a:rPr>
              <a:t>something!</a:t>
            </a:r>
            <a:endParaRPr sz="36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80360" y="1799589"/>
            <a:ext cx="10123170" cy="7952740"/>
            <a:chOff x="2880360" y="1799589"/>
            <a:chExt cx="10123170" cy="795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80360" y="1799589"/>
              <a:ext cx="10123169" cy="795274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881620" y="2659379"/>
              <a:ext cx="615950" cy="5636260"/>
            </a:xfrm>
            <a:custGeom>
              <a:avLst/>
              <a:gdLst/>
              <a:ahLst/>
              <a:cxnLst/>
              <a:rect l="l" t="t" r="r" b="b"/>
              <a:pathLst>
                <a:path w="615950" h="5636259">
                  <a:moveTo>
                    <a:pt x="278130" y="4057650"/>
                  </a:moveTo>
                  <a:lnTo>
                    <a:pt x="182880" y="3820160"/>
                  </a:lnTo>
                  <a:lnTo>
                    <a:pt x="50800" y="4039870"/>
                  </a:lnTo>
                  <a:lnTo>
                    <a:pt x="125933" y="4045750"/>
                  </a:lnTo>
                  <a:lnTo>
                    <a:pt x="0" y="5631180"/>
                  </a:lnTo>
                  <a:lnTo>
                    <a:pt x="76200" y="5636260"/>
                  </a:lnTo>
                  <a:lnTo>
                    <a:pt x="202171" y="4051719"/>
                  </a:lnTo>
                  <a:lnTo>
                    <a:pt x="278130" y="4057650"/>
                  </a:lnTo>
                  <a:close/>
                </a:path>
                <a:path w="615950" h="5636259">
                  <a:moveTo>
                    <a:pt x="615950" y="8890"/>
                  </a:moveTo>
                  <a:lnTo>
                    <a:pt x="577850" y="5080"/>
                  </a:lnTo>
                  <a:lnTo>
                    <a:pt x="541020" y="0"/>
                  </a:lnTo>
                  <a:lnTo>
                    <a:pt x="386118" y="1392821"/>
                  </a:lnTo>
                  <a:lnTo>
                    <a:pt x="309880" y="1384300"/>
                  </a:lnTo>
                  <a:lnTo>
                    <a:pt x="398780" y="1624330"/>
                  </a:lnTo>
                  <a:lnTo>
                    <a:pt x="537210" y="1409700"/>
                  </a:lnTo>
                  <a:lnTo>
                    <a:pt x="462191" y="1401330"/>
                  </a:lnTo>
                  <a:lnTo>
                    <a:pt x="615950" y="889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1330" rIns="0" bIns="0" rtlCol="0">
            <a:spAutoFit/>
          </a:bodyPr>
          <a:lstStyle/>
          <a:p>
            <a:pPr marL="265557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latin typeface="Century Gothic"/>
                <a:cs typeface="Century Gothic"/>
              </a:rPr>
              <a:t>Which</a:t>
            </a:r>
            <a:r>
              <a:rPr sz="4400" b="1" spc="-20" dirty="0">
                <a:latin typeface="Century Gothic"/>
                <a:cs typeface="Century Gothic"/>
              </a:rPr>
              <a:t> </a:t>
            </a:r>
            <a:r>
              <a:rPr sz="4400" b="1" dirty="0">
                <a:latin typeface="Century Gothic"/>
                <a:cs typeface="Century Gothic"/>
              </a:rPr>
              <a:t>is</a:t>
            </a:r>
            <a:r>
              <a:rPr sz="4400" b="1" spc="-5" dirty="0">
                <a:latin typeface="Century Gothic"/>
                <a:cs typeface="Century Gothic"/>
              </a:rPr>
              <a:t> </a:t>
            </a:r>
            <a:r>
              <a:rPr sz="4400" b="1" dirty="0">
                <a:latin typeface="Century Gothic"/>
                <a:cs typeface="Century Gothic"/>
              </a:rPr>
              <a:t>brighter</a:t>
            </a:r>
            <a:r>
              <a:rPr sz="4400" b="1" spc="-10" dirty="0">
                <a:latin typeface="Century Gothic"/>
                <a:cs typeface="Century Gothic"/>
              </a:rPr>
              <a:t> </a:t>
            </a:r>
            <a:r>
              <a:rPr sz="4400" b="1" dirty="0">
                <a:latin typeface="Century Gothic"/>
                <a:cs typeface="Century Gothic"/>
              </a:rPr>
              <a:t>A</a:t>
            </a:r>
            <a:r>
              <a:rPr sz="4400" b="1" spc="-15" dirty="0">
                <a:latin typeface="Century Gothic"/>
                <a:cs typeface="Century Gothic"/>
              </a:rPr>
              <a:t> </a:t>
            </a:r>
            <a:r>
              <a:rPr sz="4400" b="1" dirty="0">
                <a:latin typeface="Century Gothic"/>
                <a:cs typeface="Century Gothic"/>
              </a:rPr>
              <a:t>or</a:t>
            </a:r>
            <a:r>
              <a:rPr sz="4400" b="1" spc="-5" dirty="0">
                <a:latin typeface="Century Gothic"/>
                <a:cs typeface="Century Gothic"/>
              </a:rPr>
              <a:t> </a:t>
            </a:r>
            <a:r>
              <a:rPr sz="4400" b="1" spc="-25" dirty="0">
                <a:latin typeface="Century Gothic"/>
                <a:cs typeface="Century Gothic"/>
              </a:rPr>
              <a:t>B?</a:t>
            </a:r>
            <a:endParaRPr sz="4400">
              <a:latin typeface="Century Gothic"/>
              <a:cs typeface="Century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8929" y="1447800"/>
            <a:ext cx="12344400" cy="1270"/>
          </a:xfrm>
          <a:custGeom>
            <a:avLst/>
            <a:gdLst/>
            <a:ahLst/>
            <a:cxnLst/>
            <a:rect l="l" t="t" r="r" b="b"/>
            <a:pathLst>
              <a:path w="12344400" h="1269">
                <a:moveTo>
                  <a:pt x="0" y="0"/>
                </a:moveTo>
                <a:lnTo>
                  <a:pt x="12344400" y="1270"/>
                </a:lnTo>
              </a:path>
            </a:pathLst>
          </a:custGeom>
          <a:ln w="76194">
            <a:solidFill>
              <a:srgbClr val="2C2C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9539" y="2903220"/>
            <a:ext cx="2717800" cy="6059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solidFill>
                  <a:srgbClr val="00007F"/>
                </a:solidFill>
                <a:latin typeface="Century Gothic"/>
                <a:cs typeface="Century Gothic"/>
              </a:rPr>
              <a:t>Still</a:t>
            </a:r>
            <a:r>
              <a:rPr sz="4400" b="1" spc="-10" dirty="0">
                <a:solidFill>
                  <a:srgbClr val="00007F"/>
                </a:solidFill>
                <a:latin typeface="Century Gothic"/>
                <a:cs typeface="Century Gothic"/>
              </a:rPr>
              <a:t> </a:t>
            </a:r>
            <a:r>
              <a:rPr sz="4400" b="1" spc="-20" dirty="0">
                <a:solidFill>
                  <a:srgbClr val="00007F"/>
                </a:solidFill>
                <a:latin typeface="Century Gothic"/>
                <a:cs typeface="Century Gothic"/>
              </a:rPr>
              <a:t>sure </a:t>
            </a:r>
            <a:r>
              <a:rPr sz="4400" b="1" dirty="0">
                <a:solidFill>
                  <a:srgbClr val="00007F"/>
                </a:solidFill>
                <a:latin typeface="Century Gothic"/>
                <a:cs typeface="Century Gothic"/>
              </a:rPr>
              <a:t>you</a:t>
            </a:r>
            <a:r>
              <a:rPr sz="4400" b="1" spc="-5" dirty="0">
                <a:solidFill>
                  <a:srgbClr val="00007F"/>
                </a:solidFill>
                <a:latin typeface="Century Gothic"/>
                <a:cs typeface="Century Gothic"/>
              </a:rPr>
              <a:t> </a:t>
            </a:r>
            <a:r>
              <a:rPr sz="4400" b="1" spc="-25" dirty="0">
                <a:solidFill>
                  <a:srgbClr val="00007F"/>
                </a:solidFill>
                <a:latin typeface="Century Gothic"/>
                <a:cs typeface="Century Gothic"/>
              </a:rPr>
              <a:t>can </a:t>
            </a:r>
            <a:r>
              <a:rPr sz="4400" b="1" spc="-10" dirty="0">
                <a:solidFill>
                  <a:srgbClr val="00007F"/>
                </a:solidFill>
                <a:latin typeface="Century Gothic"/>
                <a:cs typeface="Century Gothic"/>
              </a:rPr>
              <a:t>interpret intensities </a:t>
            </a:r>
            <a:r>
              <a:rPr sz="4400" b="1" spc="-25" dirty="0">
                <a:solidFill>
                  <a:srgbClr val="00007F"/>
                </a:solidFill>
                <a:latin typeface="Century Gothic"/>
                <a:cs typeface="Century Gothic"/>
              </a:rPr>
              <a:t>in </a:t>
            </a:r>
            <a:r>
              <a:rPr sz="4400" b="1" spc="-10" dirty="0">
                <a:solidFill>
                  <a:srgbClr val="00007F"/>
                </a:solidFill>
                <a:latin typeface="Century Gothic"/>
                <a:cs typeface="Century Gothic"/>
              </a:rPr>
              <a:t>greyscale images </a:t>
            </a:r>
            <a:r>
              <a:rPr sz="4400" b="1" dirty="0">
                <a:solidFill>
                  <a:srgbClr val="00007F"/>
                </a:solidFill>
                <a:latin typeface="Century Gothic"/>
                <a:cs typeface="Century Gothic"/>
              </a:rPr>
              <a:t>with</a:t>
            </a:r>
            <a:r>
              <a:rPr sz="4400" b="1" spc="-5" dirty="0">
                <a:solidFill>
                  <a:srgbClr val="00007F"/>
                </a:solidFill>
                <a:latin typeface="Century Gothic"/>
                <a:cs typeface="Century Gothic"/>
              </a:rPr>
              <a:t> </a:t>
            </a:r>
            <a:r>
              <a:rPr sz="4400" b="1" spc="-20" dirty="0">
                <a:solidFill>
                  <a:srgbClr val="00007F"/>
                </a:solidFill>
                <a:latin typeface="Century Gothic"/>
                <a:cs typeface="Century Gothic"/>
              </a:rPr>
              <a:t>your </a:t>
            </a:r>
            <a:r>
              <a:rPr sz="4400" b="1" spc="-10" dirty="0">
                <a:solidFill>
                  <a:srgbClr val="00007F"/>
                </a:solidFill>
                <a:latin typeface="Century Gothic"/>
                <a:cs typeface="Century Gothic"/>
              </a:rPr>
              <a:t>eyes?</a:t>
            </a:r>
            <a:endParaRPr sz="440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652688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79519" y="1546860"/>
            <a:ext cx="9224010" cy="820547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1330" rIns="0" bIns="0" rtlCol="0">
            <a:spAutoFit/>
          </a:bodyPr>
          <a:lstStyle/>
          <a:p>
            <a:pPr marL="178943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latin typeface="Century Gothic"/>
                <a:cs typeface="Century Gothic"/>
              </a:rPr>
              <a:t>Which</a:t>
            </a:r>
            <a:r>
              <a:rPr sz="4400" b="1" spc="-10" dirty="0">
                <a:latin typeface="Century Gothic"/>
                <a:cs typeface="Century Gothic"/>
              </a:rPr>
              <a:t> </a:t>
            </a:r>
            <a:r>
              <a:rPr sz="4400" b="1" dirty="0">
                <a:latin typeface="Century Gothic"/>
                <a:cs typeface="Century Gothic"/>
              </a:rPr>
              <a:t>colours</a:t>
            </a:r>
            <a:r>
              <a:rPr sz="4400" b="1" spc="-5" dirty="0">
                <a:latin typeface="Century Gothic"/>
                <a:cs typeface="Century Gothic"/>
              </a:rPr>
              <a:t> </a:t>
            </a:r>
            <a:r>
              <a:rPr sz="4400" b="1" dirty="0">
                <a:latin typeface="Century Gothic"/>
                <a:cs typeface="Century Gothic"/>
              </a:rPr>
              <a:t>can</a:t>
            </a:r>
            <a:r>
              <a:rPr sz="4400" b="1" spc="-10" dirty="0">
                <a:latin typeface="Century Gothic"/>
                <a:cs typeface="Century Gothic"/>
              </a:rPr>
              <a:t> </a:t>
            </a:r>
            <a:r>
              <a:rPr sz="4400" b="1" dirty="0">
                <a:latin typeface="Century Gothic"/>
                <a:cs typeface="Century Gothic"/>
              </a:rPr>
              <a:t>you</a:t>
            </a:r>
            <a:r>
              <a:rPr sz="4400" b="1" spc="-5" dirty="0">
                <a:latin typeface="Century Gothic"/>
                <a:cs typeface="Century Gothic"/>
              </a:rPr>
              <a:t> </a:t>
            </a:r>
            <a:r>
              <a:rPr sz="4400" b="1" spc="-10" dirty="0">
                <a:latin typeface="Century Gothic"/>
                <a:cs typeface="Century Gothic"/>
              </a:rPr>
              <a:t>see???</a:t>
            </a:r>
            <a:endParaRPr sz="4400">
              <a:latin typeface="Century Gothic"/>
              <a:cs typeface="Century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8929" y="1447800"/>
            <a:ext cx="12344400" cy="1270"/>
          </a:xfrm>
          <a:custGeom>
            <a:avLst/>
            <a:gdLst/>
            <a:ahLst/>
            <a:cxnLst/>
            <a:rect l="l" t="t" r="r" b="b"/>
            <a:pathLst>
              <a:path w="12344400" h="1269">
                <a:moveTo>
                  <a:pt x="0" y="0"/>
                </a:moveTo>
                <a:lnTo>
                  <a:pt x="12344400" y="1270"/>
                </a:lnTo>
              </a:path>
            </a:pathLst>
          </a:custGeom>
          <a:ln w="76194">
            <a:solidFill>
              <a:srgbClr val="2C2C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42865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9140" y="306069"/>
            <a:ext cx="115252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“Colour</a:t>
            </a:r>
            <a:r>
              <a:rPr sz="4400" spc="-15" dirty="0"/>
              <a:t> </a:t>
            </a:r>
            <a:r>
              <a:rPr sz="4400" dirty="0"/>
              <a:t>Merge”</a:t>
            </a:r>
            <a:r>
              <a:rPr sz="4400" spc="-10" dirty="0"/>
              <a:t> </a:t>
            </a:r>
            <a:r>
              <a:rPr sz="4400" dirty="0"/>
              <a:t>images</a:t>
            </a:r>
            <a:r>
              <a:rPr sz="4400" spc="-5" dirty="0"/>
              <a:t> </a:t>
            </a:r>
            <a:r>
              <a:rPr sz="4400" dirty="0"/>
              <a:t>could</a:t>
            </a:r>
            <a:r>
              <a:rPr sz="4400" spc="-15" dirty="0"/>
              <a:t> </a:t>
            </a:r>
            <a:r>
              <a:rPr sz="4400" dirty="0"/>
              <a:t>ruin</a:t>
            </a:r>
            <a:r>
              <a:rPr sz="4400" spc="-15" dirty="0"/>
              <a:t> </a:t>
            </a:r>
            <a:r>
              <a:rPr sz="4400" dirty="0"/>
              <a:t>your</a:t>
            </a:r>
            <a:r>
              <a:rPr sz="4400" spc="-10" dirty="0"/>
              <a:t> </a:t>
            </a:r>
            <a:r>
              <a:rPr sz="4400" spc="-20" dirty="0"/>
              <a:t>life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476250" y="3274059"/>
            <a:ext cx="4810760" cy="1950720"/>
            <a:chOff x="476250" y="3274059"/>
            <a:chExt cx="4810760" cy="19507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0" y="3290569"/>
              <a:ext cx="4810760" cy="193421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80060" y="3274059"/>
              <a:ext cx="4801870" cy="78740"/>
            </a:xfrm>
            <a:custGeom>
              <a:avLst/>
              <a:gdLst/>
              <a:ahLst/>
              <a:cxnLst/>
              <a:rect l="l" t="t" r="r" b="b"/>
              <a:pathLst>
                <a:path w="4801870" h="78739">
                  <a:moveTo>
                    <a:pt x="4801870" y="0"/>
                  </a:moveTo>
                  <a:lnTo>
                    <a:pt x="0" y="0"/>
                  </a:lnTo>
                  <a:lnTo>
                    <a:pt x="0" y="39370"/>
                  </a:lnTo>
                  <a:lnTo>
                    <a:pt x="0" y="78740"/>
                  </a:lnTo>
                  <a:lnTo>
                    <a:pt x="4801870" y="78740"/>
                  </a:lnTo>
                  <a:lnTo>
                    <a:pt x="4801870" y="39370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0060" y="335279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70"/>
                  </a:lnTo>
                  <a:lnTo>
                    <a:pt x="4801870" y="39370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0060" y="339216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69"/>
                  </a:lnTo>
                  <a:lnTo>
                    <a:pt x="4801870" y="39369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0060" y="343153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70"/>
                  </a:lnTo>
                  <a:lnTo>
                    <a:pt x="4801870" y="39370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0060" y="347090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69"/>
                  </a:lnTo>
                  <a:lnTo>
                    <a:pt x="4801870" y="39369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0060" y="351027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70"/>
                  </a:lnTo>
                  <a:lnTo>
                    <a:pt x="4801870" y="39370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0060" y="354964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70"/>
                  </a:lnTo>
                  <a:lnTo>
                    <a:pt x="4801870" y="39370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0060" y="358901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69"/>
                  </a:lnTo>
                  <a:lnTo>
                    <a:pt x="4801870" y="39369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0060" y="362838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70"/>
                  </a:lnTo>
                  <a:lnTo>
                    <a:pt x="4801870" y="39370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0060" y="366775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69"/>
                  </a:lnTo>
                  <a:lnTo>
                    <a:pt x="4801870" y="39369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80060" y="3707129"/>
              <a:ext cx="4801870" cy="38100"/>
            </a:xfrm>
            <a:custGeom>
              <a:avLst/>
              <a:gdLst/>
              <a:ahLst/>
              <a:cxnLst/>
              <a:rect l="l" t="t" r="r" b="b"/>
              <a:pathLst>
                <a:path w="4801870" h="38100">
                  <a:moveTo>
                    <a:pt x="480187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4801870" y="38100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80060" y="374522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70"/>
                  </a:lnTo>
                  <a:lnTo>
                    <a:pt x="4801870" y="39370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0060" y="3784599"/>
              <a:ext cx="4801870" cy="40640"/>
            </a:xfrm>
            <a:custGeom>
              <a:avLst/>
              <a:gdLst/>
              <a:ahLst/>
              <a:cxnLst/>
              <a:rect l="l" t="t" r="r" b="b"/>
              <a:pathLst>
                <a:path w="4801870" h="40639">
                  <a:moveTo>
                    <a:pt x="4801870" y="0"/>
                  </a:moveTo>
                  <a:lnTo>
                    <a:pt x="0" y="0"/>
                  </a:lnTo>
                  <a:lnTo>
                    <a:pt x="0" y="40639"/>
                  </a:lnTo>
                  <a:lnTo>
                    <a:pt x="4801870" y="40639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0060" y="3825239"/>
              <a:ext cx="4801870" cy="38100"/>
            </a:xfrm>
            <a:custGeom>
              <a:avLst/>
              <a:gdLst/>
              <a:ahLst/>
              <a:cxnLst/>
              <a:rect l="l" t="t" r="r" b="b"/>
              <a:pathLst>
                <a:path w="4801870" h="38100">
                  <a:moveTo>
                    <a:pt x="480187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4801870" y="38100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0060" y="386333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70"/>
                  </a:lnTo>
                  <a:lnTo>
                    <a:pt x="4801870" y="39370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0060" y="390270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69"/>
                  </a:lnTo>
                  <a:lnTo>
                    <a:pt x="4801870" y="39369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80060" y="394207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70"/>
                  </a:lnTo>
                  <a:lnTo>
                    <a:pt x="4801870" y="39370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80060" y="398144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70"/>
                  </a:lnTo>
                  <a:lnTo>
                    <a:pt x="4801870" y="39370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80060" y="402081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69"/>
                  </a:lnTo>
                  <a:lnTo>
                    <a:pt x="4801870" y="39369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0060" y="406018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70"/>
                  </a:lnTo>
                  <a:lnTo>
                    <a:pt x="4801870" y="39370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80060" y="409955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69"/>
                  </a:lnTo>
                  <a:lnTo>
                    <a:pt x="4801870" y="39369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80060" y="413892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70"/>
                  </a:lnTo>
                  <a:lnTo>
                    <a:pt x="4801870" y="39370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80060" y="417829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70"/>
                  </a:lnTo>
                  <a:lnTo>
                    <a:pt x="4801870" y="39370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80060" y="421766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69"/>
                  </a:lnTo>
                  <a:lnTo>
                    <a:pt x="4801870" y="39369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80060" y="425703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70"/>
                  </a:lnTo>
                  <a:lnTo>
                    <a:pt x="4801870" y="39370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80060" y="429640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69"/>
                  </a:lnTo>
                  <a:lnTo>
                    <a:pt x="4801870" y="39369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80060" y="433577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70"/>
                  </a:lnTo>
                  <a:lnTo>
                    <a:pt x="4801870" y="39370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80060" y="437514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70"/>
                  </a:lnTo>
                  <a:lnTo>
                    <a:pt x="4801870" y="39370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80060" y="441451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69"/>
                  </a:lnTo>
                  <a:lnTo>
                    <a:pt x="4801870" y="39369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80060" y="445388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70"/>
                  </a:lnTo>
                  <a:lnTo>
                    <a:pt x="4801870" y="39370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80060" y="449325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69"/>
                  </a:lnTo>
                  <a:lnTo>
                    <a:pt x="4801870" y="39369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80060" y="453262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70"/>
                  </a:lnTo>
                  <a:lnTo>
                    <a:pt x="4801870" y="39370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80060" y="4571999"/>
              <a:ext cx="4801870" cy="78740"/>
            </a:xfrm>
            <a:custGeom>
              <a:avLst/>
              <a:gdLst/>
              <a:ahLst/>
              <a:cxnLst/>
              <a:rect l="l" t="t" r="r" b="b"/>
              <a:pathLst>
                <a:path w="4801870" h="78739">
                  <a:moveTo>
                    <a:pt x="4801870" y="0"/>
                  </a:moveTo>
                  <a:lnTo>
                    <a:pt x="0" y="0"/>
                  </a:lnTo>
                  <a:lnTo>
                    <a:pt x="0" y="39370"/>
                  </a:lnTo>
                  <a:lnTo>
                    <a:pt x="0" y="78740"/>
                  </a:lnTo>
                  <a:lnTo>
                    <a:pt x="4801870" y="78740"/>
                  </a:lnTo>
                  <a:lnTo>
                    <a:pt x="4801870" y="39370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80060" y="465073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70"/>
                  </a:lnTo>
                  <a:lnTo>
                    <a:pt x="4801870" y="39370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80060" y="469010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69"/>
                  </a:lnTo>
                  <a:lnTo>
                    <a:pt x="4801870" y="39369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80060" y="4729479"/>
              <a:ext cx="4801870" cy="38100"/>
            </a:xfrm>
            <a:custGeom>
              <a:avLst/>
              <a:gdLst/>
              <a:ahLst/>
              <a:cxnLst/>
              <a:rect l="l" t="t" r="r" b="b"/>
              <a:pathLst>
                <a:path w="4801870" h="38100">
                  <a:moveTo>
                    <a:pt x="480187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4801870" y="38100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80060" y="476757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70"/>
                  </a:lnTo>
                  <a:lnTo>
                    <a:pt x="4801870" y="39370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80060" y="480694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70"/>
                  </a:lnTo>
                  <a:lnTo>
                    <a:pt x="4801870" y="39370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80060" y="484631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69"/>
                  </a:lnTo>
                  <a:lnTo>
                    <a:pt x="4801870" y="39369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80060" y="488568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70"/>
                  </a:lnTo>
                  <a:lnTo>
                    <a:pt x="4801870" y="39370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80060" y="492505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69"/>
                  </a:lnTo>
                  <a:lnTo>
                    <a:pt x="4801870" y="39369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80060" y="496442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70"/>
                  </a:lnTo>
                  <a:lnTo>
                    <a:pt x="4801870" y="39370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80060" y="500379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70"/>
                  </a:lnTo>
                  <a:lnTo>
                    <a:pt x="4801870" y="39370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80060" y="504316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69"/>
                  </a:lnTo>
                  <a:lnTo>
                    <a:pt x="4801870" y="39369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80060" y="508253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70"/>
                  </a:lnTo>
                  <a:lnTo>
                    <a:pt x="4801870" y="39370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80060" y="512190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69"/>
                  </a:lnTo>
                  <a:lnTo>
                    <a:pt x="4801870" y="39369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80060" y="5161279"/>
              <a:ext cx="4801870" cy="39370"/>
            </a:xfrm>
            <a:custGeom>
              <a:avLst/>
              <a:gdLst/>
              <a:ahLst/>
              <a:cxnLst/>
              <a:rect l="l" t="t" r="r" b="b"/>
              <a:pathLst>
                <a:path w="4801870" h="39370">
                  <a:moveTo>
                    <a:pt x="4801870" y="0"/>
                  </a:moveTo>
                  <a:lnTo>
                    <a:pt x="0" y="0"/>
                  </a:lnTo>
                  <a:lnTo>
                    <a:pt x="0" y="39370"/>
                  </a:lnTo>
                  <a:lnTo>
                    <a:pt x="4801870" y="39370"/>
                  </a:lnTo>
                  <a:lnTo>
                    <a:pt x="4801870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480059" y="3275329"/>
            <a:ext cx="4800600" cy="192405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50800" algn="ctr">
              <a:lnSpc>
                <a:spcPct val="100000"/>
              </a:lnSpc>
              <a:spcBef>
                <a:spcPts val="400"/>
              </a:spcBef>
            </a:pPr>
            <a:r>
              <a:rPr sz="3600" spc="-10" dirty="0">
                <a:latin typeface="Century Gothic"/>
                <a:cs typeface="Century Gothic"/>
              </a:rPr>
              <a:t>Actually,</a:t>
            </a:r>
            <a:endParaRPr sz="3600">
              <a:latin typeface="Century Gothic"/>
              <a:cs typeface="Century Gothic"/>
            </a:endParaRPr>
          </a:p>
          <a:p>
            <a:pPr marL="55880" algn="ctr">
              <a:lnSpc>
                <a:spcPct val="100000"/>
              </a:lnSpc>
              <a:spcBef>
                <a:spcPts val="690"/>
              </a:spcBef>
            </a:pPr>
            <a:r>
              <a:rPr sz="3600" dirty="0">
                <a:latin typeface="Century Gothic"/>
                <a:cs typeface="Century Gothic"/>
              </a:rPr>
              <a:t>the</a:t>
            </a:r>
            <a:r>
              <a:rPr sz="3600" spc="-2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green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and </a:t>
            </a:r>
            <a:r>
              <a:rPr sz="3600" spc="-10" dirty="0">
                <a:latin typeface="Century Gothic"/>
                <a:cs typeface="Century Gothic"/>
              </a:rPr>
              <a:t>blue...</a:t>
            </a:r>
            <a:endParaRPr sz="3600">
              <a:latin typeface="Century Gothic"/>
              <a:cs typeface="Century Gothic"/>
            </a:endParaRPr>
          </a:p>
          <a:p>
            <a:pPr marL="47625" algn="ctr">
              <a:lnSpc>
                <a:spcPct val="100000"/>
              </a:lnSpc>
              <a:spcBef>
                <a:spcPts val="700"/>
              </a:spcBef>
            </a:pPr>
            <a:r>
              <a:rPr sz="3600" b="1" i="1" dirty="0">
                <a:latin typeface="Century Gothic"/>
                <a:cs typeface="Century Gothic"/>
              </a:rPr>
              <a:t>are</a:t>
            </a:r>
            <a:r>
              <a:rPr sz="3600" b="1" i="1" spc="-10" dirty="0">
                <a:latin typeface="Century Gothic"/>
                <a:cs typeface="Century Gothic"/>
              </a:rPr>
              <a:t> </a:t>
            </a:r>
            <a:r>
              <a:rPr sz="3600" b="1" i="1" dirty="0">
                <a:latin typeface="Century Gothic"/>
                <a:cs typeface="Century Gothic"/>
              </a:rPr>
              <a:t>the</a:t>
            </a:r>
            <a:r>
              <a:rPr sz="3600" b="1" i="1" spc="-5" dirty="0">
                <a:latin typeface="Century Gothic"/>
                <a:cs typeface="Century Gothic"/>
              </a:rPr>
              <a:t> </a:t>
            </a:r>
            <a:r>
              <a:rPr sz="3600" b="1" i="1" dirty="0">
                <a:latin typeface="Century Gothic"/>
                <a:cs typeface="Century Gothic"/>
              </a:rPr>
              <a:t>same</a:t>
            </a:r>
            <a:r>
              <a:rPr sz="3600" b="1" i="1" spc="-5" dirty="0">
                <a:latin typeface="Century Gothic"/>
                <a:cs typeface="Century Gothic"/>
              </a:rPr>
              <a:t> </a:t>
            </a:r>
            <a:r>
              <a:rPr sz="3600" b="1" i="1" spc="-10" dirty="0">
                <a:latin typeface="Century Gothic"/>
                <a:cs typeface="Century Gothic"/>
              </a:rPr>
              <a:t>color!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328929" y="1141730"/>
            <a:ext cx="12344400" cy="2540"/>
          </a:xfrm>
          <a:custGeom>
            <a:avLst/>
            <a:gdLst/>
            <a:ahLst/>
            <a:cxnLst/>
            <a:rect l="l" t="t" r="r" b="b"/>
            <a:pathLst>
              <a:path w="12344400" h="2540">
                <a:moveTo>
                  <a:pt x="0" y="0"/>
                </a:moveTo>
                <a:lnTo>
                  <a:pt x="12344400" y="2540"/>
                </a:lnTo>
              </a:path>
            </a:pathLst>
          </a:custGeom>
          <a:ln w="50676">
            <a:solidFill>
              <a:srgbClr val="2C2C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4" name="object 54"/>
          <p:cNvGrpSpPr/>
          <p:nvPr/>
        </p:nvGrpSpPr>
        <p:grpSpPr>
          <a:xfrm>
            <a:off x="475387" y="1521460"/>
            <a:ext cx="12051030" cy="669290"/>
            <a:chOff x="475387" y="1521460"/>
            <a:chExt cx="12051030" cy="669290"/>
          </a:xfrm>
        </p:grpSpPr>
        <p:pic>
          <p:nvPicPr>
            <p:cNvPr id="55" name="object 5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5387" y="1536700"/>
              <a:ext cx="12050622" cy="653642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480060" y="1521459"/>
              <a:ext cx="12040870" cy="26670"/>
            </a:xfrm>
            <a:custGeom>
              <a:avLst/>
              <a:gdLst/>
              <a:ahLst/>
              <a:cxnLst/>
              <a:rect l="l" t="t" r="r" b="b"/>
              <a:pathLst>
                <a:path w="12040870" h="26669">
                  <a:moveTo>
                    <a:pt x="12040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0" y="26670"/>
                  </a:lnTo>
                  <a:lnTo>
                    <a:pt x="12040870" y="26670"/>
                  </a:lnTo>
                  <a:lnTo>
                    <a:pt x="12040870" y="1270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80059" y="1548130"/>
              <a:ext cx="12040870" cy="12700"/>
            </a:xfrm>
            <a:custGeom>
              <a:avLst/>
              <a:gdLst/>
              <a:ahLst/>
              <a:cxnLst/>
              <a:rect l="l" t="t" r="r" b="b"/>
              <a:pathLst>
                <a:path w="12040870" h="12700">
                  <a:moveTo>
                    <a:pt x="12040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040870" y="1270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80059" y="1560830"/>
              <a:ext cx="12040870" cy="12700"/>
            </a:xfrm>
            <a:custGeom>
              <a:avLst/>
              <a:gdLst/>
              <a:ahLst/>
              <a:cxnLst/>
              <a:rect l="l" t="t" r="r" b="b"/>
              <a:pathLst>
                <a:path w="12040870" h="12700">
                  <a:moveTo>
                    <a:pt x="12040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040870" y="1270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80059" y="1573530"/>
              <a:ext cx="12040870" cy="13970"/>
            </a:xfrm>
            <a:custGeom>
              <a:avLst/>
              <a:gdLst/>
              <a:ahLst/>
              <a:cxnLst/>
              <a:rect l="l" t="t" r="r" b="b"/>
              <a:pathLst>
                <a:path w="12040870" h="13969">
                  <a:moveTo>
                    <a:pt x="120408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040870" y="1397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80059" y="1587500"/>
              <a:ext cx="12040870" cy="12700"/>
            </a:xfrm>
            <a:custGeom>
              <a:avLst/>
              <a:gdLst/>
              <a:ahLst/>
              <a:cxnLst/>
              <a:rect l="l" t="t" r="r" b="b"/>
              <a:pathLst>
                <a:path w="12040870" h="12700">
                  <a:moveTo>
                    <a:pt x="12040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040870" y="1270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80059" y="1600200"/>
              <a:ext cx="12040870" cy="12700"/>
            </a:xfrm>
            <a:custGeom>
              <a:avLst/>
              <a:gdLst/>
              <a:ahLst/>
              <a:cxnLst/>
              <a:rect l="l" t="t" r="r" b="b"/>
              <a:pathLst>
                <a:path w="12040870" h="12700">
                  <a:moveTo>
                    <a:pt x="12040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040870" y="1270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80059" y="1612900"/>
              <a:ext cx="12040870" cy="13970"/>
            </a:xfrm>
            <a:custGeom>
              <a:avLst/>
              <a:gdLst/>
              <a:ahLst/>
              <a:cxnLst/>
              <a:rect l="l" t="t" r="r" b="b"/>
              <a:pathLst>
                <a:path w="12040870" h="13969">
                  <a:moveTo>
                    <a:pt x="120408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040870" y="1397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80059" y="1626870"/>
              <a:ext cx="12040870" cy="12700"/>
            </a:xfrm>
            <a:custGeom>
              <a:avLst/>
              <a:gdLst/>
              <a:ahLst/>
              <a:cxnLst/>
              <a:rect l="l" t="t" r="r" b="b"/>
              <a:pathLst>
                <a:path w="12040870" h="12700">
                  <a:moveTo>
                    <a:pt x="12040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040870" y="1270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80059" y="1639570"/>
              <a:ext cx="12040870" cy="12700"/>
            </a:xfrm>
            <a:custGeom>
              <a:avLst/>
              <a:gdLst/>
              <a:ahLst/>
              <a:cxnLst/>
              <a:rect l="l" t="t" r="r" b="b"/>
              <a:pathLst>
                <a:path w="12040870" h="12700">
                  <a:moveTo>
                    <a:pt x="12040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040870" y="1270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80059" y="1652270"/>
              <a:ext cx="12040870" cy="13970"/>
            </a:xfrm>
            <a:custGeom>
              <a:avLst/>
              <a:gdLst/>
              <a:ahLst/>
              <a:cxnLst/>
              <a:rect l="l" t="t" r="r" b="b"/>
              <a:pathLst>
                <a:path w="12040870" h="13969">
                  <a:moveTo>
                    <a:pt x="120408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040870" y="1397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0059" y="1666240"/>
              <a:ext cx="12040870" cy="12700"/>
            </a:xfrm>
            <a:custGeom>
              <a:avLst/>
              <a:gdLst/>
              <a:ahLst/>
              <a:cxnLst/>
              <a:rect l="l" t="t" r="r" b="b"/>
              <a:pathLst>
                <a:path w="12040870" h="12700">
                  <a:moveTo>
                    <a:pt x="12040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040870" y="1270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80059" y="1678940"/>
              <a:ext cx="12040870" cy="13970"/>
            </a:xfrm>
            <a:custGeom>
              <a:avLst/>
              <a:gdLst/>
              <a:ahLst/>
              <a:cxnLst/>
              <a:rect l="l" t="t" r="r" b="b"/>
              <a:pathLst>
                <a:path w="12040870" h="13969">
                  <a:moveTo>
                    <a:pt x="120408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2040870" y="13969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80059" y="1692910"/>
              <a:ext cx="12040870" cy="12700"/>
            </a:xfrm>
            <a:custGeom>
              <a:avLst/>
              <a:gdLst/>
              <a:ahLst/>
              <a:cxnLst/>
              <a:rect l="l" t="t" r="r" b="b"/>
              <a:pathLst>
                <a:path w="12040870" h="12700">
                  <a:moveTo>
                    <a:pt x="12040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040870" y="1270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80059" y="1705610"/>
              <a:ext cx="12040870" cy="12700"/>
            </a:xfrm>
            <a:custGeom>
              <a:avLst/>
              <a:gdLst/>
              <a:ahLst/>
              <a:cxnLst/>
              <a:rect l="l" t="t" r="r" b="b"/>
              <a:pathLst>
                <a:path w="12040870" h="12700">
                  <a:moveTo>
                    <a:pt x="12040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040870" y="1270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80059" y="1718310"/>
              <a:ext cx="12040870" cy="12700"/>
            </a:xfrm>
            <a:custGeom>
              <a:avLst/>
              <a:gdLst/>
              <a:ahLst/>
              <a:cxnLst/>
              <a:rect l="l" t="t" r="r" b="b"/>
              <a:pathLst>
                <a:path w="12040870" h="12700">
                  <a:moveTo>
                    <a:pt x="12040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040870" y="1270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80059" y="1731010"/>
              <a:ext cx="12040870" cy="13970"/>
            </a:xfrm>
            <a:custGeom>
              <a:avLst/>
              <a:gdLst/>
              <a:ahLst/>
              <a:cxnLst/>
              <a:rect l="l" t="t" r="r" b="b"/>
              <a:pathLst>
                <a:path w="12040870" h="13969">
                  <a:moveTo>
                    <a:pt x="120408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040870" y="1397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80059" y="1744980"/>
              <a:ext cx="12040870" cy="12700"/>
            </a:xfrm>
            <a:custGeom>
              <a:avLst/>
              <a:gdLst/>
              <a:ahLst/>
              <a:cxnLst/>
              <a:rect l="l" t="t" r="r" b="b"/>
              <a:pathLst>
                <a:path w="12040870" h="12700">
                  <a:moveTo>
                    <a:pt x="12040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040870" y="1270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80059" y="1757680"/>
              <a:ext cx="12040870" cy="13970"/>
            </a:xfrm>
            <a:custGeom>
              <a:avLst/>
              <a:gdLst/>
              <a:ahLst/>
              <a:cxnLst/>
              <a:rect l="l" t="t" r="r" b="b"/>
              <a:pathLst>
                <a:path w="12040870" h="13969">
                  <a:moveTo>
                    <a:pt x="120408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040870" y="1397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80059" y="1771650"/>
              <a:ext cx="12040870" cy="12700"/>
            </a:xfrm>
            <a:custGeom>
              <a:avLst/>
              <a:gdLst/>
              <a:ahLst/>
              <a:cxnLst/>
              <a:rect l="l" t="t" r="r" b="b"/>
              <a:pathLst>
                <a:path w="12040870" h="12700">
                  <a:moveTo>
                    <a:pt x="12040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040870" y="1270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80059" y="1784350"/>
              <a:ext cx="12040870" cy="12700"/>
            </a:xfrm>
            <a:custGeom>
              <a:avLst/>
              <a:gdLst/>
              <a:ahLst/>
              <a:cxnLst/>
              <a:rect l="l" t="t" r="r" b="b"/>
              <a:pathLst>
                <a:path w="12040870" h="12700">
                  <a:moveTo>
                    <a:pt x="12040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040870" y="1270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480059" y="1797050"/>
              <a:ext cx="12040870" cy="13970"/>
            </a:xfrm>
            <a:custGeom>
              <a:avLst/>
              <a:gdLst/>
              <a:ahLst/>
              <a:cxnLst/>
              <a:rect l="l" t="t" r="r" b="b"/>
              <a:pathLst>
                <a:path w="12040870" h="13969">
                  <a:moveTo>
                    <a:pt x="120408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040870" y="1397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480059" y="1811020"/>
              <a:ext cx="12040870" cy="12700"/>
            </a:xfrm>
            <a:custGeom>
              <a:avLst/>
              <a:gdLst/>
              <a:ahLst/>
              <a:cxnLst/>
              <a:rect l="l" t="t" r="r" b="b"/>
              <a:pathLst>
                <a:path w="12040870" h="12700">
                  <a:moveTo>
                    <a:pt x="12040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040870" y="1270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80059" y="1823720"/>
              <a:ext cx="12040870" cy="13970"/>
            </a:xfrm>
            <a:custGeom>
              <a:avLst/>
              <a:gdLst/>
              <a:ahLst/>
              <a:cxnLst/>
              <a:rect l="l" t="t" r="r" b="b"/>
              <a:pathLst>
                <a:path w="12040870" h="13969">
                  <a:moveTo>
                    <a:pt x="120408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040870" y="1397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80059" y="1837690"/>
              <a:ext cx="12040870" cy="12700"/>
            </a:xfrm>
            <a:custGeom>
              <a:avLst/>
              <a:gdLst/>
              <a:ahLst/>
              <a:cxnLst/>
              <a:rect l="l" t="t" r="r" b="b"/>
              <a:pathLst>
                <a:path w="12040870" h="12700">
                  <a:moveTo>
                    <a:pt x="12040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040870" y="1270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80059" y="1850390"/>
              <a:ext cx="12040870" cy="12700"/>
            </a:xfrm>
            <a:custGeom>
              <a:avLst/>
              <a:gdLst/>
              <a:ahLst/>
              <a:cxnLst/>
              <a:rect l="l" t="t" r="r" b="b"/>
              <a:pathLst>
                <a:path w="12040870" h="12700">
                  <a:moveTo>
                    <a:pt x="12040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040870" y="1270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80059" y="1863090"/>
              <a:ext cx="12040870" cy="12700"/>
            </a:xfrm>
            <a:custGeom>
              <a:avLst/>
              <a:gdLst/>
              <a:ahLst/>
              <a:cxnLst/>
              <a:rect l="l" t="t" r="r" b="b"/>
              <a:pathLst>
                <a:path w="12040870" h="12700">
                  <a:moveTo>
                    <a:pt x="12040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040870" y="1270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480059" y="1875790"/>
              <a:ext cx="12040870" cy="13970"/>
            </a:xfrm>
            <a:custGeom>
              <a:avLst/>
              <a:gdLst/>
              <a:ahLst/>
              <a:cxnLst/>
              <a:rect l="l" t="t" r="r" b="b"/>
              <a:pathLst>
                <a:path w="12040870" h="13969">
                  <a:moveTo>
                    <a:pt x="120408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2040870" y="13969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80059" y="1889760"/>
              <a:ext cx="12040870" cy="12700"/>
            </a:xfrm>
            <a:custGeom>
              <a:avLst/>
              <a:gdLst/>
              <a:ahLst/>
              <a:cxnLst/>
              <a:rect l="l" t="t" r="r" b="b"/>
              <a:pathLst>
                <a:path w="12040870" h="12700">
                  <a:moveTo>
                    <a:pt x="12040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040870" y="1270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80059" y="1902460"/>
              <a:ext cx="12040870" cy="13970"/>
            </a:xfrm>
            <a:custGeom>
              <a:avLst/>
              <a:gdLst/>
              <a:ahLst/>
              <a:cxnLst/>
              <a:rect l="l" t="t" r="r" b="b"/>
              <a:pathLst>
                <a:path w="12040870" h="13969">
                  <a:moveTo>
                    <a:pt x="120408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040870" y="1397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80059" y="1916430"/>
              <a:ext cx="12040870" cy="12700"/>
            </a:xfrm>
            <a:custGeom>
              <a:avLst/>
              <a:gdLst/>
              <a:ahLst/>
              <a:cxnLst/>
              <a:rect l="l" t="t" r="r" b="b"/>
              <a:pathLst>
                <a:path w="12040870" h="12700">
                  <a:moveTo>
                    <a:pt x="12040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040870" y="1270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480059" y="1929130"/>
              <a:ext cx="12040870" cy="12700"/>
            </a:xfrm>
            <a:custGeom>
              <a:avLst/>
              <a:gdLst/>
              <a:ahLst/>
              <a:cxnLst/>
              <a:rect l="l" t="t" r="r" b="b"/>
              <a:pathLst>
                <a:path w="12040870" h="12700">
                  <a:moveTo>
                    <a:pt x="12040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040870" y="1270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480059" y="1941830"/>
              <a:ext cx="12040870" cy="13970"/>
            </a:xfrm>
            <a:custGeom>
              <a:avLst/>
              <a:gdLst/>
              <a:ahLst/>
              <a:cxnLst/>
              <a:rect l="l" t="t" r="r" b="b"/>
              <a:pathLst>
                <a:path w="12040870" h="13969">
                  <a:moveTo>
                    <a:pt x="120408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040870" y="1397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480060" y="1955799"/>
              <a:ext cx="12040870" cy="25400"/>
            </a:xfrm>
            <a:custGeom>
              <a:avLst/>
              <a:gdLst/>
              <a:ahLst/>
              <a:cxnLst/>
              <a:rect l="l" t="t" r="r" b="b"/>
              <a:pathLst>
                <a:path w="12040870" h="25400">
                  <a:moveTo>
                    <a:pt x="12040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0" y="25400"/>
                  </a:lnTo>
                  <a:lnTo>
                    <a:pt x="12040870" y="25400"/>
                  </a:lnTo>
                  <a:lnTo>
                    <a:pt x="12040870" y="1270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480059" y="1981200"/>
              <a:ext cx="12040870" cy="13970"/>
            </a:xfrm>
            <a:custGeom>
              <a:avLst/>
              <a:gdLst/>
              <a:ahLst/>
              <a:cxnLst/>
              <a:rect l="l" t="t" r="r" b="b"/>
              <a:pathLst>
                <a:path w="12040870" h="13969">
                  <a:moveTo>
                    <a:pt x="120408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040870" y="1397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80059" y="1995170"/>
              <a:ext cx="12040870" cy="12700"/>
            </a:xfrm>
            <a:custGeom>
              <a:avLst/>
              <a:gdLst/>
              <a:ahLst/>
              <a:cxnLst/>
              <a:rect l="l" t="t" r="r" b="b"/>
              <a:pathLst>
                <a:path w="12040870" h="12700">
                  <a:moveTo>
                    <a:pt x="12040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040870" y="1270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80059" y="2007870"/>
              <a:ext cx="12040870" cy="12700"/>
            </a:xfrm>
            <a:custGeom>
              <a:avLst/>
              <a:gdLst/>
              <a:ahLst/>
              <a:cxnLst/>
              <a:rect l="l" t="t" r="r" b="b"/>
              <a:pathLst>
                <a:path w="12040870" h="12700">
                  <a:moveTo>
                    <a:pt x="12040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040870" y="1270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80059" y="2020570"/>
              <a:ext cx="12040870" cy="13970"/>
            </a:xfrm>
            <a:custGeom>
              <a:avLst/>
              <a:gdLst/>
              <a:ahLst/>
              <a:cxnLst/>
              <a:rect l="l" t="t" r="r" b="b"/>
              <a:pathLst>
                <a:path w="12040870" h="13969">
                  <a:moveTo>
                    <a:pt x="120408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040870" y="1397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480059" y="2034540"/>
              <a:ext cx="12040870" cy="12700"/>
            </a:xfrm>
            <a:custGeom>
              <a:avLst/>
              <a:gdLst/>
              <a:ahLst/>
              <a:cxnLst/>
              <a:rect l="l" t="t" r="r" b="b"/>
              <a:pathLst>
                <a:path w="12040870" h="12700">
                  <a:moveTo>
                    <a:pt x="12040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040870" y="1270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480059" y="2047240"/>
              <a:ext cx="12040870" cy="13970"/>
            </a:xfrm>
            <a:custGeom>
              <a:avLst/>
              <a:gdLst/>
              <a:ahLst/>
              <a:cxnLst/>
              <a:rect l="l" t="t" r="r" b="b"/>
              <a:pathLst>
                <a:path w="12040870" h="13969">
                  <a:moveTo>
                    <a:pt x="120408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2040870" y="13969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0059" y="2061210"/>
              <a:ext cx="12040870" cy="12700"/>
            </a:xfrm>
            <a:custGeom>
              <a:avLst/>
              <a:gdLst/>
              <a:ahLst/>
              <a:cxnLst/>
              <a:rect l="l" t="t" r="r" b="b"/>
              <a:pathLst>
                <a:path w="12040870" h="12700">
                  <a:moveTo>
                    <a:pt x="12040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040870" y="1270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480059" y="2073910"/>
              <a:ext cx="12040870" cy="12700"/>
            </a:xfrm>
            <a:custGeom>
              <a:avLst/>
              <a:gdLst/>
              <a:ahLst/>
              <a:cxnLst/>
              <a:rect l="l" t="t" r="r" b="b"/>
              <a:pathLst>
                <a:path w="12040870" h="12700">
                  <a:moveTo>
                    <a:pt x="12040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040870" y="1270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480059" y="2086610"/>
              <a:ext cx="12040870" cy="13970"/>
            </a:xfrm>
            <a:custGeom>
              <a:avLst/>
              <a:gdLst/>
              <a:ahLst/>
              <a:cxnLst/>
              <a:rect l="l" t="t" r="r" b="b"/>
              <a:pathLst>
                <a:path w="12040870" h="13969">
                  <a:moveTo>
                    <a:pt x="120408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040870" y="1397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480059" y="2100580"/>
              <a:ext cx="12040870" cy="12700"/>
            </a:xfrm>
            <a:custGeom>
              <a:avLst/>
              <a:gdLst/>
              <a:ahLst/>
              <a:cxnLst/>
              <a:rect l="l" t="t" r="r" b="b"/>
              <a:pathLst>
                <a:path w="12040870" h="12700">
                  <a:moveTo>
                    <a:pt x="12040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040870" y="1270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480059" y="2113280"/>
              <a:ext cx="12040870" cy="12700"/>
            </a:xfrm>
            <a:custGeom>
              <a:avLst/>
              <a:gdLst/>
              <a:ahLst/>
              <a:cxnLst/>
              <a:rect l="l" t="t" r="r" b="b"/>
              <a:pathLst>
                <a:path w="12040870" h="12700">
                  <a:moveTo>
                    <a:pt x="12040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040870" y="1270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480059" y="2125980"/>
              <a:ext cx="12040870" cy="13970"/>
            </a:xfrm>
            <a:custGeom>
              <a:avLst/>
              <a:gdLst/>
              <a:ahLst/>
              <a:cxnLst/>
              <a:rect l="l" t="t" r="r" b="b"/>
              <a:pathLst>
                <a:path w="12040870" h="13969">
                  <a:moveTo>
                    <a:pt x="120408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040870" y="1397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480059" y="2139950"/>
              <a:ext cx="12040870" cy="12700"/>
            </a:xfrm>
            <a:custGeom>
              <a:avLst/>
              <a:gdLst/>
              <a:ahLst/>
              <a:cxnLst/>
              <a:rect l="l" t="t" r="r" b="b"/>
              <a:pathLst>
                <a:path w="12040870" h="12700">
                  <a:moveTo>
                    <a:pt x="12040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040870" y="1270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480059" y="2152650"/>
              <a:ext cx="12040870" cy="12700"/>
            </a:xfrm>
            <a:custGeom>
              <a:avLst/>
              <a:gdLst/>
              <a:ahLst/>
              <a:cxnLst/>
              <a:rect l="l" t="t" r="r" b="b"/>
              <a:pathLst>
                <a:path w="12040870" h="12700">
                  <a:moveTo>
                    <a:pt x="12040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040870" y="12700"/>
                  </a:lnTo>
                  <a:lnTo>
                    <a:pt x="12040870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3" name="object 103"/>
          <p:cNvSpPr txBox="1"/>
          <p:nvPr/>
        </p:nvSpPr>
        <p:spPr>
          <a:xfrm>
            <a:off x="480059" y="1521460"/>
            <a:ext cx="12040870" cy="64389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593090">
              <a:lnSpc>
                <a:spcPct val="100000"/>
              </a:lnSpc>
              <a:spcBef>
                <a:spcPts val="370"/>
              </a:spcBef>
              <a:tabLst>
                <a:tab pos="2553970" algn="l"/>
              </a:tabLst>
            </a:pPr>
            <a:r>
              <a:rPr sz="3600" spc="-40" dirty="0">
                <a:latin typeface="Century Gothic"/>
                <a:cs typeface="Century Gothic"/>
              </a:rPr>
              <a:t>You</a:t>
            </a:r>
            <a:r>
              <a:rPr sz="3600" spc="-200" dirty="0">
                <a:latin typeface="Century Gothic"/>
                <a:cs typeface="Century Gothic"/>
              </a:rPr>
              <a:t> </a:t>
            </a:r>
            <a:r>
              <a:rPr sz="3600" spc="-25" dirty="0">
                <a:latin typeface="Century Gothic"/>
                <a:cs typeface="Century Gothic"/>
              </a:rPr>
              <a:t>see</a:t>
            </a:r>
            <a:r>
              <a:rPr sz="3600" dirty="0">
                <a:latin typeface="Century Gothic"/>
                <a:cs typeface="Century Gothic"/>
              </a:rPr>
              <a:t>	spirals,</a:t>
            </a:r>
            <a:r>
              <a:rPr sz="3600" spc="-1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of</a:t>
            </a:r>
            <a:r>
              <a:rPr sz="3600" spc="-1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pink,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orange,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green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and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spc="-10" dirty="0">
                <a:latin typeface="Century Gothic"/>
                <a:cs typeface="Century Gothic"/>
              </a:rPr>
              <a:t>blue?</a:t>
            </a:r>
            <a:endParaRPr sz="3600">
              <a:latin typeface="Century Gothic"/>
              <a:cs typeface="Century Gothic"/>
            </a:endParaRPr>
          </a:p>
        </p:txBody>
      </p:sp>
      <p:grpSp>
        <p:nvGrpSpPr>
          <p:cNvPr id="104" name="object 104"/>
          <p:cNvGrpSpPr/>
          <p:nvPr/>
        </p:nvGrpSpPr>
        <p:grpSpPr>
          <a:xfrm>
            <a:off x="475387" y="6931659"/>
            <a:ext cx="4735830" cy="1854200"/>
            <a:chOff x="475387" y="6931659"/>
            <a:chExt cx="4735830" cy="1854200"/>
          </a:xfrm>
        </p:grpSpPr>
        <p:pic>
          <p:nvPicPr>
            <p:cNvPr id="105" name="object 10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5387" y="6946899"/>
              <a:ext cx="4735422" cy="1838960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480060" y="6931659"/>
              <a:ext cx="4725670" cy="45720"/>
            </a:xfrm>
            <a:custGeom>
              <a:avLst/>
              <a:gdLst/>
              <a:ahLst/>
              <a:cxnLst/>
              <a:rect l="l" t="t" r="r" b="b"/>
              <a:pathLst>
                <a:path w="4725670" h="45720">
                  <a:moveTo>
                    <a:pt x="47256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0" y="45720"/>
                  </a:lnTo>
                  <a:lnTo>
                    <a:pt x="4725670" y="45720"/>
                  </a:lnTo>
                  <a:lnTo>
                    <a:pt x="4725670" y="2286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D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480059" y="697737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4725670" y="2286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DE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480059" y="700023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4725670" y="22859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DD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80059" y="702309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4725670" y="2286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DC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80059" y="704595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4725670" y="2286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DB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80059" y="706881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4725670" y="22859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DA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480059" y="709167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4725670" y="2286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D9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480059" y="711453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4725670" y="22859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D8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480059" y="713739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4725670" y="2286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D7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480059" y="716025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4725670" y="2286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D6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480059" y="718311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4725670" y="22859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D5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480059" y="720597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4725670" y="2286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D4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480059" y="722883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4725670" y="22859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D3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480059" y="725169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4725670" y="2286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D2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480059" y="727455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4725670" y="2286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D1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480059" y="729741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4725670" y="22859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D0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480059" y="732027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4725670" y="2286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CF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480059" y="734313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4725670" y="22859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CE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480059" y="736599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4725670" y="2286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CD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480060" y="7388859"/>
              <a:ext cx="4725670" cy="45720"/>
            </a:xfrm>
            <a:custGeom>
              <a:avLst/>
              <a:gdLst/>
              <a:ahLst/>
              <a:cxnLst/>
              <a:rect l="l" t="t" r="r" b="b"/>
              <a:pathLst>
                <a:path w="4725670" h="45720">
                  <a:moveTo>
                    <a:pt x="47256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0" y="45720"/>
                  </a:lnTo>
                  <a:lnTo>
                    <a:pt x="4725670" y="45720"/>
                  </a:lnTo>
                  <a:lnTo>
                    <a:pt x="4725670" y="2286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CC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480059" y="743457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4725670" y="2286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CA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480059" y="745743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4725670" y="22859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C9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480059" y="748029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4725670" y="2286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C8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480059" y="750315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4725670" y="2286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C7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480059" y="752601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4725670" y="22859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C6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480059" y="754887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4725670" y="2286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C5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480059" y="757173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4725670" y="22859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C4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480059" y="759459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4725670" y="2286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C3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480059" y="761745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4725670" y="2286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C2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480059" y="764031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4725670" y="22859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C1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480059" y="766317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4725670" y="2286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C0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480059" y="768603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4725670" y="22859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BF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480059" y="770889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4725670" y="2286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BE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480059" y="773175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4725670" y="2286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BD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480059" y="775461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4725670" y="22859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BC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480059" y="777747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4725670" y="2286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BB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480059" y="780033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4725670" y="22859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BA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480059" y="782319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4725670" y="2286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B9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480059" y="7846059"/>
              <a:ext cx="4725670" cy="24130"/>
            </a:xfrm>
            <a:custGeom>
              <a:avLst/>
              <a:gdLst/>
              <a:ahLst/>
              <a:cxnLst/>
              <a:rect l="l" t="t" r="r" b="b"/>
              <a:pathLst>
                <a:path w="4725670" h="24129">
                  <a:moveTo>
                    <a:pt x="4725670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4725670" y="2413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B8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480059" y="7870189"/>
              <a:ext cx="4725670" cy="21590"/>
            </a:xfrm>
            <a:custGeom>
              <a:avLst/>
              <a:gdLst/>
              <a:ahLst/>
              <a:cxnLst/>
              <a:rect l="l" t="t" r="r" b="b"/>
              <a:pathLst>
                <a:path w="4725670" h="21590">
                  <a:moveTo>
                    <a:pt x="472567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4725670" y="21589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B7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480059" y="7891779"/>
              <a:ext cx="4725670" cy="24130"/>
            </a:xfrm>
            <a:custGeom>
              <a:avLst/>
              <a:gdLst/>
              <a:ahLst/>
              <a:cxnLst/>
              <a:rect l="l" t="t" r="r" b="b"/>
              <a:pathLst>
                <a:path w="4725670" h="24129">
                  <a:moveTo>
                    <a:pt x="4725670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4725670" y="2413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B6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480059" y="7915909"/>
              <a:ext cx="4725670" cy="21590"/>
            </a:xfrm>
            <a:custGeom>
              <a:avLst/>
              <a:gdLst/>
              <a:ahLst/>
              <a:cxnLst/>
              <a:rect l="l" t="t" r="r" b="b"/>
              <a:pathLst>
                <a:path w="4725670" h="21590">
                  <a:moveTo>
                    <a:pt x="47256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4725670" y="2159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B5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480059" y="7937499"/>
              <a:ext cx="4725670" cy="24130"/>
            </a:xfrm>
            <a:custGeom>
              <a:avLst/>
              <a:gdLst/>
              <a:ahLst/>
              <a:cxnLst/>
              <a:rect l="l" t="t" r="r" b="b"/>
              <a:pathLst>
                <a:path w="4725670" h="24129">
                  <a:moveTo>
                    <a:pt x="4725670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4725670" y="2413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B4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480059" y="7961629"/>
              <a:ext cx="4725670" cy="21590"/>
            </a:xfrm>
            <a:custGeom>
              <a:avLst/>
              <a:gdLst/>
              <a:ahLst/>
              <a:cxnLst/>
              <a:rect l="l" t="t" r="r" b="b"/>
              <a:pathLst>
                <a:path w="4725670" h="21590">
                  <a:moveTo>
                    <a:pt x="47256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4725670" y="2159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B3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480059" y="7983219"/>
              <a:ext cx="4725670" cy="24130"/>
            </a:xfrm>
            <a:custGeom>
              <a:avLst/>
              <a:gdLst/>
              <a:ahLst/>
              <a:cxnLst/>
              <a:rect l="l" t="t" r="r" b="b"/>
              <a:pathLst>
                <a:path w="4725670" h="24129">
                  <a:moveTo>
                    <a:pt x="472567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4725670" y="24129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B2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480059" y="800734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4725670" y="2286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B1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480059" y="803020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4725670" y="2286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B0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480059" y="805306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4725670" y="22859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AF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480059" y="807592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4725670" y="2286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AE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480059" y="809878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4725670" y="22859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AD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480059" y="812164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4725670" y="22859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AC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480059" y="814450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4725670" y="2286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AB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480059" y="816736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4725670" y="22859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AA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480059" y="819022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4725670" y="2286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A9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480059" y="821308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4725670" y="22859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A8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480059" y="823594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4725670" y="22859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A7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480059" y="825880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4725670" y="2286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A6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480059" y="828166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4725670" y="22859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A5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480059" y="830452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4725670" y="2286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A4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480059" y="832738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4725670" y="22859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A3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480059" y="835024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4725670" y="22859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A2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480059" y="837310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4725670" y="2286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A1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480059" y="839596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4725670" y="22859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A0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480059" y="841882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4725670" y="2286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9F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480059" y="844168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4725670" y="22859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9E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480059" y="846454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4725670" y="22859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9D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480059" y="848740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4725670" y="2286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9C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480059" y="851026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4725670" y="22859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9B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480059" y="853312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4725670" y="2286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9A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480059" y="855598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4725670" y="22859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99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480059" y="857884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4725670" y="22859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99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480059" y="860170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4725670" y="2286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97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480059" y="862456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4725670" y="22859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96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480059" y="864742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4725670" y="2286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95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480059" y="867028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4725670" y="22859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94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480059" y="869314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4725670" y="22859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93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480059" y="871600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4725670" y="2286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92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480059" y="8738869"/>
              <a:ext cx="4725670" cy="22860"/>
            </a:xfrm>
            <a:custGeom>
              <a:avLst/>
              <a:gdLst/>
              <a:ahLst/>
              <a:cxnLst/>
              <a:rect l="l" t="t" r="r" b="b"/>
              <a:pathLst>
                <a:path w="4725670" h="22859">
                  <a:moveTo>
                    <a:pt x="47256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4725670" y="22859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91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4" name="object 184"/>
          <p:cNvSpPr txBox="1"/>
          <p:nvPr/>
        </p:nvSpPr>
        <p:spPr>
          <a:xfrm>
            <a:off x="480059" y="6931659"/>
            <a:ext cx="4725670" cy="1828800"/>
          </a:xfrm>
          <a:prstGeom prst="rect">
            <a:avLst/>
          </a:prstGeom>
          <a:ln w="9344">
            <a:solidFill>
              <a:srgbClr val="00CC97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370"/>
              </a:spcBef>
            </a:pPr>
            <a:r>
              <a:rPr sz="3600" dirty="0">
                <a:latin typeface="Century Gothic"/>
                <a:cs typeface="Century Gothic"/>
              </a:rPr>
              <a:t>Moral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of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the </a:t>
            </a:r>
            <a:r>
              <a:rPr sz="3600" spc="-10" dirty="0">
                <a:latin typeface="Century Gothic"/>
                <a:cs typeface="Century Gothic"/>
              </a:rPr>
              <a:t>story:</a:t>
            </a:r>
            <a:endParaRPr sz="3600">
              <a:latin typeface="Century Gothic"/>
              <a:cs typeface="Century Gothic"/>
            </a:endParaRPr>
          </a:p>
          <a:p>
            <a:pPr marL="683895" marR="676275" algn="ctr">
              <a:lnSpc>
                <a:spcPct val="100000"/>
              </a:lnSpc>
              <a:spcBef>
                <a:spcPts val="700"/>
              </a:spcBef>
            </a:pPr>
            <a:r>
              <a:rPr sz="3600" b="1" dirty="0">
                <a:latin typeface="Century Gothic"/>
                <a:cs typeface="Century Gothic"/>
              </a:rPr>
              <a:t>Don’t</a:t>
            </a:r>
            <a:r>
              <a:rPr sz="3600" b="1" spc="-10" dirty="0">
                <a:latin typeface="Century Gothic"/>
                <a:cs typeface="Century Gothic"/>
              </a:rPr>
              <a:t> </a:t>
            </a:r>
            <a:r>
              <a:rPr sz="3600" b="1" dirty="0">
                <a:latin typeface="Century Gothic"/>
                <a:cs typeface="Century Gothic"/>
              </a:rPr>
              <a:t>Trust</a:t>
            </a:r>
            <a:r>
              <a:rPr sz="3600" b="1" spc="-5" dirty="0">
                <a:latin typeface="Century Gothic"/>
                <a:cs typeface="Century Gothic"/>
              </a:rPr>
              <a:t> </a:t>
            </a:r>
            <a:r>
              <a:rPr sz="3600" b="1" spc="-20" dirty="0">
                <a:latin typeface="Century Gothic"/>
                <a:cs typeface="Century Gothic"/>
              </a:rPr>
              <a:t>Your </a:t>
            </a:r>
            <a:r>
              <a:rPr sz="3600" b="1" spc="-10" dirty="0">
                <a:latin typeface="Century Gothic"/>
                <a:cs typeface="Century Gothic"/>
              </a:rPr>
              <a:t>Eyes!</a:t>
            </a:r>
            <a:endParaRPr sz="3600">
              <a:latin typeface="Century Gothic"/>
              <a:cs typeface="Century Gothic"/>
            </a:endParaRPr>
          </a:p>
        </p:txBody>
      </p:sp>
      <p:pic>
        <p:nvPicPr>
          <p:cNvPr id="185" name="object 18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00040" y="2340610"/>
            <a:ext cx="7603490" cy="7379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592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2630" y="2476500"/>
            <a:ext cx="3771900" cy="54483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330200"/>
            <a:ext cx="118935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What</a:t>
            </a:r>
            <a:r>
              <a:rPr sz="4800" spc="-20" dirty="0"/>
              <a:t> </a:t>
            </a:r>
            <a:r>
              <a:rPr sz="4800" dirty="0"/>
              <a:t>is</a:t>
            </a:r>
            <a:r>
              <a:rPr sz="4800" spc="-15" dirty="0"/>
              <a:t> </a:t>
            </a:r>
            <a:r>
              <a:rPr sz="4800" dirty="0"/>
              <a:t>Image</a:t>
            </a:r>
            <a:r>
              <a:rPr sz="4800" spc="-10" dirty="0"/>
              <a:t> </a:t>
            </a:r>
            <a:r>
              <a:rPr sz="4800" dirty="0"/>
              <a:t>Analysis</a:t>
            </a:r>
            <a:r>
              <a:rPr sz="4800" spc="-15" dirty="0"/>
              <a:t> </a:t>
            </a:r>
            <a:r>
              <a:rPr sz="4800" dirty="0"/>
              <a:t>/</a:t>
            </a:r>
            <a:r>
              <a:rPr sz="4800" spc="-5" dirty="0"/>
              <a:t> </a:t>
            </a:r>
            <a:r>
              <a:rPr sz="4800" spc="-10" dirty="0"/>
              <a:t>Quantification?</a:t>
            </a:r>
            <a:endParaRPr sz="480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25180" y="2065080"/>
          <a:ext cx="4184010" cy="58458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0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78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0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97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71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973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1760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4935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176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5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28905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5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5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5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176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31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31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28905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31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31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31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3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176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128905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176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72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50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50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28905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50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50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50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1760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28905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26364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2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2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2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2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28905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2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2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2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2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1760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28905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1760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2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4935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84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176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31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28905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31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31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31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51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31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168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176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50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493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1760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4935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4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176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493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21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176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493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255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8401050" y="1900327"/>
            <a:ext cx="4372610" cy="4448175"/>
            <a:chOff x="8401050" y="1900327"/>
            <a:chExt cx="4372610" cy="444817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01050" y="1920239"/>
              <a:ext cx="4372609" cy="442808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404860" y="1904999"/>
              <a:ext cx="4363720" cy="180340"/>
            </a:xfrm>
            <a:custGeom>
              <a:avLst/>
              <a:gdLst/>
              <a:ahLst/>
              <a:cxnLst/>
              <a:rect l="l" t="t" r="r" b="b"/>
              <a:pathLst>
                <a:path w="4363720" h="180339">
                  <a:moveTo>
                    <a:pt x="4363720" y="0"/>
                  </a:moveTo>
                  <a:lnTo>
                    <a:pt x="0" y="0"/>
                  </a:lnTo>
                  <a:lnTo>
                    <a:pt x="0" y="88900"/>
                  </a:lnTo>
                  <a:lnTo>
                    <a:pt x="0" y="180340"/>
                  </a:lnTo>
                  <a:lnTo>
                    <a:pt x="4363720" y="180340"/>
                  </a:lnTo>
                  <a:lnTo>
                    <a:pt x="4363720" y="88900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404860" y="2085339"/>
              <a:ext cx="4363720" cy="88900"/>
            </a:xfrm>
            <a:custGeom>
              <a:avLst/>
              <a:gdLst/>
              <a:ahLst/>
              <a:cxnLst/>
              <a:rect l="l" t="t" r="r" b="b"/>
              <a:pathLst>
                <a:path w="4363720" h="88900">
                  <a:moveTo>
                    <a:pt x="4363720" y="0"/>
                  </a:moveTo>
                  <a:lnTo>
                    <a:pt x="0" y="0"/>
                  </a:lnTo>
                  <a:lnTo>
                    <a:pt x="0" y="88900"/>
                  </a:lnTo>
                  <a:lnTo>
                    <a:pt x="4363720" y="88900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404860" y="2174239"/>
              <a:ext cx="4363720" cy="91440"/>
            </a:xfrm>
            <a:custGeom>
              <a:avLst/>
              <a:gdLst/>
              <a:ahLst/>
              <a:cxnLst/>
              <a:rect l="l" t="t" r="r" b="b"/>
              <a:pathLst>
                <a:path w="4363720" h="91439">
                  <a:moveTo>
                    <a:pt x="4363720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4363720" y="91439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404860" y="2265679"/>
              <a:ext cx="4363720" cy="88900"/>
            </a:xfrm>
            <a:custGeom>
              <a:avLst/>
              <a:gdLst/>
              <a:ahLst/>
              <a:cxnLst/>
              <a:rect l="l" t="t" r="r" b="b"/>
              <a:pathLst>
                <a:path w="4363720" h="88900">
                  <a:moveTo>
                    <a:pt x="4363720" y="0"/>
                  </a:moveTo>
                  <a:lnTo>
                    <a:pt x="0" y="0"/>
                  </a:lnTo>
                  <a:lnTo>
                    <a:pt x="0" y="88900"/>
                  </a:lnTo>
                  <a:lnTo>
                    <a:pt x="4363720" y="88900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404860" y="2354579"/>
              <a:ext cx="4363720" cy="91440"/>
            </a:xfrm>
            <a:custGeom>
              <a:avLst/>
              <a:gdLst/>
              <a:ahLst/>
              <a:cxnLst/>
              <a:rect l="l" t="t" r="r" b="b"/>
              <a:pathLst>
                <a:path w="4363720" h="91439">
                  <a:moveTo>
                    <a:pt x="4363720" y="0"/>
                  </a:moveTo>
                  <a:lnTo>
                    <a:pt x="0" y="0"/>
                  </a:lnTo>
                  <a:lnTo>
                    <a:pt x="0" y="91440"/>
                  </a:lnTo>
                  <a:lnTo>
                    <a:pt x="4363720" y="91440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404860" y="2446019"/>
              <a:ext cx="4363720" cy="88900"/>
            </a:xfrm>
            <a:custGeom>
              <a:avLst/>
              <a:gdLst/>
              <a:ahLst/>
              <a:cxnLst/>
              <a:rect l="l" t="t" r="r" b="b"/>
              <a:pathLst>
                <a:path w="4363720" h="88900">
                  <a:moveTo>
                    <a:pt x="4363720" y="0"/>
                  </a:moveTo>
                  <a:lnTo>
                    <a:pt x="0" y="0"/>
                  </a:lnTo>
                  <a:lnTo>
                    <a:pt x="0" y="88900"/>
                  </a:lnTo>
                  <a:lnTo>
                    <a:pt x="4363720" y="88900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404860" y="2534919"/>
              <a:ext cx="4363720" cy="91440"/>
            </a:xfrm>
            <a:custGeom>
              <a:avLst/>
              <a:gdLst/>
              <a:ahLst/>
              <a:cxnLst/>
              <a:rect l="l" t="t" r="r" b="b"/>
              <a:pathLst>
                <a:path w="4363720" h="91439">
                  <a:moveTo>
                    <a:pt x="4363720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4363720" y="91439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404860" y="2626359"/>
              <a:ext cx="4363720" cy="88900"/>
            </a:xfrm>
            <a:custGeom>
              <a:avLst/>
              <a:gdLst/>
              <a:ahLst/>
              <a:cxnLst/>
              <a:rect l="l" t="t" r="r" b="b"/>
              <a:pathLst>
                <a:path w="4363720" h="88900">
                  <a:moveTo>
                    <a:pt x="4363720" y="0"/>
                  </a:moveTo>
                  <a:lnTo>
                    <a:pt x="0" y="0"/>
                  </a:lnTo>
                  <a:lnTo>
                    <a:pt x="0" y="88900"/>
                  </a:lnTo>
                  <a:lnTo>
                    <a:pt x="4363720" y="88900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404860" y="2715259"/>
              <a:ext cx="4363720" cy="91440"/>
            </a:xfrm>
            <a:custGeom>
              <a:avLst/>
              <a:gdLst/>
              <a:ahLst/>
              <a:cxnLst/>
              <a:rect l="l" t="t" r="r" b="b"/>
              <a:pathLst>
                <a:path w="4363720" h="91439">
                  <a:moveTo>
                    <a:pt x="4363720" y="0"/>
                  </a:moveTo>
                  <a:lnTo>
                    <a:pt x="0" y="0"/>
                  </a:lnTo>
                  <a:lnTo>
                    <a:pt x="0" y="91440"/>
                  </a:lnTo>
                  <a:lnTo>
                    <a:pt x="4363720" y="91440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404860" y="2806699"/>
              <a:ext cx="4363720" cy="90170"/>
            </a:xfrm>
            <a:custGeom>
              <a:avLst/>
              <a:gdLst/>
              <a:ahLst/>
              <a:cxnLst/>
              <a:rect l="l" t="t" r="r" b="b"/>
              <a:pathLst>
                <a:path w="4363720" h="90169">
                  <a:moveTo>
                    <a:pt x="4363720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4363720" y="90170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404860" y="2896869"/>
              <a:ext cx="4363720" cy="90170"/>
            </a:xfrm>
            <a:custGeom>
              <a:avLst/>
              <a:gdLst/>
              <a:ahLst/>
              <a:cxnLst/>
              <a:rect l="l" t="t" r="r" b="b"/>
              <a:pathLst>
                <a:path w="4363720" h="90169">
                  <a:moveTo>
                    <a:pt x="4363720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4363720" y="90170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404860" y="2987039"/>
              <a:ext cx="4363720" cy="90170"/>
            </a:xfrm>
            <a:custGeom>
              <a:avLst/>
              <a:gdLst/>
              <a:ahLst/>
              <a:cxnLst/>
              <a:rect l="l" t="t" r="r" b="b"/>
              <a:pathLst>
                <a:path w="4363720" h="90169">
                  <a:moveTo>
                    <a:pt x="4363720" y="0"/>
                  </a:moveTo>
                  <a:lnTo>
                    <a:pt x="0" y="0"/>
                  </a:lnTo>
                  <a:lnTo>
                    <a:pt x="0" y="90169"/>
                  </a:lnTo>
                  <a:lnTo>
                    <a:pt x="4363720" y="90169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404860" y="3077209"/>
              <a:ext cx="4363720" cy="90170"/>
            </a:xfrm>
            <a:custGeom>
              <a:avLst/>
              <a:gdLst/>
              <a:ahLst/>
              <a:cxnLst/>
              <a:rect l="l" t="t" r="r" b="b"/>
              <a:pathLst>
                <a:path w="4363720" h="90169">
                  <a:moveTo>
                    <a:pt x="4363720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4363720" y="90170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404860" y="3167379"/>
              <a:ext cx="4363720" cy="90170"/>
            </a:xfrm>
            <a:custGeom>
              <a:avLst/>
              <a:gdLst/>
              <a:ahLst/>
              <a:cxnLst/>
              <a:rect l="l" t="t" r="r" b="b"/>
              <a:pathLst>
                <a:path w="4363720" h="90170">
                  <a:moveTo>
                    <a:pt x="4363720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4363720" y="90170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404860" y="3257549"/>
              <a:ext cx="4363720" cy="90170"/>
            </a:xfrm>
            <a:custGeom>
              <a:avLst/>
              <a:gdLst/>
              <a:ahLst/>
              <a:cxnLst/>
              <a:rect l="l" t="t" r="r" b="b"/>
              <a:pathLst>
                <a:path w="4363720" h="90170">
                  <a:moveTo>
                    <a:pt x="4363720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4363720" y="90170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404860" y="3347719"/>
              <a:ext cx="4363720" cy="90170"/>
            </a:xfrm>
            <a:custGeom>
              <a:avLst/>
              <a:gdLst/>
              <a:ahLst/>
              <a:cxnLst/>
              <a:rect l="l" t="t" r="r" b="b"/>
              <a:pathLst>
                <a:path w="4363720" h="90170">
                  <a:moveTo>
                    <a:pt x="4363720" y="0"/>
                  </a:moveTo>
                  <a:lnTo>
                    <a:pt x="0" y="0"/>
                  </a:lnTo>
                  <a:lnTo>
                    <a:pt x="0" y="90169"/>
                  </a:lnTo>
                  <a:lnTo>
                    <a:pt x="4363720" y="90169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404860" y="3437889"/>
              <a:ext cx="4363720" cy="90170"/>
            </a:xfrm>
            <a:custGeom>
              <a:avLst/>
              <a:gdLst/>
              <a:ahLst/>
              <a:cxnLst/>
              <a:rect l="l" t="t" r="r" b="b"/>
              <a:pathLst>
                <a:path w="4363720" h="90170">
                  <a:moveTo>
                    <a:pt x="4363720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4363720" y="90170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404860" y="3528059"/>
              <a:ext cx="4363720" cy="90170"/>
            </a:xfrm>
            <a:custGeom>
              <a:avLst/>
              <a:gdLst/>
              <a:ahLst/>
              <a:cxnLst/>
              <a:rect l="l" t="t" r="r" b="b"/>
              <a:pathLst>
                <a:path w="4363720" h="90170">
                  <a:moveTo>
                    <a:pt x="4363720" y="0"/>
                  </a:moveTo>
                  <a:lnTo>
                    <a:pt x="0" y="0"/>
                  </a:lnTo>
                  <a:lnTo>
                    <a:pt x="0" y="90169"/>
                  </a:lnTo>
                  <a:lnTo>
                    <a:pt x="4363720" y="90169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404860" y="3618229"/>
              <a:ext cx="4363720" cy="90170"/>
            </a:xfrm>
            <a:custGeom>
              <a:avLst/>
              <a:gdLst/>
              <a:ahLst/>
              <a:cxnLst/>
              <a:rect l="l" t="t" r="r" b="b"/>
              <a:pathLst>
                <a:path w="4363720" h="90170">
                  <a:moveTo>
                    <a:pt x="4363720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4363720" y="90170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404860" y="3708400"/>
              <a:ext cx="4363720" cy="90170"/>
            </a:xfrm>
            <a:custGeom>
              <a:avLst/>
              <a:gdLst/>
              <a:ahLst/>
              <a:cxnLst/>
              <a:rect l="l" t="t" r="r" b="b"/>
              <a:pathLst>
                <a:path w="4363720" h="90170">
                  <a:moveTo>
                    <a:pt x="4363720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4363720" y="90170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404860" y="3798569"/>
              <a:ext cx="4363720" cy="90170"/>
            </a:xfrm>
            <a:custGeom>
              <a:avLst/>
              <a:gdLst/>
              <a:ahLst/>
              <a:cxnLst/>
              <a:rect l="l" t="t" r="r" b="b"/>
              <a:pathLst>
                <a:path w="4363720" h="90170">
                  <a:moveTo>
                    <a:pt x="4363720" y="0"/>
                  </a:moveTo>
                  <a:lnTo>
                    <a:pt x="0" y="0"/>
                  </a:lnTo>
                  <a:lnTo>
                    <a:pt x="0" y="90169"/>
                  </a:lnTo>
                  <a:lnTo>
                    <a:pt x="4363720" y="90169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404860" y="3888739"/>
              <a:ext cx="4363720" cy="90170"/>
            </a:xfrm>
            <a:custGeom>
              <a:avLst/>
              <a:gdLst/>
              <a:ahLst/>
              <a:cxnLst/>
              <a:rect l="l" t="t" r="r" b="b"/>
              <a:pathLst>
                <a:path w="4363720" h="90170">
                  <a:moveTo>
                    <a:pt x="4363720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4363720" y="90170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404860" y="3978909"/>
              <a:ext cx="4363720" cy="90170"/>
            </a:xfrm>
            <a:custGeom>
              <a:avLst/>
              <a:gdLst/>
              <a:ahLst/>
              <a:cxnLst/>
              <a:rect l="l" t="t" r="r" b="b"/>
              <a:pathLst>
                <a:path w="4363720" h="90170">
                  <a:moveTo>
                    <a:pt x="4363720" y="0"/>
                  </a:moveTo>
                  <a:lnTo>
                    <a:pt x="0" y="0"/>
                  </a:lnTo>
                  <a:lnTo>
                    <a:pt x="0" y="90169"/>
                  </a:lnTo>
                  <a:lnTo>
                    <a:pt x="4363720" y="90169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404860" y="4069079"/>
              <a:ext cx="4363720" cy="90170"/>
            </a:xfrm>
            <a:custGeom>
              <a:avLst/>
              <a:gdLst/>
              <a:ahLst/>
              <a:cxnLst/>
              <a:rect l="l" t="t" r="r" b="b"/>
              <a:pathLst>
                <a:path w="4363720" h="90170">
                  <a:moveTo>
                    <a:pt x="4363720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4363720" y="90170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404860" y="4159250"/>
              <a:ext cx="4363720" cy="90170"/>
            </a:xfrm>
            <a:custGeom>
              <a:avLst/>
              <a:gdLst/>
              <a:ahLst/>
              <a:cxnLst/>
              <a:rect l="l" t="t" r="r" b="b"/>
              <a:pathLst>
                <a:path w="4363720" h="90170">
                  <a:moveTo>
                    <a:pt x="4363720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4363720" y="90170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404860" y="4249419"/>
              <a:ext cx="4363720" cy="90170"/>
            </a:xfrm>
            <a:custGeom>
              <a:avLst/>
              <a:gdLst/>
              <a:ahLst/>
              <a:cxnLst/>
              <a:rect l="l" t="t" r="r" b="b"/>
              <a:pathLst>
                <a:path w="4363720" h="90170">
                  <a:moveTo>
                    <a:pt x="4363720" y="0"/>
                  </a:moveTo>
                  <a:lnTo>
                    <a:pt x="0" y="0"/>
                  </a:lnTo>
                  <a:lnTo>
                    <a:pt x="0" y="90169"/>
                  </a:lnTo>
                  <a:lnTo>
                    <a:pt x="4363720" y="90169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404860" y="4339589"/>
              <a:ext cx="4363720" cy="90170"/>
            </a:xfrm>
            <a:custGeom>
              <a:avLst/>
              <a:gdLst/>
              <a:ahLst/>
              <a:cxnLst/>
              <a:rect l="l" t="t" r="r" b="b"/>
              <a:pathLst>
                <a:path w="4363720" h="90170">
                  <a:moveTo>
                    <a:pt x="4363720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4363720" y="90170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404860" y="4429759"/>
              <a:ext cx="4363720" cy="90170"/>
            </a:xfrm>
            <a:custGeom>
              <a:avLst/>
              <a:gdLst/>
              <a:ahLst/>
              <a:cxnLst/>
              <a:rect l="l" t="t" r="r" b="b"/>
              <a:pathLst>
                <a:path w="4363720" h="90170">
                  <a:moveTo>
                    <a:pt x="4363720" y="0"/>
                  </a:moveTo>
                  <a:lnTo>
                    <a:pt x="0" y="0"/>
                  </a:lnTo>
                  <a:lnTo>
                    <a:pt x="0" y="90169"/>
                  </a:lnTo>
                  <a:lnTo>
                    <a:pt x="4363720" y="90169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404860" y="4519929"/>
              <a:ext cx="4363720" cy="90170"/>
            </a:xfrm>
            <a:custGeom>
              <a:avLst/>
              <a:gdLst/>
              <a:ahLst/>
              <a:cxnLst/>
              <a:rect l="l" t="t" r="r" b="b"/>
              <a:pathLst>
                <a:path w="4363720" h="90170">
                  <a:moveTo>
                    <a:pt x="4363720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4363720" y="90170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404860" y="4610100"/>
              <a:ext cx="4363720" cy="90170"/>
            </a:xfrm>
            <a:custGeom>
              <a:avLst/>
              <a:gdLst/>
              <a:ahLst/>
              <a:cxnLst/>
              <a:rect l="l" t="t" r="r" b="b"/>
              <a:pathLst>
                <a:path w="4363720" h="90170">
                  <a:moveTo>
                    <a:pt x="4363720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4363720" y="90170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404860" y="4700269"/>
              <a:ext cx="4363720" cy="90170"/>
            </a:xfrm>
            <a:custGeom>
              <a:avLst/>
              <a:gdLst/>
              <a:ahLst/>
              <a:cxnLst/>
              <a:rect l="l" t="t" r="r" b="b"/>
              <a:pathLst>
                <a:path w="4363720" h="90170">
                  <a:moveTo>
                    <a:pt x="4363720" y="0"/>
                  </a:moveTo>
                  <a:lnTo>
                    <a:pt x="0" y="0"/>
                  </a:lnTo>
                  <a:lnTo>
                    <a:pt x="0" y="90169"/>
                  </a:lnTo>
                  <a:lnTo>
                    <a:pt x="4363720" y="90169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404860" y="4790439"/>
              <a:ext cx="4363720" cy="90170"/>
            </a:xfrm>
            <a:custGeom>
              <a:avLst/>
              <a:gdLst/>
              <a:ahLst/>
              <a:cxnLst/>
              <a:rect l="l" t="t" r="r" b="b"/>
              <a:pathLst>
                <a:path w="4363720" h="90170">
                  <a:moveTo>
                    <a:pt x="4363720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4363720" y="90170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404860" y="4880609"/>
              <a:ext cx="4363720" cy="180340"/>
            </a:xfrm>
            <a:custGeom>
              <a:avLst/>
              <a:gdLst/>
              <a:ahLst/>
              <a:cxnLst/>
              <a:rect l="l" t="t" r="r" b="b"/>
              <a:pathLst>
                <a:path w="4363720" h="180339">
                  <a:moveTo>
                    <a:pt x="4363720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0" y="180340"/>
                  </a:lnTo>
                  <a:lnTo>
                    <a:pt x="4363720" y="180340"/>
                  </a:lnTo>
                  <a:lnTo>
                    <a:pt x="4363720" y="90170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404860" y="5060950"/>
              <a:ext cx="4363720" cy="90170"/>
            </a:xfrm>
            <a:custGeom>
              <a:avLst/>
              <a:gdLst/>
              <a:ahLst/>
              <a:cxnLst/>
              <a:rect l="l" t="t" r="r" b="b"/>
              <a:pathLst>
                <a:path w="4363720" h="90170">
                  <a:moveTo>
                    <a:pt x="4363720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4363720" y="90170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404860" y="5151119"/>
              <a:ext cx="4363720" cy="90170"/>
            </a:xfrm>
            <a:custGeom>
              <a:avLst/>
              <a:gdLst/>
              <a:ahLst/>
              <a:cxnLst/>
              <a:rect l="l" t="t" r="r" b="b"/>
              <a:pathLst>
                <a:path w="4363720" h="90170">
                  <a:moveTo>
                    <a:pt x="4363720" y="0"/>
                  </a:moveTo>
                  <a:lnTo>
                    <a:pt x="0" y="0"/>
                  </a:lnTo>
                  <a:lnTo>
                    <a:pt x="0" y="90169"/>
                  </a:lnTo>
                  <a:lnTo>
                    <a:pt x="4363720" y="90169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404860" y="5241289"/>
              <a:ext cx="4363720" cy="90170"/>
            </a:xfrm>
            <a:custGeom>
              <a:avLst/>
              <a:gdLst/>
              <a:ahLst/>
              <a:cxnLst/>
              <a:rect l="l" t="t" r="r" b="b"/>
              <a:pathLst>
                <a:path w="4363720" h="90170">
                  <a:moveTo>
                    <a:pt x="4363720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4363720" y="90170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404860" y="5331460"/>
              <a:ext cx="4363720" cy="90170"/>
            </a:xfrm>
            <a:custGeom>
              <a:avLst/>
              <a:gdLst/>
              <a:ahLst/>
              <a:cxnLst/>
              <a:rect l="l" t="t" r="r" b="b"/>
              <a:pathLst>
                <a:path w="4363720" h="90170">
                  <a:moveTo>
                    <a:pt x="4363720" y="0"/>
                  </a:moveTo>
                  <a:lnTo>
                    <a:pt x="0" y="0"/>
                  </a:lnTo>
                  <a:lnTo>
                    <a:pt x="0" y="90169"/>
                  </a:lnTo>
                  <a:lnTo>
                    <a:pt x="4363720" y="90169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404860" y="5421630"/>
              <a:ext cx="4363720" cy="90170"/>
            </a:xfrm>
            <a:custGeom>
              <a:avLst/>
              <a:gdLst/>
              <a:ahLst/>
              <a:cxnLst/>
              <a:rect l="l" t="t" r="r" b="b"/>
              <a:pathLst>
                <a:path w="4363720" h="90170">
                  <a:moveTo>
                    <a:pt x="4363720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4363720" y="90170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404860" y="5511799"/>
              <a:ext cx="4363720" cy="90170"/>
            </a:xfrm>
            <a:custGeom>
              <a:avLst/>
              <a:gdLst/>
              <a:ahLst/>
              <a:cxnLst/>
              <a:rect l="l" t="t" r="r" b="b"/>
              <a:pathLst>
                <a:path w="4363720" h="90170">
                  <a:moveTo>
                    <a:pt x="4363720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4363720" y="90170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404860" y="5601969"/>
              <a:ext cx="4363720" cy="90170"/>
            </a:xfrm>
            <a:custGeom>
              <a:avLst/>
              <a:gdLst/>
              <a:ahLst/>
              <a:cxnLst/>
              <a:rect l="l" t="t" r="r" b="b"/>
              <a:pathLst>
                <a:path w="4363720" h="90170">
                  <a:moveTo>
                    <a:pt x="4363720" y="0"/>
                  </a:moveTo>
                  <a:lnTo>
                    <a:pt x="0" y="0"/>
                  </a:lnTo>
                  <a:lnTo>
                    <a:pt x="0" y="90169"/>
                  </a:lnTo>
                  <a:lnTo>
                    <a:pt x="4363720" y="90169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404860" y="5692139"/>
              <a:ext cx="4363720" cy="90170"/>
            </a:xfrm>
            <a:custGeom>
              <a:avLst/>
              <a:gdLst/>
              <a:ahLst/>
              <a:cxnLst/>
              <a:rect l="l" t="t" r="r" b="b"/>
              <a:pathLst>
                <a:path w="4363720" h="90170">
                  <a:moveTo>
                    <a:pt x="4363720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4363720" y="90170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404860" y="5782310"/>
              <a:ext cx="4363720" cy="90170"/>
            </a:xfrm>
            <a:custGeom>
              <a:avLst/>
              <a:gdLst/>
              <a:ahLst/>
              <a:cxnLst/>
              <a:rect l="l" t="t" r="r" b="b"/>
              <a:pathLst>
                <a:path w="4363720" h="90170">
                  <a:moveTo>
                    <a:pt x="4363720" y="0"/>
                  </a:moveTo>
                  <a:lnTo>
                    <a:pt x="0" y="0"/>
                  </a:lnTo>
                  <a:lnTo>
                    <a:pt x="0" y="90169"/>
                  </a:lnTo>
                  <a:lnTo>
                    <a:pt x="4363720" y="90169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404860" y="5872480"/>
              <a:ext cx="4363720" cy="90170"/>
            </a:xfrm>
            <a:custGeom>
              <a:avLst/>
              <a:gdLst/>
              <a:ahLst/>
              <a:cxnLst/>
              <a:rect l="l" t="t" r="r" b="b"/>
              <a:pathLst>
                <a:path w="4363720" h="90170">
                  <a:moveTo>
                    <a:pt x="4363720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4363720" y="90170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404860" y="5962649"/>
              <a:ext cx="4363720" cy="90170"/>
            </a:xfrm>
            <a:custGeom>
              <a:avLst/>
              <a:gdLst/>
              <a:ahLst/>
              <a:cxnLst/>
              <a:rect l="l" t="t" r="r" b="b"/>
              <a:pathLst>
                <a:path w="4363720" h="90170">
                  <a:moveTo>
                    <a:pt x="4363720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4363720" y="90170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404860" y="6052819"/>
              <a:ext cx="4363720" cy="90170"/>
            </a:xfrm>
            <a:custGeom>
              <a:avLst/>
              <a:gdLst/>
              <a:ahLst/>
              <a:cxnLst/>
              <a:rect l="l" t="t" r="r" b="b"/>
              <a:pathLst>
                <a:path w="4363720" h="90170">
                  <a:moveTo>
                    <a:pt x="4363720" y="0"/>
                  </a:moveTo>
                  <a:lnTo>
                    <a:pt x="0" y="0"/>
                  </a:lnTo>
                  <a:lnTo>
                    <a:pt x="0" y="90169"/>
                  </a:lnTo>
                  <a:lnTo>
                    <a:pt x="4363720" y="90169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404860" y="6142989"/>
              <a:ext cx="4363720" cy="90170"/>
            </a:xfrm>
            <a:custGeom>
              <a:avLst/>
              <a:gdLst/>
              <a:ahLst/>
              <a:cxnLst/>
              <a:rect l="l" t="t" r="r" b="b"/>
              <a:pathLst>
                <a:path w="4363720" h="90170">
                  <a:moveTo>
                    <a:pt x="4363720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4363720" y="90170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404860" y="6233160"/>
              <a:ext cx="4363720" cy="91440"/>
            </a:xfrm>
            <a:custGeom>
              <a:avLst/>
              <a:gdLst/>
              <a:ahLst/>
              <a:cxnLst/>
              <a:rect l="l" t="t" r="r" b="b"/>
              <a:pathLst>
                <a:path w="4363720" h="91439">
                  <a:moveTo>
                    <a:pt x="4363720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4363720" y="91439"/>
                  </a:lnTo>
                  <a:lnTo>
                    <a:pt x="4363720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406130" y="1904999"/>
              <a:ext cx="4362450" cy="4418330"/>
            </a:xfrm>
            <a:custGeom>
              <a:avLst/>
              <a:gdLst/>
              <a:ahLst/>
              <a:cxnLst/>
              <a:rect l="l" t="t" r="r" b="b"/>
              <a:pathLst>
                <a:path w="4362450" h="4418330">
                  <a:moveTo>
                    <a:pt x="2180590" y="4418330"/>
                  </a:moveTo>
                  <a:lnTo>
                    <a:pt x="0" y="4418330"/>
                  </a:lnTo>
                  <a:lnTo>
                    <a:pt x="0" y="0"/>
                  </a:lnTo>
                  <a:lnTo>
                    <a:pt x="4362450" y="0"/>
                  </a:lnTo>
                  <a:lnTo>
                    <a:pt x="4362450" y="4418330"/>
                  </a:lnTo>
                  <a:lnTo>
                    <a:pt x="2180590" y="441833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8469630" y="1717038"/>
            <a:ext cx="1501775" cy="34086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38700"/>
              </a:lnSpc>
              <a:spcBef>
                <a:spcPts val="100"/>
              </a:spcBef>
            </a:pPr>
            <a:r>
              <a:rPr sz="3200" spc="-10" dirty="0">
                <a:latin typeface="Century Gothic"/>
                <a:cs typeface="Century Gothic"/>
              </a:rPr>
              <a:t>Object: Body: Head: Legs: Arms: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0640059" y="1717038"/>
            <a:ext cx="1957705" cy="34086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1275">
              <a:lnSpc>
                <a:spcPct val="138800"/>
              </a:lnSpc>
              <a:spcBef>
                <a:spcPts val="100"/>
              </a:spcBef>
            </a:pPr>
            <a:r>
              <a:rPr sz="3200" dirty="0">
                <a:latin typeface="Century Gothic"/>
                <a:cs typeface="Century Gothic"/>
              </a:rPr>
              <a:t>Stick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spc="-25" dirty="0">
                <a:latin typeface="Century Gothic"/>
                <a:cs typeface="Century Gothic"/>
              </a:rPr>
              <a:t>man </a:t>
            </a:r>
            <a:r>
              <a:rPr sz="3200" spc="-50" dirty="0">
                <a:latin typeface="Century Gothic"/>
                <a:cs typeface="Century Gothic"/>
              </a:rPr>
              <a:t>1</a:t>
            </a:r>
            <a:endParaRPr sz="3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490"/>
              </a:spcBef>
            </a:pPr>
            <a:r>
              <a:rPr sz="3200" dirty="0">
                <a:latin typeface="Century Gothic"/>
                <a:cs typeface="Century Gothic"/>
              </a:rPr>
              <a:t>1</a:t>
            </a:r>
            <a:endParaRPr sz="3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r>
              <a:rPr sz="3200" dirty="0">
                <a:latin typeface="Century Gothic"/>
                <a:cs typeface="Century Gothic"/>
              </a:rPr>
              <a:t>2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(1 </a:t>
            </a:r>
            <a:r>
              <a:rPr sz="3200" spc="-10" dirty="0">
                <a:latin typeface="Century Gothic"/>
                <a:cs typeface="Century Gothic"/>
              </a:rPr>
              <a:t>lifted)</a:t>
            </a:r>
            <a:endParaRPr sz="3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490"/>
              </a:spcBef>
            </a:pPr>
            <a:r>
              <a:rPr sz="3200" dirty="0">
                <a:latin typeface="Century Gothic"/>
                <a:cs typeface="Century Gothic"/>
              </a:rPr>
              <a:t>2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(2 </a:t>
            </a:r>
            <a:r>
              <a:rPr sz="3200" spc="-10" dirty="0">
                <a:latin typeface="Century Gothic"/>
                <a:cs typeface="Century Gothic"/>
              </a:rPr>
              <a:t>lifted)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469630" y="5289550"/>
            <a:ext cx="416814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entury Gothic"/>
                <a:cs typeface="Century Gothic"/>
              </a:rPr>
              <a:t>Walking</a:t>
            </a:r>
            <a:r>
              <a:rPr sz="3200" spc="-6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left</a:t>
            </a:r>
            <a:r>
              <a:rPr sz="3200" spc="-6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to</a:t>
            </a:r>
            <a:r>
              <a:rPr sz="3200" spc="-60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right…</a:t>
            </a:r>
            <a:endParaRPr sz="3200">
              <a:latin typeface="Century Gothic"/>
              <a:cs typeface="Century Gothic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4742587" y="1900327"/>
            <a:ext cx="3516629" cy="4448810"/>
            <a:chOff x="4742587" y="1900327"/>
            <a:chExt cx="3516629" cy="4448810"/>
          </a:xfrm>
        </p:grpSpPr>
        <p:pic>
          <p:nvPicPr>
            <p:cNvPr id="59" name="object 5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42587" y="1920239"/>
              <a:ext cx="3516222" cy="4428489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4747260" y="1904999"/>
              <a:ext cx="3506470" cy="180340"/>
            </a:xfrm>
            <a:custGeom>
              <a:avLst/>
              <a:gdLst/>
              <a:ahLst/>
              <a:cxnLst/>
              <a:rect l="l" t="t" r="r" b="b"/>
              <a:pathLst>
                <a:path w="3506470" h="180339">
                  <a:moveTo>
                    <a:pt x="3506470" y="0"/>
                  </a:moveTo>
                  <a:lnTo>
                    <a:pt x="0" y="0"/>
                  </a:lnTo>
                  <a:lnTo>
                    <a:pt x="0" y="88900"/>
                  </a:lnTo>
                  <a:lnTo>
                    <a:pt x="0" y="180340"/>
                  </a:lnTo>
                  <a:lnTo>
                    <a:pt x="3506470" y="180340"/>
                  </a:lnTo>
                  <a:lnTo>
                    <a:pt x="3506470" y="88900"/>
                  </a:lnTo>
                  <a:lnTo>
                    <a:pt x="350647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747259" y="2085339"/>
              <a:ext cx="3506470" cy="88900"/>
            </a:xfrm>
            <a:custGeom>
              <a:avLst/>
              <a:gdLst/>
              <a:ahLst/>
              <a:cxnLst/>
              <a:rect l="l" t="t" r="r" b="b"/>
              <a:pathLst>
                <a:path w="3506470" h="88900">
                  <a:moveTo>
                    <a:pt x="3506469" y="0"/>
                  </a:moveTo>
                  <a:lnTo>
                    <a:pt x="0" y="0"/>
                  </a:lnTo>
                  <a:lnTo>
                    <a:pt x="0" y="88900"/>
                  </a:lnTo>
                  <a:lnTo>
                    <a:pt x="3506469" y="8890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747259" y="2174239"/>
              <a:ext cx="3506470" cy="91440"/>
            </a:xfrm>
            <a:custGeom>
              <a:avLst/>
              <a:gdLst/>
              <a:ahLst/>
              <a:cxnLst/>
              <a:rect l="l" t="t" r="r" b="b"/>
              <a:pathLst>
                <a:path w="3506470" h="91439">
                  <a:moveTo>
                    <a:pt x="3506469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3506469" y="91439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747259" y="2265679"/>
              <a:ext cx="3506470" cy="88900"/>
            </a:xfrm>
            <a:custGeom>
              <a:avLst/>
              <a:gdLst/>
              <a:ahLst/>
              <a:cxnLst/>
              <a:rect l="l" t="t" r="r" b="b"/>
              <a:pathLst>
                <a:path w="3506470" h="88900">
                  <a:moveTo>
                    <a:pt x="3506469" y="0"/>
                  </a:moveTo>
                  <a:lnTo>
                    <a:pt x="0" y="0"/>
                  </a:lnTo>
                  <a:lnTo>
                    <a:pt x="0" y="88900"/>
                  </a:lnTo>
                  <a:lnTo>
                    <a:pt x="3506469" y="8890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47259" y="2354579"/>
              <a:ext cx="3506470" cy="91440"/>
            </a:xfrm>
            <a:custGeom>
              <a:avLst/>
              <a:gdLst/>
              <a:ahLst/>
              <a:cxnLst/>
              <a:rect l="l" t="t" r="r" b="b"/>
              <a:pathLst>
                <a:path w="3506470" h="91439">
                  <a:moveTo>
                    <a:pt x="3506469" y="0"/>
                  </a:moveTo>
                  <a:lnTo>
                    <a:pt x="0" y="0"/>
                  </a:lnTo>
                  <a:lnTo>
                    <a:pt x="0" y="91440"/>
                  </a:lnTo>
                  <a:lnTo>
                    <a:pt x="3506469" y="9144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47259" y="2446019"/>
              <a:ext cx="3506470" cy="88900"/>
            </a:xfrm>
            <a:custGeom>
              <a:avLst/>
              <a:gdLst/>
              <a:ahLst/>
              <a:cxnLst/>
              <a:rect l="l" t="t" r="r" b="b"/>
              <a:pathLst>
                <a:path w="3506470" h="88900">
                  <a:moveTo>
                    <a:pt x="3506469" y="0"/>
                  </a:moveTo>
                  <a:lnTo>
                    <a:pt x="0" y="0"/>
                  </a:lnTo>
                  <a:lnTo>
                    <a:pt x="0" y="88900"/>
                  </a:lnTo>
                  <a:lnTo>
                    <a:pt x="3506469" y="8890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747259" y="2534919"/>
              <a:ext cx="3506470" cy="91440"/>
            </a:xfrm>
            <a:custGeom>
              <a:avLst/>
              <a:gdLst/>
              <a:ahLst/>
              <a:cxnLst/>
              <a:rect l="l" t="t" r="r" b="b"/>
              <a:pathLst>
                <a:path w="3506470" h="91439">
                  <a:moveTo>
                    <a:pt x="3506469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3506469" y="91439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747259" y="2626359"/>
              <a:ext cx="3506470" cy="90170"/>
            </a:xfrm>
            <a:custGeom>
              <a:avLst/>
              <a:gdLst/>
              <a:ahLst/>
              <a:cxnLst/>
              <a:rect l="l" t="t" r="r" b="b"/>
              <a:pathLst>
                <a:path w="3506470" h="90169">
                  <a:moveTo>
                    <a:pt x="3506469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3506469" y="9017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747259" y="2716529"/>
              <a:ext cx="3506470" cy="90170"/>
            </a:xfrm>
            <a:custGeom>
              <a:avLst/>
              <a:gdLst/>
              <a:ahLst/>
              <a:cxnLst/>
              <a:rect l="l" t="t" r="r" b="b"/>
              <a:pathLst>
                <a:path w="3506470" h="90169">
                  <a:moveTo>
                    <a:pt x="3506469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3506469" y="9017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747259" y="2806699"/>
              <a:ext cx="3506470" cy="90170"/>
            </a:xfrm>
            <a:custGeom>
              <a:avLst/>
              <a:gdLst/>
              <a:ahLst/>
              <a:cxnLst/>
              <a:rect l="l" t="t" r="r" b="b"/>
              <a:pathLst>
                <a:path w="3506470" h="90169">
                  <a:moveTo>
                    <a:pt x="3506469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3506469" y="9017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747259" y="2896869"/>
              <a:ext cx="3506470" cy="90170"/>
            </a:xfrm>
            <a:custGeom>
              <a:avLst/>
              <a:gdLst/>
              <a:ahLst/>
              <a:cxnLst/>
              <a:rect l="l" t="t" r="r" b="b"/>
              <a:pathLst>
                <a:path w="3506470" h="90169">
                  <a:moveTo>
                    <a:pt x="3506469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3506469" y="9017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747259" y="2987039"/>
              <a:ext cx="3506470" cy="90170"/>
            </a:xfrm>
            <a:custGeom>
              <a:avLst/>
              <a:gdLst/>
              <a:ahLst/>
              <a:cxnLst/>
              <a:rect l="l" t="t" r="r" b="b"/>
              <a:pathLst>
                <a:path w="3506470" h="90169">
                  <a:moveTo>
                    <a:pt x="3506469" y="0"/>
                  </a:moveTo>
                  <a:lnTo>
                    <a:pt x="0" y="0"/>
                  </a:lnTo>
                  <a:lnTo>
                    <a:pt x="0" y="90169"/>
                  </a:lnTo>
                  <a:lnTo>
                    <a:pt x="3506469" y="90169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747259" y="3077209"/>
              <a:ext cx="3506470" cy="90170"/>
            </a:xfrm>
            <a:custGeom>
              <a:avLst/>
              <a:gdLst/>
              <a:ahLst/>
              <a:cxnLst/>
              <a:rect l="l" t="t" r="r" b="b"/>
              <a:pathLst>
                <a:path w="3506470" h="90169">
                  <a:moveTo>
                    <a:pt x="3506469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3506469" y="9017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747259" y="3167379"/>
              <a:ext cx="3506470" cy="90170"/>
            </a:xfrm>
            <a:custGeom>
              <a:avLst/>
              <a:gdLst/>
              <a:ahLst/>
              <a:cxnLst/>
              <a:rect l="l" t="t" r="r" b="b"/>
              <a:pathLst>
                <a:path w="3506470" h="90170">
                  <a:moveTo>
                    <a:pt x="3506469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3506469" y="9017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747259" y="3257549"/>
              <a:ext cx="3506470" cy="90170"/>
            </a:xfrm>
            <a:custGeom>
              <a:avLst/>
              <a:gdLst/>
              <a:ahLst/>
              <a:cxnLst/>
              <a:rect l="l" t="t" r="r" b="b"/>
              <a:pathLst>
                <a:path w="3506470" h="90170">
                  <a:moveTo>
                    <a:pt x="3506469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3506469" y="9017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747259" y="3347719"/>
              <a:ext cx="3506470" cy="90170"/>
            </a:xfrm>
            <a:custGeom>
              <a:avLst/>
              <a:gdLst/>
              <a:ahLst/>
              <a:cxnLst/>
              <a:rect l="l" t="t" r="r" b="b"/>
              <a:pathLst>
                <a:path w="3506470" h="90170">
                  <a:moveTo>
                    <a:pt x="3506469" y="0"/>
                  </a:moveTo>
                  <a:lnTo>
                    <a:pt x="0" y="0"/>
                  </a:lnTo>
                  <a:lnTo>
                    <a:pt x="0" y="90169"/>
                  </a:lnTo>
                  <a:lnTo>
                    <a:pt x="3506469" y="90169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4747259" y="3437889"/>
              <a:ext cx="3506470" cy="90170"/>
            </a:xfrm>
            <a:custGeom>
              <a:avLst/>
              <a:gdLst/>
              <a:ahLst/>
              <a:cxnLst/>
              <a:rect l="l" t="t" r="r" b="b"/>
              <a:pathLst>
                <a:path w="3506470" h="90170">
                  <a:moveTo>
                    <a:pt x="3506469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3506469" y="9017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4747259" y="3528059"/>
              <a:ext cx="3506470" cy="90170"/>
            </a:xfrm>
            <a:custGeom>
              <a:avLst/>
              <a:gdLst/>
              <a:ahLst/>
              <a:cxnLst/>
              <a:rect l="l" t="t" r="r" b="b"/>
              <a:pathLst>
                <a:path w="3506470" h="90170">
                  <a:moveTo>
                    <a:pt x="3506469" y="0"/>
                  </a:moveTo>
                  <a:lnTo>
                    <a:pt x="0" y="0"/>
                  </a:lnTo>
                  <a:lnTo>
                    <a:pt x="0" y="90169"/>
                  </a:lnTo>
                  <a:lnTo>
                    <a:pt x="3506469" y="90169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747259" y="3618229"/>
              <a:ext cx="3506470" cy="90170"/>
            </a:xfrm>
            <a:custGeom>
              <a:avLst/>
              <a:gdLst/>
              <a:ahLst/>
              <a:cxnLst/>
              <a:rect l="l" t="t" r="r" b="b"/>
              <a:pathLst>
                <a:path w="3506470" h="90170">
                  <a:moveTo>
                    <a:pt x="3506469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3506469" y="9017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747259" y="3708400"/>
              <a:ext cx="3506470" cy="90170"/>
            </a:xfrm>
            <a:custGeom>
              <a:avLst/>
              <a:gdLst/>
              <a:ahLst/>
              <a:cxnLst/>
              <a:rect l="l" t="t" r="r" b="b"/>
              <a:pathLst>
                <a:path w="3506470" h="90170">
                  <a:moveTo>
                    <a:pt x="3506469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3506469" y="9017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747259" y="3798569"/>
              <a:ext cx="3506470" cy="90170"/>
            </a:xfrm>
            <a:custGeom>
              <a:avLst/>
              <a:gdLst/>
              <a:ahLst/>
              <a:cxnLst/>
              <a:rect l="l" t="t" r="r" b="b"/>
              <a:pathLst>
                <a:path w="3506470" h="90170">
                  <a:moveTo>
                    <a:pt x="3506469" y="0"/>
                  </a:moveTo>
                  <a:lnTo>
                    <a:pt x="0" y="0"/>
                  </a:lnTo>
                  <a:lnTo>
                    <a:pt x="0" y="90169"/>
                  </a:lnTo>
                  <a:lnTo>
                    <a:pt x="3506469" y="90169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747259" y="3888739"/>
              <a:ext cx="3506470" cy="90170"/>
            </a:xfrm>
            <a:custGeom>
              <a:avLst/>
              <a:gdLst/>
              <a:ahLst/>
              <a:cxnLst/>
              <a:rect l="l" t="t" r="r" b="b"/>
              <a:pathLst>
                <a:path w="3506470" h="90170">
                  <a:moveTo>
                    <a:pt x="3506469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3506469" y="9017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4747259" y="3978909"/>
              <a:ext cx="3506470" cy="90170"/>
            </a:xfrm>
            <a:custGeom>
              <a:avLst/>
              <a:gdLst/>
              <a:ahLst/>
              <a:cxnLst/>
              <a:rect l="l" t="t" r="r" b="b"/>
              <a:pathLst>
                <a:path w="3506470" h="90170">
                  <a:moveTo>
                    <a:pt x="3506469" y="0"/>
                  </a:moveTo>
                  <a:lnTo>
                    <a:pt x="0" y="0"/>
                  </a:lnTo>
                  <a:lnTo>
                    <a:pt x="0" y="90169"/>
                  </a:lnTo>
                  <a:lnTo>
                    <a:pt x="3506469" y="90169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747259" y="4069079"/>
              <a:ext cx="3506470" cy="90170"/>
            </a:xfrm>
            <a:custGeom>
              <a:avLst/>
              <a:gdLst/>
              <a:ahLst/>
              <a:cxnLst/>
              <a:rect l="l" t="t" r="r" b="b"/>
              <a:pathLst>
                <a:path w="3506470" h="90170">
                  <a:moveTo>
                    <a:pt x="3506469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3506469" y="9017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747259" y="4159250"/>
              <a:ext cx="3506470" cy="90170"/>
            </a:xfrm>
            <a:custGeom>
              <a:avLst/>
              <a:gdLst/>
              <a:ahLst/>
              <a:cxnLst/>
              <a:rect l="l" t="t" r="r" b="b"/>
              <a:pathLst>
                <a:path w="3506470" h="90170">
                  <a:moveTo>
                    <a:pt x="3506469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3506469" y="9017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747259" y="4249419"/>
              <a:ext cx="3506470" cy="90170"/>
            </a:xfrm>
            <a:custGeom>
              <a:avLst/>
              <a:gdLst/>
              <a:ahLst/>
              <a:cxnLst/>
              <a:rect l="l" t="t" r="r" b="b"/>
              <a:pathLst>
                <a:path w="3506470" h="90170">
                  <a:moveTo>
                    <a:pt x="3506469" y="0"/>
                  </a:moveTo>
                  <a:lnTo>
                    <a:pt x="0" y="0"/>
                  </a:lnTo>
                  <a:lnTo>
                    <a:pt x="0" y="90169"/>
                  </a:lnTo>
                  <a:lnTo>
                    <a:pt x="3506469" y="90169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4747259" y="4339589"/>
              <a:ext cx="3506470" cy="90170"/>
            </a:xfrm>
            <a:custGeom>
              <a:avLst/>
              <a:gdLst/>
              <a:ahLst/>
              <a:cxnLst/>
              <a:rect l="l" t="t" r="r" b="b"/>
              <a:pathLst>
                <a:path w="3506470" h="90170">
                  <a:moveTo>
                    <a:pt x="3506469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3506469" y="9017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4747259" y="4429759"/>
              <a:ext cx="3506470" cy="90170"/>
            </a:xfrm>
            <a:custGeom>
              <a:avLst/>
              <a:gdLst/>
              <a:ahLst/>
              <a:cxnLst/>
              <a:rect l="l" t="t" r="r" b="b"/>
              <a:pathLst>
                <a:path w="3506470" h="90170">
                  <a:moveTo>
                    <a:pt x="3506469" y="0"/>
                  </a:moveTo>
                  <a:lnTo>
                    <a:pt x="0" y="0"/>
                  </a:lnTo>
                  <a:lnTo>
                    <a:pt x="0" y="90169"/>
                  </a:lnTo>
                  <a:lnTo>
                    <a:pt x="3506469" y="90169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4747259" y="4519929"/>
              <a:ext cx="3506470" cy="90170"/>
            </a:xfrm>
            <a:custGeom>
              <a:avLst/>
              <a:gdLst/>
              <a:ahLst/>
              <a:cxnLst/>
              <a:rect l="l" t="t" r="r" b="b"/>
              <a:pathLst>
                <a:path w="3506470" h="90170">
                  <a:moveTo>
                    <a:pt x="3506469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3506469" y="9017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4747259" y="4610100"/>
              <a:ext cx="3506470" cy="90170"/>
            </a:xfrm>
            <a:custGeom>
              <a:avLst/>
              <a:gdLst/>
              <a:ahLst/>
              <a:cxnLst/>
              <a:rect l="l" t="t" r="r" b="b"/>
              <a:pathLst>
                <a:path w="3506470" h="90170">
                  <a:moveTo>
                    <a:pt x="3506469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3506469" y="9017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747259" y="4700269"/>
              <a:ext cx="3506470" cy="90170"/>
            </a:xfrm>
            <a:custGeom>
              <a:avLst/>
              <a:gdLst/>
              <a:ahLst/>
              <a:cxnLst/>
              <a:rect l="l" t="t" r="r" b="b"/>
              <a:pathLst>
                <a:path w="3506470" h="90170">
                  <a:moveTo>
                    <a:pt x="3506469" y="0"/>
                  </a:moveTo>
                  <a:lnTo>
                    <a:pt x="0" y="0"/>
                  </a:lnTo>
                  <a:lnTo>
                    <a:pt x="0" y="90169"/>
                  </a:lnTo>
                  <a:lnTo>
                    <a:pt x="3506469" y="90169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747259" y="4790439"/>
              <a:ext cx="3506470" cy="90170"/>
            </a:xfrm>
            <a:custGeom>
              <a:avLst/>
              <a:gdLst/>
              <a:ahLst/>
              <a:cxnLst/>
              <a:rect l="l" t="t" r="r" b="b"/>
              <a:pathLst>
                <a:path w="3506470" h="90170">
                  <a:moveTo>
                    <a:pt x="3506469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3506469" y="9017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747260" y="4880609"/>
              <a:ext cx="3506470" cy="181610"/>
            </a:xfrm>
            <a:custGeom>
              <a:avLst/>
              <a:gdLst/>
              <a:ahLst/>
              <a:cxnLst/>
              <a:rect l="l" t="t" r="r" b="b"/>
              <a:pathLst>
                <a:path w="3506470" h="181610">
                  <a:moveTo>
                    <a:pt x="3506470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0" y="181610"/>
                  </a:lnTo>
                  <a:lnTo>
                    <a:pt x="3506470" y="181610"/>
                  </a:lnTo>
                  <a:lnTo>
                    <a:pt x="3506470" y="90170"/>
                  </a:lnTo>
                  <a:lnTo>
                    <a:pt x="350647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4747259" y="5062219"/>
              <a:ext cx="3506470" cy="88900"/>
            </a:xfrm>
            <a:custGeom>
              <a:avLst/>
              <a:gdLst/>
              <a:ahLst/>
              <a:cxnLst/>
              <a:rect l="l" t="t" r="r" b="b"/>
              <a:pathLst>
                <a:path w="3506470" h="88900">
                  <a:moveTo>
                    <a:pt x="3506469" y="0"/>
                  </a:moveTo>
                  <a:lnTo>
                    <a:pt x="0" y="0"/>
                  </a:lnTo>
                  <a:lnTo>
                    <a:pt x="0" y="88900"/>
                  </a:lnTo>
                  <a:lnTo>
                    <a:pt x="3506469" y="8890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4747259" y="5151119"/>
              <a:ext cx="3506470" cy="91440"/>
            </a:xfrm>
            <a:custGeom>
              <a:avLst/>
              <a:gdLst/>
              <a:ahLst/>
              <a:cxnLst/>
              <a:rect l="l" t="t" r="r" b="b"/>
              <a:pathLst>
                <a:path w="3506470" h="91439">
                  <a:moveTo>
                    <a:pt x="3506469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3506469" y="91439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747259" y="5242560"/>
              <a:ext cx="3506470" cy="88900"/>
            </a:xfrm>
            <a:custGeom>
              <a:avLst/>
              <a:gdLst/>
              <a:ahLst/>
              <a:cxnLst/>
              <a:rect l="l" t="t" r="r" b="b"/>
              <a:pathLst>
                <a:path w="3506470" h="88900">
                  <a:moveTo>
                    <a:pt x="3506469" y="0"/>
                  </a:moveTo>
                  <a:lnTo>
                    <a:pt x="0" y="0"/>
                  </a:lnTo>
                  <a:lnTo>
                    <a:pt x="0" y="88900"/>
                  </a:lnTo>
                  <a:lnTo>
                    <a:pt x="3506469" y="8890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4747259" y="5331460"/>
              <a:ext cx="3506470" cy="91440"/>
            </a:xfrm>
            <a:custGeom>
              <a:avLst/>
              <a:gdLst/>
              <a:ahLst/>
              <a:cxnLst/>
              <a:rect l="l" t="t" r="r" b="b"/>
              <a:pathLst>
                <a:path w="3506470" h="91439">
                  <a:moveTo>
                    <a:pt x="3506469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3506469" y="91439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4747259" y="5422899"/>
              <a:ext cx="3506470" cy="88900"/>
            </a:xfrm>
            <a:custGeom>
              <a:avLst/>
              <a:gdLst/>
              <a:ahLst/>
              <a:cxnLst/>
              <a:rect l="l" t="t" r="r" b="b"/>
              <a:pathLst>
                <a:path w="3506470" h="88900">
                  <a:moveTo>
                    <a:pt x="3506469" y="0"/>
                  </a:moveTo>
                  <a:lnTo>
                    <a:pt x="0" y="0"/>
                  </a:lnTo>
                  <a:lnTo>
                    <a:pt x="0" y="88900"/>
                  </a:lnTo>
                  <a:lnTo>
                    <a:pt x="3506469" y="8890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4747259" y="5511799"/>
              <a:ext cx="3506470" cy="91440"/>
            </a:xfrm>
            <a:custGeom>
              <a:avLst/>
              <a:gdLst/>
              <a:ahLst/>
              <a:cxnLst/>
              <a:rect l="l" t="t" r="r" b="b"/>
              <a:pathLst>
                <a:path w="3506470" h="91439">
                  <a:moveTo>
                    <a:pt x="3506469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3506469" y="91439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4747259" y="5603239"/>
              <a:ext cx="3506470" cy="90170"/>
            </a:xfrm>
            <a:custGeom>
              <a:avLst/>
              <a:gdLst/>
              <a:ahLst/>
              <a:cxnLst/>
              <a:rect l="l" t="t" r="r" b="b"/>
              <a:pathLst>
                <a:path w="3506470" h="90170">
                  <a:moveTo>
                    <a:pt x="3506469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3506469" y="9017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4747259" y="5693410"/>
              <a:ext cx="3506470" cy="90170"/>
            </a:xfrm>
            <a:custGeom>
              <a:avLst/>
              <a:gdLst/>
              <a:ahLst/>
              <a:cxnLst/>
              <a:rect l="l" t="t" r="r" b="b"/>
              <a:pathLst>
                <a:path w="3506470" h="90170">
                  <a:moveTo>
                    <a:pt x="3506469" y="0"/>
                  </a:moveTo>
                  <a:lnTo>
                    <a:pt x="0" y="0"/>
                  </a:lnTo>
                  <a:lnTo>
                    <a:pt x="0" y="90169"/>
                  </a:lnTo>
                  <a:lnTo>
                    <a:pt x="3506469" y="90169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4747259" y="5783580"/>
              <a:ext cx="3506470" cy="90170"/>
            </a:xfrm>
            <a:custGeom>
              <a:avLst/>
              <a:gdLst/>
              <a:ahLst/>
              <a:cxnLst/>
              <a:rect l="l" t="t" r="r" b="b"/>
              <a:pathLst>
                <a:path w="3506470" h="90170">
                  <a:moveTo>
                    <a:pt x="3506469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3506469" y="9017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4747259" y="5873749"/>
              <a:ext cx="3506470" cy="90170"/>
            </a:xfrm>
            <a:custGeom>
              <a:avLst/>
              <a:gdLst/>
              <a:ahLst/>
              <a:cxnLst/>
              <a:rect l="l" t="t" r="r" b="b"/>
              <a:pathLst>
                <a:path w="3506470" h="90170">
                  <a:moveTo>
                    <a:pt x="3506469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3506469" y="9017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4747259" y="5963919"/>
              <a:ext cx="3506470" cy="90170"/>
            </a:xfrm>
            <a:custGeom>
              <a:avLst/>
              <a:gdLst/>
              <a:ahLst/>
              <a:cxnLst/>
              <a:rect l="l" t="t" r="r" b="b"/>
              <a:pathLst>
                <a:path w="3506470" h="90170">
                  <a:moveTo>
                    <a:pt x="3506469" y="0"/>
                  </a:moveTo>
                  <a:lnTo>
                    <a:pt x="0" y="0"/>
                  </a:lnTo>
                  <a:lnTo>
                    <a:pt x="0" y="90169"/>
                  </a:lnTo>
                  <a:lnTo>
                    <a:pt x="3506469" y="90169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4747259" y="6054089"/>
              <a:ext cx="3506470" cy="90170"/>
            </a:xfrm>
            <a:custGeom>
              <a:avLst/>
              <a:gdLst/>
              <a:ahLst/>
              <a:cxnLst/>
              <a:rect l="l" t="t" r="r" b="b"/>
              <a:pathLst>
                <a:path w="3506470" h="90170">
                  <a:moveTo>
                    <a:pt x="3506469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3506469" y="9017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4747259" y="6144260"/>
              <a:ext cx="3506470" cy="90170"/>
            </a:xfrm>
            <a:custGeom>
              <a:avLst/>
              <a:gdLst/>
              <a:ahLst/>
              <a:cxnLst/>
              <a:rect l="l" t="t" r="r" b="b"/>
              <a:pathLst>
                <a:path w="3506470" h="90170">
                  <a:moveTo>
                    <a:pt x="3506469" y="0"/>
                  </a:moveTo>
                  <a:lnTo>
                    <a:pt x="0" y="0"/>
                  </a:lnTo>
                  <a:lnTo>
                    <a:pt x="0" y="90169"/>
                  </a:lnTo>
                  <a:lnTo>
                    <a:pt x="3506469" y="90169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4747259" y="6234430"/>
              <a:ext cx="3506470" cy="90170"/>
            </a:xfrm>
            <a:custGeom>
              <a:avLst/>
              <a:gdLst/>
              <a:ahLst/>
              <a:cxnLst/>
              <a:rect l="l" t="t" r="r" b="b"/>
              <a:pathLst>
                <a:path w="3506470" h="90170">
                  <a:moveTo>
                    <a:pt x="3506469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3506469" y="9017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4747259" y="1904999"/>
              <a:ext cx="3506470" cy="4418330"/>
            </a:xfrm>
            <a:custGeom>
              <a:avLst/>
              <a:gdLst/>
              <a:ahLst/>
              <a:cxnLst/>
              <a:rect l="l" t="t" r="r" b="b"/>
              <a:pathLst>
                <a:path w="3506470" h="4418330">
                  <a:moveTo>
                    <a:pt x="0" y="0"/>
                  </a:moveTo>
                  <a:lnTo>
                    <a:pt x="3506469" y="0"/>
                  </a:lnTo>
                  <a:lnTo>
                    <a:pt x="3506469" y="4418330"/>
                  </a:lnTo>
                  <a:lnTo>
                    <a:pt x="0" y="4418330"/>
                  </a:lnTo>
                  <a:lnTo>
                    <a:pt x="0" y="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8" name="object 108"/>
          <p:cNvSpPr txBox="1"/>
          <p:nvPr/>
        </p:nvSpPr>
        <p:spPr>
          <a:xfrm>
            <a:off x="4837429" y="1863088"/>
            <a:ext cx="3283585" cy="3967479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90"/>
              </a:spcBef>
              <a:tabLst>
                <a:tab pos="2527935" algn="l"/>
              </a:tabLst>
            </a:pPr>
            <a:r>
              <a:rPr sz="3200" spc="-10" dirty="0">
                <a:latin typeface="Century Gothic"/>
                <a:cs typeface="Century Gothic"/>
              </a:rPr>
              <a:t>Minimum:</a:t>
            </a:r>
            <a:r>
              <a:rPr sz="3200" dirty="0">
                <a:latin typeface="Century Gothic"/>
                <a:cs typeface="Century Gothic"/>
              </a:rPr>
              <a:t>	</a:t>
            </a:r>
            <a:r>
              <a:rPr sz="3200" spc="-25" dirty="0">
                <a:latin typeface="Century Gothic"/>
                <a:cs typeface="Century Gothic"/>
              </a:rPr>
              <a:t>50</a:t>
            </a:r>
            <a:endParaRPr sz="3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590"/>
              </a:spcBef>
              <a:tabLst>
                <a:tab pos="2174875" algn="l"/>
                <a:tab pos="2527935" algn="l"/>
              </a:tabLst>
            </a:pPr>
            <a:r>
              <a:rPr sz="3200" spc="-10" dirty="0">
                <a:latin typeface="Century Gothic"/>
                <a:cs typeface="Century Gothic"/>
              </a:rPr>
              <a:t>Maximum</a:t>
            </a:r>
            <a:r>
              <a:rPr sz="3200" dirty="0">
                <a:latin typeface="Century Gothic"/>
                <a:cs typeface="Century Gothic"/>
              </a:rPr>
              <a:t>	</a:t>
            </a:r>
            <a:r>
              <a:rPr sz="3200" spc="-50" dirty="0">
                <a:latin typeface="Century Gothic"/>
                <a:cs typeface="Century Gothic"/>
              </a:rPr>
              <a:t>:</a:t>
            </a:r>
            <a:r>
              <a:rPr sz="3200" dirty="0">
                <a:latin typeface="Century Gothic"/>
                <a:cs typeface="Century Gothic"/>
              </a:rPr>
              <a:t>	</a:t>
            </a:r>
            <a:r>
              <a:rPr sz="3200" spc="-25" dirty="0">
                <a:latin typeface="Century Gothic"/>
                <a:cs typeface="Century Gothic"/>
              </a:rPr>
              <a:t>255</a:t>
            </a:r>
            <a:endParaRPr sz="3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tabLst>
                <a:tab pos="2174875" algn="l"/>
              </a:tabLst>
            </a:pPr>
            <a:r>
              <a:rPr sz="3200" spc="-10" dirty="0">
                <a:latin typeface="Century Gothic"/>
                <a:cs typeface="Century Gothic"/>
              </a:rPr>
              <a:t>Mean:</a:t>
            </a:r>
            <a:r>
              <a:rPr sz="3200" dirty="0">
                <a:latin typeface="Century Gothic"/>
                <a:cs typeface="Century Gothic"/>
              </a:rPr>
              <a:t>	</a:t>
            </a:r>
            <a:r>
              <a:rPr sz="3200" spc="-20" dirty="0">
                <a:latin typeface="Century Gothic"/>
                <a:cs typeface="Century Gothic"/>
              </a:rPr>
              <a:t>94.5</a:t>
            </a:r>
            <a:endParaRPr sz="3200">
              <a:latin typeface="Century Gothic"/>
              <a:cs typeface="Century Gothic"/>
            </a:endParaRPr>
          </a:p>
          <a:p>
            <a:pPr marR="5080">
              <a:lnSpc>
                <a:spcPts val="4440"/>
              </a:lnSpc>
              <a:spcBef>
                <a:spcPts val="235"/>
              </a:spcBef>
              <a:tabLst>
                <a:tab pos="2174875" algn="l"/>
              </a:tabLst>
            </a:pPr>
            <a:r>
              <a:rPr sz="3200" spc="-10" dirty="0">
                <a:latin typeface="Century Gothic"/>
                <a:cs typeface="Century Gothic"/>
              </a:rPr>
              <a:t>Std.Dev.:</a:t>
            </a:r>
            <a:r>
              <a:rPr sz="3200" dirty="0">
                <a:latin typeface="Century Gothic"/>
                <a:cs typeface="Century Gothic"/>
              </a:rPr>
              <a:t>	</a:t>
            </a:r>
            <a:r>
              <a:rPr sz="3200" spc="-20" dirty="0">
                <a:latin typeface="Century Gothic"/>
                <a:cs typeface="Century Gothic"/>
              </a:rPr>
              <a:t>93.2 </a:t>
            </a:r>
            <a:r>
              <a:rPr sz="3200" spc="-10" dirty="0">
                <a:latin typeface="Century Gothic"/>
                <a:cs typeface="Century Gothic"/>
              </a:rPr>
              <a:t>Area:</a:t>
            </a:r>
            <a:r>
              <a:rPr sz="3200" dirty="0">
                <a:latin typeface="Century Gothic"/>
                <a:cs typeface="Century Gothic"/>
              </a:rPr>
              <a:t>	</a:t>
            </a:r>
            <a:r>
              <a:rPr sz="3200" spc="-10" dirty="0">
                <a:latin typeface="Century Gothic"/>
                <a:cs typeface="Century Gothic"/>
              </a:rPr>
              <a:t>10x14</a:t>
            </a:r>
            <a:endParaRPr sz="3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355"/>
              </a:spcBef>
              <a:tabLst>
                <a:tab pos="2527935" algn="l"/>
              </a:tabLst>
            </a:pPr>
            <a:r>
              <a:rPr sz="3200" spc="-10" dirty="0">
                <a:latin typeface="Century Gothic"/>
                <a:cs typeface="Century Gothic"/>
              </a:rPr>
              <a:t>Pixels:</a:t>
            </a:r>
            <a:r>
              <a:rPr sz="3200" dirty="0">
                <a:latin typeface="Century Gothic"/>
                <a:cs typeface="Century Gothic"/>
              </a:rPr>
              <a:t>	</a:t>
            </a:r>
            <a:r>
              <a:rPr sz="3200" spc="-25" dirty="0">
                <a:latin typeface="Century Gothic"/>
                <a:cs typeface="Century Gothic"/>
              </a:rPr>
              <a:t>140</a:t>
            </a:r>
            <a:endParaRPr sz="3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590"/>
              </a:spcBef>
              <a:tabLst>
                <a:tab pos="2527935" algn="l"/>
              </a:tabLst>
            </a:pPr>
            <a:r>
              <a:rPr sz="3200" dirty="0">
                <a:latin typeface="Century Gothic"/>
                <a:cs typeface="Century Gothic"/>
              </a:rPr>
              <a:t>Pix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&lt;255:</a:t>
            </a:r>
            <a:r>
              <a:rPr sz="3200" dirty="0">
                <a:latin typeface="Century Gothic"/>
                <a:cs typeface="Century Gothic"/>
              </a:rPr>
              <a:t>	</a:t>
            </a:r>
            <a:r>
              <a:rPr sz="3200" spc="-25" dirty="0">
                <a:latin typeface="Century Gothic"/>
                <a:cs typeface="Century Gothic"/>
              </a:rPr>
              <a:t>42</a:t>
            </a:r>
            <a:endParaRPr sz="3200">
              <a:latin typeface="Century Gothic"/>
              <a:cs typeface="Century Gothic"/>
            </a:endParaRPr>
          </a:p>
        </p:txBody>
      </p:sp>
      <p:grpSp>
        <p:nvGrpSpPr>
          <p:cNvPr id="109" name="object 109"/>
          <p:cNvGrpSpPr/>
          <p:nvPr/>
        </p:nvGrpSpPr>
        <p:grpSpPr>
          <a:xfrm>
            <a:off x="4895850" y="7465059"/>
            <a:ext cx="3362960" cy="1751330"/>
            <a:chOff x="4895850" y="7465059"/>
            <a:chExt cx="3362960" cy="1751330"/>
          </a:xfrm>
        </p:grpSpPr>
        <p:pic>
          <p:nvPicPr>
            <p:cNvPr id="110" name="object 1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95850" y="7480299"/>
              <a:ext cx="3362959" cy="1736089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4899660" y="7465059"/>
              <a:ext cx="3354070" cy="45720"/>
            </a:xfrm>
            <a:custGeom>
              <a:avLst/>
              <a:gdLst/>
              <a:ahLst/>
              <a:cxnLst/>
              <a:rect l="l" t="t" r="r" b="b"/>
              <a:pathLst>
                <a:path w="3354070" h="45720">
                  <a:moveTo>
                    <a:pt x="33540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0" y="45720"/>
                  </a:lnTo>
                  <a:lnTo>
                    <a:pt x="3354070" y="45720"/>
                  </a:lnTo>
                  <a:lnTo>
                    <a:pt x="3354070" y="22860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E0E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4899660" y="7510779"/>
              <a:ext cx="3354070" cy="21590"/>
            </a:xfrm>
            <a:custGeom>
              <a:avLst/>
              <a:gdLst/>
              <a:ahLst/>
              <a:cxnLst/>
              <a:rect l="l" t="t" r="r" b="b"/>
              <a:pathLst>
                <a:path w="3354070" h="21590">
                  <a:moveTo>
                    <a:pt x="3354069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354069" y="21590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DF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4899660" y="753236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69" y="22859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DED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4899660" y="755522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69" y="22860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DDD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4899660" y="757808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69" y="22859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DCD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4899660" y="760094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69" y="22860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DBD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4899660" y="762380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69" y="22860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DAD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4899660" y="764666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69" y="22859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D9D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4899660" y="766952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69" y="22860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D8D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4899660" y="769238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69" y="22859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D7D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4899660" y="771524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69" y="22860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D6D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4899660" y="7738109"/>
              <a:ext cx="3354070" cy="21590"/>
            </a:xfrm>
            <a:custGeom>
              <a:avLst/>
              <a:gdLst/>
              <a:ahLst/>
              <a:cxnLst/>
              <a:rect l="l" t="t" r="r" b="b"/>
              <a:pathLst>
                <a:path w="3354070" h="21590">
                  <a:moveTo>
                    <a:pt x="3354069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354069" y="21590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4899660" y="7759699"/>
              <a:ext cx="3354070" cy="24130"/>
            </a:xfrm>
            <a:custGeom>
              <a:avLst/>
              <a:gdLst/>
              <a:ahLst/>
              <a:cxnLst/>
              <a:rect l="l" t="t" r="r" b="b"/>
              <a:pathLst>
                <a:path w="3354070" h="24129">
                  <a:moveTo>
                    <a:pt x="3354069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3354069" y="24130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D4D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4899660" y="7783829"/>
              <a:ext cx="3354070" cy="21590"/>
            </a:xfrm>
            <a:custGeom>
              <a:avLst/>
              <a:gdLst/>
              <a:ahLst/>
              <a:cxnLst/>
              <a:rect l="l" t="t" r="r" b="b"/>
              <a:pathLst>
                <a:path w="3354070" h="21590">
                  <a:moveTo>
                    <a:pt x="3354069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354069" y="21590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D3D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4899660" y="780541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69" y="22859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D2D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4899660" y="782827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69" y="22860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D1D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4899660" y="785113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69" y="22859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D0D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4899660" y="787399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69" y="22860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CFC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4899660" y="789685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69" y="22860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CEC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4899660" y="791971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69" y="22859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CDC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4899660" y="7942579"/>
              <a:ext cx="3354070" cy="45720"/>
            </a:xfrm>
            <a:custGeom>
              <a:avLst/>
              <a:gdLst/>
              <a:ahLst/>
              <a:cxnLst/>
              <a:rect l="l" t="t" r="r" b="b"/>
              <a:pathLst>
                <a:path w="3354070" h="45720">
                  <a:moveTo>
                    <a:pt x="33540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0" y="45720"/>
                  </a:lnTo>
                  <a:lnTo>
                    <a:pt x="3354070" y="45720"/>
                  </a:lnTo>
                  <a:lnTo>
                    <a:pt x="3354070" y="22860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4899660" y="7988299"/>
              <a:ext cx="3354070" cy="21590"/>
            </a:xfrm>
            <a:custGeom>
              <a:avLst/>
              <a:gdLst/>
              <a:ahLst/>
              <a:cxnLst/>
              <a:rect l="l" t="t" r="r" b="b"/>
              <a:pathLst>
                <a:path w="3354070" h="21590">
                  <a:moveTo>
                    <a:pt x="3354069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3354069" y="21589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CAC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4899660" y="800988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69" y="22859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C9C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4899660" y="803274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69" y="22860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C8C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4899660" y="805560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69" y="22860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C7C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4899660" y="807846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69" y="22859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C6C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4899660" y="810132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69" y="22860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C5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4899660" y="812418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69" y="22859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C4C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4899660" y="814704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69" y="22859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C3C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4899660" y="816990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69" y="22860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C2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4899660" y="8192769"/>
              <a:ext cx="3354070" cy="21590"/>
            </a:xfrm>
            <a:custGeom>
              <a:avLst/>
              <a:gdLst/>
              <a:ahLst/>
              <a:cxnLst/>
              <a:rect l="l" t="t" r="r" b="b"/>
              <a:pathLst>
                <a:path w="3354070" h="21590">
                  <a:moveTo>
                    <a:pt x="3354069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3354069" y="21589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C1C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4899660" y="821435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69" y="22860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C0C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4899660" y="823721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69" y="22859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4899660" y="826007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69" y="22860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BEB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4899660" y="828293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69" y="22859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BDB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4899660" y="830579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69" y="22859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BCB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4899660" y="832865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69" y="22860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BBB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4899660" y="835151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69" y="22859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BAB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4899660" y="837437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69" y="22860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B9B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4899660" y="839723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69" y="22859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B8B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4899660" y="842009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69" y="22859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B7B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4899660" y="8442959"/>
              <a:ext cx="3354070" cy="21590"/>
            </a:xfrm>
            <a:custGeom>
              <a:avLst/>
              <a:gdLst/>
              <a:ahLst/>
              <a:cxnLst/>
              <a:rect l="l" t="t" r="r" b="b"/>
              <a:pathLst>
                <a:path w="3354070" h="21590">
                  <a:moveTo>
                    <a:pt x="3354069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354069" y="21590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B6B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4899660" y="846454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69" y="22859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B5B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4899660" y="848740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69" y="22860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B4B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4899660" y="851026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69" y="22859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B3B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4899660" y="853312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69" y="22860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B2B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4899660" y="855598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69" y="22859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B1B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4899660" y="857884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69" y="22859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B0B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4899660" y="860170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69" y="22860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AFA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4899660" y="862456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69" y="22859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AEA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4899660" y="8647429"/>
              <a:ext cx="3354070" cy="21590"/>
            </a:xfrm>
            <a:custGeom>
              <a:avLst/>
              <a:gdLst/>
              <a:ahLst/>
              <a:cxnLst/>
              <a:rect l="l" t="t" r="r" b="b"/>
              <a:pathLst>
                <a:path w="3354070" h="21590">
                  <a:moveTo>
                    <a:pt x="3354069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354069" y="21590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ADA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4899660" y="866901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69" y="22859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ACA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4899660" y="869187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69" y="22860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ABA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4899660" y="871473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69" y="22859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AAA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4899660" y="873759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69" y="22859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A9A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4899660" y="876045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69" y="22860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A8A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4899660" y="878331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69" y="22859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A7A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4899660" y="880617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69" y="22860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A6A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4899660" y="882903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69" y="22859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A5A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4899660" y="8851899"/>
              <a:ext cx="3354070" cy="21590"/>
            </a:xfrm>
            <a:custGeom>
              <a:avLst/>
              <a:gdLst/>
              <a:ahLst/>
              <a:cxnLst/>
              <a:rect l="l" t="t" r="r" b="b"/>
              <a:pathLst>
                <a:path w="3354070" h="21590">
                  <a:moveTo>
                    <a:pt x="3354069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354069" y="21590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A4A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4899660" y="8873489"/>
              <a:ext cx="3354070" cy="24130"/>
            </a:xfrm>
            <a:custGeom>
              <a:avLst/>
              <a:gdLst/>
              <a:ahLst/>
              <a:cxnLst/>
              <a:rect l="l" t="t" r="r" b="b"/>
              <a:pathLst>
                <a:path w="3354070" h="24129">
                  <a:moveTo>
                    <a:pt x="3354069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3354069" y="24129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A3A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4899660" y="8897619"/>
              <a:ext cx="3354070" cy="21590"/>
            </a:xfrm>
            <a:custGeom>
              <a:avLst/>
              <a:gdLst/>
              <a:ahLst/>
              <a:cxnLst/>
              <a:rect l="l" t="t" r="r" b="b"/>
              <a:pathLst>
                <a:path w="3354070" h="21590">
                  <a:moveTo>
                    <a:pt x="3354069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3354069" y="21589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A2A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4899660" y="891920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69" y="22860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A1A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4899660" y="894206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69" y="22859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A0A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4899660" y="896492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69" y="22860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9F9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4899660" y="898778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69" y="22859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9E9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4899660" y="901064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69" y="22859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9D9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4899660" y="903350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69" y="22860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9C9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4899660" y="905636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69" y="22859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9B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4899660" y="907922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69" y="22860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9A9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4899660" y="9102089"/>
              <a:ext cx="3354070" cy="44450"/>
            </a:xfrm>
            <a:custGeom>
              <a:avLst/>
              <a:gdLst/>
              <a:ahLst/>
              <a:cxnLst/>
              <a:rect l="l" t="t" r="r" b="b"/>
              <a:pathLst>
                <a:path w="3354070" h="44450">
                  <a:moveTo>
                    <a:pt x="33540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44450"/>
                  </a:lnTo>
                  <a:lnTo>
                    <a:pt x="3354070" y="44450"/>
                  </a:lnTo>
                  <a:lnTo>
                    <a:pt x="3354070" y="21590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99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4899660" y="914653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69" y="22859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979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4899660" y="916939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69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69" y="22859"/>
                  </a:lnTo>
                  <a:lnTo>
                    <a:pt x="3354069" y="0"/>
                  </a:lnTo>
                  <a:close/>
                </a:path>
              </a:pathLst>
            </a:custGeom>
            <a:solidFill>
              <a:srgbClr val="96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4" name="object 184"/>
          <p:cNvSpPr txBox="1"/>
          <p:nvPr/>
        </p:nvSpPr>
        <p:spPr>
          <a:xfrm>
            <a:off x="4900929" y="7465059"/>
            <a:ext cx="3352800" cy="1725930"/>
          </a:xfrm>
          <a:prstGeom prst="rect">
            <a:avLst/>
          </a:prstGeom>
          <a:ln w="9344">
            <a:solidFill>
              <a:srgbClr val="2D2DCA"/>
            </a:solidFill>
          </a:ln>
        </p:spPr>
        <p:txBody>
          <a:bodyPr vert="horz" wrap="square" lIns="0" tIns="45719" rIns="0" bIns="0" rtlCol="0">
            <a:spAutoFit/>
          </a:bodyPr>
          <a:lstStyle/>
          <a:p>
            <a:pPr marL="307340" marR="301625" algn="ctr">
              <a:lnSpc>
                <a:spcPct val="100000"/>
              </a:lnSpc>
              <a:spcBef>
                <a:spcPts val="359"/>
              </a:spcBef>
            </a:pPr>
            <a:r>
              <a:rPr sz="3200" dirty="0">
                <a:latin typeface="Century Gothic"/>
                <a:cs typeface="Century Gothic"/>
              </a:rPr>
              <a:t>= </a:t>
            </a:r>
            <a:r>
              <a:rPr sz="3200" spc="-10" dirty="0">
                <a:latin typeface="Century Gothic"/>
                <a:cs typeface="Century Gothic"/>
              </a:rPr>
              <a:t>Image Analysis/ Measurement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185" name="object 185"/>
          <p:cNvSpPr/>
          <p:nvPr/>
        </p:nvSpPr>
        <p:spPr>
          <a:xfrm>
            <a:off x="328929" y="1370330"/>
            <a:ext cx="12344400" cy="2540"/>
          </a:xfrm>
          <a:custGeom>
            <a:avLst/>
            <a:gdLst/>
            <a:ahLst/>
            <a:cxnLst/>
            <a:rect l="l" t="t" r="r" b="b"/>
            <a:pathLst>
              <a:path w="12344400" h="2540">
                <a:moveTo>
                  <a:pt x="0" y="0"/>
                </a:moveTo>
                <a:lnTo>
                  <a:pt x="12344400" y="2540"/>
                </a:lnTo>
              </a:path>
            </a:pathLst>
          </a:custGeom>
          <a:ln w="50676">
            <a:solidFill>
              <a:srgbClr val="2C2C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6" name="object 186"/>
          <p:cNvGrpSpPr/>
          <p:nvPr/>
        </p:nvGrpSpPr>
        <p:grpSpPr>
          <a:xfrm>
            <a:off x="8952638" y="7465059"/>
            <a:ext cx="3364229" cy="1779270"/>
            <a:chOff x="8952638" y="7465059"/>
            <a:chExt cx="3364229" cy="1779270"/>
          </a:xfrm>
        </p:grpSpPr>
        <p:pic>
          <p:nvPicPr>
            <p:cNvPr id="187" name="object 18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52638" y="7481569"/>
              <a:ext cx="3363822" cy="1762760"/>
            </a:xfrm>
            <a:prstGeom prst="rect">
              <a:avLst/>
            </a:prstGeom>
          </p:spPr>
        </p:pic>
        <p:sp>
          <p:nvSpPr>
            <p:cNvPr id="188" name="object 188"/>
            <p:cNvSpPr/>
            <p:nvPr/>
          </p:nvSpPr>
          <p:spPr>
            <a:xfrm>
              <a:off x="8957310" y="7465059"/>
              <a:ext cx="3354070" cy="45720"/>
            </a:xfrm>
            <a:custGeom>
              <a:avLst/>
              <a:gdLst/>
              <a:ahLst/>
              <a:cxnLst/>
              <a:rect l="l" t="t" r="r" b="b"/>
              <a:pathLst>
                <a:path w="3354070" h="45720">
                  <a:moveTo>
                    <a:pt x="33540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0" y="45720"/>
                  </a:lnTo>
                  <a:lnTo>
                    <a:pt x="3354070" y="45720"/>
                  </a:lnTo>
                  <a:lnTo>
                    <a:pt x="3354070" y="22860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E0E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8957310" y="7510779"/>
              <a:ext cx="3354070" cy="24130"/>
            </a:xfrm>
            <a:custGeom>
              <a:avLst/>
              <a:gdLst/>
              <a:ahLst/>
              <a:cxnLst/>
              <a:rect l="l" t="t" r="r" b="b"/>
              <a:pathLst>
                <a:path w="3354070" h="24129">
                  <a:moveTo>
                    <a:pt x="3354070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3354070" y="24130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DF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8957310" y="753490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70" y="22860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DED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8957310" y="755776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70" y="22859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DDD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8957310" y="758062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70" y="22860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DCD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8957310" y="760348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70" y="22859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DBD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8957310" y="7626349"/>
              <a:ext cx="3354070" cy="24130"/>
            </a:xfrm>
            <a:custGeom>
              <a:avLst/>
              <a:gdLst/>
              <a:ahLst/>
              <a:cxnLst/>
              <a:rect l="l" t="t" r="r" b="b"/>
              <a:pathLst>
                <a:path w="3354070" h="24129">
                  <a:moveTo>
                    <a:pt x="3354070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3354070" y="24130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DAD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8957310" y="765047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70" y="22860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D9D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8957310" y="767333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70" y="22859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D8D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8957310" y="769619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70" y="22860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D7D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8957310" y="771905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70" y="22860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D6D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8957310" y="774191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70" y="22859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8957310" y="776477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70" y="22860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D4D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8957310" y="7787639"/>
              <a:ext cx="3354070" cy="24130"/>
            </a:xfrm>
            <a:custGeom>
              <a:avLst/>
              <a:gdLst/>
              <a:ahLst/>
              <a:cxnLst/>
              <a:rect l="l" t="t" r="r" b="b"/>
              <a:pathLst>
                <a:path w="3354070" h="24129">
                  <a:moveTo>
                    <a:pt x="335407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3354070" y="24129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D3D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8957310" y="781176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70" y="22859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D2D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8957310" y="783462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70" y="22860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D1D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8957310" y="785748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70" y="22859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D0D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8957310" y="788034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70" y="22860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CFC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8957310" y="7903209"/>
              <a:ext cx="3354070" cy="24130"/>
            </a:xfrm>
            <a:custGeom>
              <a:avLst/>
              <a:gdLst/>
              <a:ahLst/>
              <a:cxnLst/>
              <a:rect l="l" t="t" r="r" b="b"/>
              <a:pathLst>
                <a:path w="3354070" h="24129">
                  <a:moveTo>
                    <a:pt x="3354070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3354070" y="24130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CEC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8957310" y="792733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70" y="22859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CDC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8957310" y="7950199"/>
              <a:ext cx="3354070" cy="45720"/>
            </a:xfrm>
            <a:custGeom>
              <a:avLst/>
              <a:gdLst/>
              <a:ahLst/>
              <a:cxnLst/>
              <a:rect l="l" t="t" r="r" b="b"/>
              <a:pathLst>
                <a:path w="3354070" h="45720">
                  <a:moveTo>
                    <a:pt x="33540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0" y="45720"/>
                  </a:lnTo>
                  <a:lnTo>
                    <a:pt x="3354070" y="45720"/>
                  </a:lnTo>
                  <a:lnTo>
                    <a:pt x="3354070" y="22860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8957310" y="799591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70" y="22859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CAC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8957310" y="8018779"/>
              <a:ext cx="3354070" cy="24130"/>
            </a:xfrm>
            <a:custGeom>
              <a:avLst/>
              <a:gdLst/>
              <a:ahLst/>
              <a:cxnLst/>
              <a:rect l="l" t="t" r="r" b="b"/>
              <a:pathLst>
                <a:path w="3354070" h="24129">
                  <a:moveTo>
                    <a:pt x="3354070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3354070" y="24130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C9C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8957310" y="804290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70" y="22860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C8C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8957310" y="806576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70" y="22859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C7C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8957310" y="808862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70" y="22860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C6C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8957310" y="811148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70" y="22859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C5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8957310" y="813434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70" y="22859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C4C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8957310" y="8157209"/>
              <a:ext cx="3354070" cy="24130"/>
            </a:xfrm>
            <a:custGeom>
              <a:avLst/>
              <a:gdLst/>
              <a:ahLst/>
              <a:cxnLst/>
              <a:rect l="l" t="t" r="r" b="b"/>
              <a:pathLst>
                <a:path w="3354070" h="24129">
                  <a:moveTo>
                    <a:pt x="3354070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3354070" y="24130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C3C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8957310" y="818133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70" y="22859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C2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8957310" y="820419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70" y="22859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C1C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8957310" y="822705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70" y="22860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C0C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8957310" y="824991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70" y="22859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8957310" y="827277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70" y="22860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BEB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8957310" y="8295639"/>
              <a:ext cx="3354070" cy="24130"/>
            </a:xfrm>
            <a:custGeom>
              <a:avLst/>
              <a:gdLst/>
              <a:ahLst/>
              <a:cxnLst/>
              <a:rect l="l" t="t" r="r" b="b"/>
              <a:pathLst>
                <a:path w="3354070" h="24129">
                  <a:moveTo>
                    <a:pt x="335407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3354070" y="24129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BDB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8957310" y="831976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70" y="22859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BCB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8957310" y="834262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70" y="22860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BBB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8957310" y="836548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70" y="22859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BAB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8957310" y="838834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70" y="22859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B9B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8957310" y="8411209"/>
              <a:ext cx="3354070" cy="24130"/>
            </a:xfrm>
            <a:custGeom>
              <a:avLst/>
              <a:gdLst/>
              <a:ahLst/>
              <a:cxnLst/>
              <a:rect l="l" t="t" r="r" b="b"/>
              <a:pathLst>
                <a:path w="3354070" h="24129">
                  <a:moveTo>
                    <a:pt x="3354070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3354070" y="24130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B8B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8957310" y="843533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70" y="22859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B7B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8957310" y="845819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70" y="22859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B6B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8957310" y="848105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70" y="22860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B5B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8957310" y="850391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70" y="22859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B4B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2"/>
            <p:cNvSpPr/>
            <p:nvPr/>
          </p:nvSpPr>
          <p:spPr>
            <a:xfrm>
              <a:off x="8957310" y="8526779"/>
              <a:ext cx="3354070" cy="24130"/>
            </a:xfrm>
            <a:custGeom>
              <a:avLst/>
              <a:gdLst/>
              <a:ahLst/>
              <a:cxnLst/>
              <a:rect l="l" t="t" r="r" b="b"/>
              <a:pathLst>
                <a:path w="3354070" h="24129">
                  <a:moveTo>
                    <a:pt x="3354070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3354070" y="24130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B3B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233"/>
            <p:cNvSpPr/>
            <p:nvPr/>
          </p:nvSpPr>
          <p:spPr>
            <a:xfrm>
              <a:off x="8957310" y="855090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70" y="22860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B2B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8957310" y="857376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70" y="22859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B1B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8957310" y="859662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70" y="22860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B0B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8957310" y="861948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70" y="22859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AFA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37"/>
            <p:cNvSpPr/>
            <p:nvPr/>
          </p:nvSpPr>
          <p:spPr>
            <a:xfrm>
              <a:off x="8957310" y="864234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70" y="22859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AEA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238"/>
            <p:cNvSpPr/>
            <p:nvPr/>
          </p:nvSpPr>
          <p:spPr>
            <a:xfrm>
              <a:off x="8957310" y="866520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70" y="22860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ADA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8957310" y="8688069"/>
              <a:ext cx="3354070" cy="24130"/>
            </a:xfrm>
            <a:custGeom>
              <a:avLst/>
              <a:gdLst/>
              <a:ahLst/>
              <a:cxnLst/>
              <a:rect l="l" t="t" r="r" b="b"/>
              <a:pathLst>
                <a:path w="3354070" h="24129">
                  <a:moveTo>
                    <a:pt x="335407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3354070" y="24129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ACA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8957310" y="871219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70" y="22859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ABA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8957310" y="873505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70" y="22860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AAA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8957310" y="875791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70" y="22859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A9A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8957310" y="878077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70" y="22860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A8A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8957310" y="8803639"/>
              <a:ext cx="3354070" cy="24130"/>
            </a:xfrm>
            <a:custGeom>
              <a:avLst/>
              <a:gdLst/>
              <a:ahLst/>
              <a:cxnLst/>
              <a:rect l="l" t="t" r="r" b="b"/>
              <a:pathLst>
                <a:path w="3354070" h="24129">
                  <a:moveTo>
                    <a:pt x="335407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3354070" y="24129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A7A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8957310" y="882776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70" y="22859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A6A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46"/>
            <p:cNvSpPr/>
            <p:nvPr/>
          </p:nvSpPr>
          <p:spPr>
            <a:xfrm>
              <a:off x="8957310" y="885062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70" y="22860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A5A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" name="object 247"/>
            <p:cNvSpPr/>
            <p:nvPr/>
          </p:nvSpPr>
          <p:spPr>
            <a:xfrm>
              <a:off x="8957310" y="887348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70" y="22859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A4A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48"/>
            <p:cNvSpPr/>
            <p:nvPr/>
          </p:nvSpPr>
          <p:spPr>
            <a:xfrm>
              <a:off x="8957310" y="889634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70" y="22859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A3A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49"/>
            <p:cNvSpPr/>
            <p:nvPr/>
          </p:nvSpPr>
          <p:spPr>
            <a:xfrm>
              <a:off x="8957310" y="8919209"/>
              <a:ext cx="3354070" cy="24130"/>
            </a:xfrm>
            <a:custGeom>
              <a:avLst/>
              <a:gdLst/>
              <a:ahLst/>
              <a:cxnLst/>
              <a:rect l="l" t="t" r="r" b="b"/>
              <a:pathLst>
                <a:path w="3354070" h="24129">
                  <a:moveTo>
                    <a:pt x="3354070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3354070" y="24130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A2A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" name="object 250"/>
            <p:cNvSpPr/>
            <p:nvPr/>
          </p:nvSpPr>
          <p:spPr>
            <a:xfrm>
              <a:off x="8957310" y="894333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70" y="22859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A1A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1"/>
            <p:cNvSpPr/>
            <p:nvPr/>
          </p:nvSpPr>
          <p:spPr>
            <a:xfrm>
              <a:off x="8957310" y="896619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70" y="22859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A0A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8957310" y="898905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70" y="22860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9F9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" name="object 253"/>
            <p:cNvSpPr/>
            <p:nvPr/>
          </p:nvSpPr>
          <p:spPr>
            <a:xfrm>
              <a:off x="8957310" y="901191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70" y="22859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9E9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" name="object 254"/>
            <p:cNvSpPr/>
            <p:nvPr/>
          </p:nvSpPr>
          <p:spPr>
            <a:xfrm>
              <a:off x="8957310" y="9034779"/>
              <a:ext cx="3354070" cy="24130"/>
            </a:xfrm>
            <a:custGeom>
              <a:avLst/>
              <a:gdLst/>
              <a:ahLst/>
              <a:cxnLst/>
              <a:rect l="l" t="t" r="r" b="b"/>
              <a:pathLst>
                <a:path w="3354070" h="24129">
                  <a:moveTo>
                    <a:pt x="3354070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3354070" y="24130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9D9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" name="object 255"/>
            <p:cNvSpPr/>
            <p:nvPr/>
          </p:nvSpPr>
          <p:spPr>
            <a:xfrm>
              <a:off x="8957310" y="905890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70" y="22860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9C9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6" name="object 256"/>
            <p:cNvSpPr/>
            <p:nvPr/>
          </p:nvSpPr>
          <p:spPr>
            <a:xfrm>
              <a:off x="8957310" y="908176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354070" y="22859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9B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257"/>
            <p:cNvSpPr/>
            <p:nvPr/>
          </p:nvSpPr>
          <p:spPr>
            <a:xfrm>
              <a:off x="8957310" y="910462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70" y="22860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9A9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258"/>
            <p:cNvSpPr/>
            <p:nvPr/>
          </p:nvSpPr>
          <p:spPr>
            <a:xfrm>
              <a:off x="8957310" y="9127489"/>
              <a:ext cx="3354070" cy="45720"/>
            </a:xfrm>
            <a:custGeom>
              <a:avLst/>
              <a:gdLst/>
              <a:ahLst/>
              <a:cxnLst/>
              <a:rect l="l" t="t" r="r" b="b"/>
              <a:pathLst>
                <a:path w="3354070" h="45720">
                  <a:moveTo>
                    <a:pt x="33540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0" y="45720"/>
                  </a:lnTo>
                  <a:lnTo>
                    <a:pt x="3354070" y="45720"/>
                  </a:lnTo>
                  <a:lnTo>
                    <a:pt x="3354070" y="22860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99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9" name="object 259"/>
            <p:cNvSpPr/>
            <p:nvPr/>
          </p:nvSpPr>
          <p:spPr>
            <a:xfrm>
              <a:off x="8957310" y="9173209"/>
              <a:ext cx="3354070" cy="22860"/>
            </a:xfrm>
            <a:custGeom>
              <a:avLst/>
              <a:gdLst/>
              <a:ahLst/>
              <a:cxnLst/>
              <a:rect l="l" t="t" r="r" b="b"/>
              <a:pathLst>
                <a:path w="3354070" h="22859">
                  <a:moveTo>
                    <a:pt x="33540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54070" y="22860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979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8957310" y="9196069"/>
              <a:ext cx="3354070" cy="24130"/>
            </a:xfrm>
            <a:custGeom>
              <a:avLst/>
              <a:gdLst/>
              <a:ahLst/>
              <a:cxnLst/>
              <a:rect l="l" t="t" r="r" b="b"/>
              <a:pathLst>
                <a:path w="3354070" h="24129">
                  <a:moveTo>
                    <a:pt x="335407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3354070" y="24129"/>
                  </a:lnTo>
                  <a:lnTo>
                    <a:pt x="3354070" y="0"/>
                  </a:lnTo>
                  <a:close/>
                </a:path>
              </a:pathLst>
            </a:custGeom>
            <a:solidFill>
              <a:srgbClr val="96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1" name="object 261"/>
          <p:cNvSpPr txBox="1"/>
          <p:nvPr/>
        </p:nvSpPr>
        <p:spPr>
          <a:xfrm>
            <a:off x="8957309" y="7466330"/>
            <a:ext cx="3354070" cy="1752600"/>
          </a:xfrm>
          <a:prstGeom prst="rect">
            <a:avLst/>
          </a:prstGeom>
          <a:ln w="9344">
            <a:solidFill>
              <a:srgbClr val="2D2DCA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161290" marR="153035" algn="ctr">
              <a:lnSpc>
                <a:spcPct val="100000"/>
              </a:lnSpc>
              <a:spcBef>
                <a:spcPts val="350"/>
              </a:spcBef>
            </a:pPr>
            <a:r>
              <a:rPr sz="3200" dirty="0">
                <a:latin typeface="Century Gothic"/>
                <a:cs typeface="Century Gothic"/>
              </a:rPr>
              <a:t>=</a:t>
            </a:r>
            <a:r>
              <a:rPr sz="3200" spc="-10" dirty="0">
                <a:latin typeface="Century Gothic"/>
                <a:cs typeface="Century Gothic"/>
              </a:rPr>
              <a:t> Interpretation </a:t>
            </a:r>
            <a:r>
              <a:rPr sz="3200" dirty="0">
                <a:latin typeface="Century Gothic"/>
                <a:cs typeface="Century Gothic"/>
              </a:rPr>
              <a:t>of </a:t>
            </a:r>
            <a:r>
              <a:rPr sz="3200" spc="-10" dirty="0">
                <a:latin typeface="Century Gothic"/>
                <a:cs typeface="Century Gothic"/>
              </a:rPr>
              <a:t>Analysis Result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262" name="object 262"/>
          <p:cNvSpPr/>
          <p:nvPr/>
        </p:nvSpPr>
        <p:spPr>
          <a:xfrm>
            <a:off x="6347459" y="6477000"/>
            <a:ext cx="2540" cy="838200"/>
          </a:xfrm>
          <a:custGeom>
            <a:avLst/>
            <a:gdLst/>
            <a:ahLst/>
            <a:cxnLst/>
            <a:rect l="l" t="t" r="r" b="b"/>
            <a:pathLst>
              <a:path w="2539" h="838200">
                <a:moveTo>
                  <a:pt x="2539" y="0"/>
                </a:moveTo>
                <a:lnTo>
                  <a:pt x="0" y="838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10481309" y="6474459"/>
            <a:ext cx="3810" cy="839469"/>
          </a:xfrm>
          <a:custGeom>
            <a:avLst/>
            <a:gdLst/>
            <a:ahLst/>
            <a:cxnLst/>
            <a:rect l="l" t="t" r="r" b="b"/>
            <a:pathLst>
              <a:path w="3809" h="839470">
                <a:moveTo>
                  <a:pt x="3810" y="0"/>
                </a:moveTo>
                <a:lnTo>
                  <a:pt x="0" y="83946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891" y="161290"/>
            <a:ext cx="124206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27655" algn="l"/>
                <a:tab pos="12407265" algn="l"/>
              </a:tabLst>
            </a:pPr>
            <a:r>
              <a:rPr u="heavy" dirty="0">
                <a:uFill>
                  <a:solidFill>
                    <a:srgbClr val="2C2CB8"/>
                  </a:solidFill>
                </a:uFill>
                <a:latin typeface="Times New Roman"/>
                <a:cs typeface="Times New Roman"/>
              </a:rPr>
              <a:t>	</a:t>
            </a:r>
            <a:r>
              <a:rPr u="heavy" dirty="0">
                <a:uFill>
                  <a:solidFill>
                    <a:srgbClr val="2C2CB8"/>
                  </a:solidFill>
                </a:uFill>
              </a:rPr>
              <a:t>Image</a:t>
            </a:r>
            <a:r>
              <a:rPr u="heavy" spc="-10" dirty="0">
                <a:uFill>
                  <a:solidFill>
                    <a:srgbClr val="2C2CB8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2C2CB8"/>
                  </a:solidFill>
                </a:uFill>
              </a:rPr>
              <a:t>= </a:t>
            </a:r>
            <a:r>
              <a:rPr u="heavy" spc="-10" dirty="0">
                <a:uFill>
                  <a:solidFill>
                    <a:srgbClr val="2C2CB8"/>
                  </a:solidFill>
                </a:uFill>
              </a:rPr>
              <a:t>Information</a:t>
            </a:r>
            <a:r>
              <a:rPr u="heavy" dirty="0">
                <a:uFill>
                  <a:solidFill>
                    <a:srgbClr val="2C2CB8"/>
                  </a:solidFill>
                </a:uFill>
              </a:rPr>
              <a:t>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2177" y="1577747"/>
            <a:ext cx="3525974" cy="34967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82177" y="5121047"/>
            <a:ext cx="3525974" cy="34967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84777" y="5322977"/>
            <a:ext cx="4539434" cy="329483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86377" y="8751977"/>
            <a:ext cx="7869374" cy="738324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475387" y="1521460"/>
            <a:ext cx="7555230" cy="669290"/>
            <a:chOff x="475387" y="1521460"/>
            <a:chExt cx="7555230" cy="66929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5387" y="1536700"/>
              <a:ext cx="7554822" cy="65364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80060" y="1521459"/>
              <a:ext cx="7545070" cy="15240"/>
            </a:xfrm>
            <a:custGeom>
              <a:avLst/>
              <a:gdLst/>
              <a:ahLst/>
              <a:cxnLst/>
              <a:rect l="l" t="t" r="r" b="b"/>
              <a:pathLst>
                <a:path w="7545070" h="15240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5240"/>
                  </a:lnTo>
                  <a:lnTo>
                    <a:pt x="7545070" y="1524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D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0059" y="1536700"/>
              <a:ext cx="7545070" cy="8890"/>
            </a:xfrm>
            <a:custGeom>
              <a:avLst/>
              <a:gdLst/>
              <a:ahLst/>
              <a:cxnLst/>
              <a:rect l="l" t="t" r="r" b="b"/>
              <a:pathLst>
                <a:path w="7545070" h="8890">
                  <a:moveTo>
                    <a:pt x="754507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7545070" y="889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DE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0059" y="154559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7545070" y="7619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DD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0059" y="155321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DC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0059" y="1560830"/>
              <a:ext cx="7545070" cy="8890"/>
            </a:xfrm>
            <a:custGeom>
              <a:avLst/>
              <a:gdLst/>
              <a:ahLst/>
              <a:cxnLst/>
              <a:rect l="l" t="t" r="r" b="b"/>
              <a:pathLst>
                <a:path w="7545070" h="8890">
                  <a:moveTo>
                    <a:pt x="754507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7545070" y="889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DB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0059" y="156972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DA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80059" y="1577340"/>
              <a:ext cx="7545070" cy="8890"/>
            </a:xfrm>
            <a:custGeom>
              <a:avLst/>
              <a:gdLst/>
              <a:ahLst/>
              <a:cxnLst/>
              <a:rect l="l" t="t" r="r" b="b"/>
              <a:pathLst>
                <a:path w="7545070" h="8890">
                  <a:moveTo>
                    <a:pt x="754507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7545070" y="8889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D9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80059" y="158623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D8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0059" y="159385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D7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0059" y="1601470"/>
              <a:ext cx="7545070" cy="8890"/>
            </a:xfrm>
            <a:custGeom>
              <a:avLst/>
              <a:gdLst/>
              <a:ahLst/>
              <a:cxnLst/>
              <a:rect l="l" t="t" r="r" b="b"/>
              <a:pathLst>
                <a:path w="7545070" h="8890">
                  <a:moveTo>
                    <a:pt x="754507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7545070" y="8889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D6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0059" y="161036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D5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0059" y="161798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D4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80059" y="1625600"/>
              <a:ext cx="7545070" cy="8890"/>
            </a:xfrm>
            <a:custGeom>
              <a:avLst/>
              <a:gdLst/>
              <a:ahLst/>
              <a:cxnLst/>
              <a:rect l="l" t="t" r="r" b="b"/>
              <a:pathLst>
                <a:path w="7545070" h="8889">
                  <a:moveTo>
                    <a:pt x="754507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7545070" y="889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D3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80059" y="163449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7545070" y="7619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D2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80059" y="164211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D1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0059" y="1649730"/>
              <a:ext cx="7545070" cy="8890"/>
            </a:xfrm>
            <a:custGeom>
              <a:avLst/>
              <a:gdLst/>
              <a:ahLst/>
              <a:cxnLst/>
              <a:rect l="l" t="t" r="r" b="b"/>
              <a:pathLst>
                <a:path w="7545070" h="8889">
                  <a:moveTo>
                    <a:pt x="754507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7545070" y="889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D0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80059" y="165862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CF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80059" y="166624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7545070" y="7619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CE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80059" y="1673860"/>
              <a:ext cx="7545070" cy="8890"/>
            </a:xfrm>
            <a:custGeom>
              <a:avLst/>
              <a:gdLst/>
              <a:ahLst/>
              <a:cxnLst/>
              <a:rect l="l" t="t" r="r" b="b"/>
              <a:pathLst>
                <a:path w="7545070" h="8889">
                  <a:moveTo>
                    <a:pt x="754507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7545070" y="889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CD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80060" y="1682749"/>
              <a:ext cx="7545070" cy="15240"/>
            </a:xfrm>
            <a:custGeom>
              <a:avLst/>
              <a:gdLst/>
              <a:ahLst/>
              <a:cxnLst/>
              <a:rect l="l" t="t" r="r" b="b"/>
              <a:pathLst>
                <a:path w="7545070" h="1523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5240"/>
                  </a:lnTo>
                  <a:lnTo>
                    <a:pt x="7545070" y="1524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CC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80059" y="1697990"/>
              <a:ext cx="7545070" cy="8890"/>
            </a:xfrm>
            <a:custGeom>
              <a:avLst/>
              <a:gdLst/>
              <a:ahLst/>
              <a:cxnLst/>
              <a:rect l="l" t="t" r="r" b="b"/>
              <a:pathLst>
                <a:path w="7545070" h="8889">
                  <a:moveTo>
                    <a:pt x="754507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7545070" y="8889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CA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80059" y="170688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C9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80059" y="171450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C8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80059" y="1722120"/>
              <a:ext cx="7545070" cy="8890"/>
            </a:xfrm>
            <a:custGeom>
              <a:avLst/>
              <a:gdLst/>
              <a:ahLst/>
              <a:cxnLst/>
              <a:rect l="l" t="t" r="r" b="b"/>
              <a:pathLst>
                <a:path w="7545070" h="8889">
                  <a:moveTo>
                    <a:pt x="754507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7545070" y="8889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C7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80059" y="173101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C6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80059" y="173863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C5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80059" y="1746250"/>
              <a:ext cx="7545070" cy="8890"/>
            </a:xfrm>
            <a:custGeom>
              <a:avLst/>
              <a:gdLst/>
              <a:ahLst/>
              <a:cxnLst/>
              <a:rect l="l" t="t" r="r" b="b"/>
              <a:pathLst>
                <a:path w="7545070" h="8889">
                  <a:moveTo>
                    <a:pt x="754507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7545070" y="889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C4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80059" y="175514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7545070" y="7619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C3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80059" y="1762760"/>
              <a:ext cx="7545070" cy="8890"/>
            </a:xfrm>
            <a:custGeom>
              <a:avLst/>
              <a:gdLst/>
              <a:ahLst/>
              <a:cxnLst/>
              <a:rect l="l" t="t" r="r" b="b"/>
              <a:pathLst>
                <a:path w="7545070" h="8889">
                  <a:moveTo>
                    <a:pt x="754507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7545070" y="889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C2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80059" y="177165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C1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80059" y="177927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C0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80059" y="1786890"/>
              <a:ext cx="7545070" cy="8890"/>
            </a:xfrm>
            <a:custGeom>
              <a:avLst/>
              <a:gdLst/>
              <a:ahLst/>
              <a:cxnLst/>
              <a:rect l="l" t="t" r="r" b="b"/>
              <a:pathLst>
                <a:path w="7545070" h="8889">
                  <a:moveTo>
                    <a:pt x="754507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7545070" y="8889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BF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80059" y="179578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BE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80059" y="180340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BD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80059" y="1811020"/>
              <a:ext cx="7545070" cy="8890"/>
            </a:xfrm>
            <a:custGeom>
              <a:avLst/>
              <a:gdLst/>
              <a:ahLst/>
              <a:cxnLst/>
              <a:rect l="l" t="t" r="r" b="b"/>
              <a:pathLst>
                <a:path w="7545070" h="8889">
                  <a:moveTo>
                    <a:pt x="754507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7545070" y="8889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BC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80059" y="181991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BB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80059" y="182753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BA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80059" y="1835150"/>
              <a:ext cx="7545070" cy="8890"/>
            </a:xfrm>
            <a:custGeom>
              <a:avLst/>
              <a:gdLst/>
              <a:ahLst/>
              <a:cxnLst/>
              <a:rect l="l" t="t" r="r" b="b"/>
              <a:pathLst>
                <a:path w="7545070" h="8889">
                  <a:moveTo>
                    <a:pt x="754507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7545070" y="889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B9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80059" y="184404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7545070" y="7619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B8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80059" y="185166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B7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80059" y="1859280"/>
              <a:ext cx="7545070" cy="8890"/>
            </a:xfrm>
            <a:custGeom>
              <a:avLst/>
              <a:gdLst/>
              <a:ahLst/>
              <a:cxnLst/>
              <a:rect l="l" t="t" r="r" b="b"/>
              <a:pathLst>
                <a:path w="7545070" h="8889">
                  <a:moveTo>
                    <a:pt x="754507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7545070" y="889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B6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80059" y="186817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B5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80059" y="187579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7545070" y="7619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B4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80059" y="1883410"/>
              <a:ext cx="7545070" cy="8890"/>
            </a:xfrm>
            <a:custGeom>
              <a:avLst/>
              <a:gdLst/>
              <a:ahLst/>
              <a:cxnLst/>
              <a:rect l="l" t="t" r="r" b="b"/>
              <a:pathLst>
                <a:path w="7545070" h="8889">
                  <a:moveTo>
                    <a:pt x="754507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7545070" y="889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B3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80059" y="189230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B2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80059" y="189992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B1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80059" y="1907540"/>
              <a:ext cx="7545070" cy="8890"/>
            </a:xfrm>
            <a:custGeom>
              <a:avLst/>
              <a:gdLst/>
              <a:ahLst/>
              <a:cxnLst/>
              <a:rect l="l" t="t" r="r" b="b"/>
              <a:pathLst>
                <a:path w="7545070" h="8889">
                  <a:moveTo>
                    <a:pt x="754507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7545070" y="8889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B0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80059" y="191643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AF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80059" y="192405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AE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80059" y="1931670"/>
              <a:ext cx="7545070" cy="8890"/>
            </a:xfrm>
            <a:custGeom>
              <a:avLst/>
              <a:gdLst/>
              <a:ahLst/>
              <a:cxnLst/>
              <a:rect l="l" t="t" r="r" b="b"/>
              <a:pathLst>
                <a:path w="7545070" h="8889">
                  <a:moveTo>
                    <a:pt x="754507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7545070" y="8889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AD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80059" y="194056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AC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80059" y="194818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AB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80059" y="1955800"/>
              <a:ext cx="7545070" cy="8890"/>
            </a:xfrm>
            <a:custGeom>
              <a:avLst/>
              <a:gdLst/>
              <a:ahLst/>
              <a:cxnLst/>
              <a:rect l="l" t="t" r="r" b="b"/>
              <a:pathLst>
                <a:path w="7545070" h="8889">
                  <a:moveTo>
                    <a:pt x="754507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7545070" y="889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AA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80059" y="196469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7545070" y="7619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A9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80059" y="1972310"/>
              <a:ext cx="7545070" cy="8890"/>
            </a:xfrm>
            <a:custGeom>
              <a:avLst/>
              <a:gdLst/>
              <a:ahLst/>
              <a:cxnLst/>
              <a:rect l="l" t="t" r="r" b="b"/>
              <a:pathLst>
                <a:path w="7545070" h="8889">
                  <a:moveTo>
                    <a:pt x="754507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7545070" y="889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A8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80059" y="198120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A7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80059" y="198882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A6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0059" y="1996440"/>
              <a:ext cx="7545070" cy="8890"/>
            </a:xfrm>
            <a:custGeom>
              <a:avLst/>
              <a:gdLst/>
              <a:ahLst/>
              <a:cxnLst/>
              <a:rect l="l" t="t" r="r" b="b"/>
              <a:pathLst>
                <a:path w="7545070" h="8889">
                  <a:moveTo>
                    <a:pt x="754507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7545070" y="8889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A5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80059" y="200533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A4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80059" y="201295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A3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80059" y="2020570"/>
              <a:ext cx="7545070" cy="8890"/>
            </a:xfrm>
            <a:custGeom>
              <a:avLst/>
              <a:gdLst/>
              <a:ahLst/>
              <a:cxnLst/>
              <a:rect l="l" t="t" r="r" b="b"/>
              <a:pathLst>
                <a:path w="7545070" h="8889">
                  <a:moveTo>
                    <a:pt x="754507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7545070" y="8889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A2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80059" y="202946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A1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80059" y="203708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A0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80059" y="2044700"/>
              <a:ext cx="7545070" cy="8890"/>
            </a:xfrm>
            <a:custGeom>
              <a:avLst/>
              <a:gdLst/>
              <a:ahLst/>
              <a:cxnLst/>
              <a:rect l="l" t="t" r="r" b="b"/>
              <a:pathLst>
                <a:path w="7545070" h="8889">
                  <a:moveTo>
                    <a:pt x="754507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7545070" y="889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9F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80059" y="205359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7545070" y="7619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9E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80059" y="206121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9D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80059" y="2068830"/>
              <a:ext cx="7545070" cy="8890"/>
            </a:xfrm>
            <a:custGeom>
              <a:avLst/>
              <a:gdLst/>
              <a:ahLst/>
              <a:cxnLst/>
              <a:rect l="l" t="t" r="r" b="b"/>
              <a:pathLst>
                <a:path w="7545070" h="8889">
                  <a:moveTo>
                    <a:pt x="754507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7545070" y="889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9C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480059" y="207772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9B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480059" y="208534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7545070" y="7619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9A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80059" y="2092960"/>
              <a:ext cx="7545070" cy="8890"/>
            </a:xfrm>
            <a:custGeom>
              <a:avLst/>
              <a:gdLst/>
              <a:ahLst/>
              <a:cxnLst/>
              <a:rect l="l" t="t" r="r" b="b"/>
              <a:pathLst>
                <a:path w="7545070" h="8889">
                  <a:moveTo>
                    <a:pt x="754507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7545070" y="889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99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80059" y="210185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99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80059" y="210947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97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80059" y="2117090"/>
              <a:ext cx="7545070" cy="8890"/>
            </a:xfrm>
            <a:custGeom>
              <a:avLst/>
              <a:gdLst/>
              <a:ahLst/>
              <a:cxnLst/>
              <a:rect l="l" t="t" r="r" b="b"/>
              <a:pathLst>
                <a:path w="7545070" h="8889">
                  <a:moveTo>
                    <a:pt x="754507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7545070" y="8889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96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480059" y="212598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95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80059" y="213360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94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80059" y="2141220"/>
              <a:ext cx="7545070" cy="8890"/>
            </a:xfrm>
            <a:custGeom>
              <a:avLst/>
              <a:gdLst/>
              <a:ahLst/>
              <a:cxnLst/>
              <a:rect l="l" t="t" r="r" b="b"/>
              <a:pathLst>
                <a:path w="7545070" h="8889">
                  <a:moveTo>
                    <a:pt x="754507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7545070" y="8889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93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80059" y="215011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92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480059" y="2157730"/>
              <a:ext cx="7545070" cy="7620"/>
            </a:xfrm>
            <a:custGeom>
              <a:avLst/>
              <a:gdLst/>
              <a:ahLst/>
              <a:cxnLst/>
              <a:rect l="l" t="t" r="r" b="b"/>
              <a:pathLst>
                <a:path w="7545070" h="7619">
                  <a:moveTo>
                    <a:pt x="75450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545070" y="7620"/>
                  </a:lnTo>
                  <a:lnTo>
                    <a:pt x="7545070" y="0"/>
                  </a:lnTo>
                  <a:close/>
                </a:path>
              </a:pathLst>
            </a:custGeom>
            <a:solidFill>
              <a:srgbClr val="91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480059" y="1521460"/>
            <a:ext cx="7545070" cy="643890"/>
          </a:xfrm>
          <a:prstGeom prst="rect">
            <a:avLst/>
          </a:prstGeom>
          <a:ln w="9344">
            <a:solidFill>
              <a:srgbClr val="00CC97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370"/>
              </a:spcBef>
            </a:pPr>
            <a:r>
              <a:rPr sz="3600" dirty="0">
                <a:latin typeface="Century Gothic"/>
                <a:cs typeface="Century Gothic"/>
              </a:rPr>
              <a:t>Images</a:t>
            </a:r>
            <a:r>
              <a:rPr sz="3600" spc="-2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contain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spc="-10" dirty="0">
                <a:latin typeface="Century Gothic"/>
                <a:cs typeface="Century Gothic"/>
              </a:rPr>
              <a:t>information!!!</a:t>
            </a:r>
            <a:endParaRPr sz="3600">
              <a:latin typeface="Century Gothic"/>
              <a:cs typeface="Century Gothic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475387" y="2626360"/>
            <a:ext cx="8012430" cy="2192020"/>
            <a:chOff x="475387" y="2626360"/>
            <a:chExt cx="8012430" cy="2192020"/>
          </a:xfrm>
        </p:grpSpPr>
        <p:pic>
          <p:nvPicPr>
            <p:cNvPr id="89" name="object 8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5387" y="2641600"/>
              <a:ext cx="8012022" cy="2176372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480060" y="2626359"/>
              <a:ext cx="8002270" cy="87630"/>
            </a:xfrm>
            <a:custGeom>
              <a:avLst/>
              <a:gdLst/>
              <a:ahLst/>
              <a:cxnLst/>
              <a:rect l="l" t="t" r="r" b="b"/>
              <a:pathLst>
                <a:path w="8002270" h="87630">
                  <a:moveTo>
                    <a:pt x="8002270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0" y="87630"/>
                  </a:lnTo>
                  <a:lnTo>
                    <a:pt x="8002270" y="87630"/>
                  </a:lnTo>
                  <a:lnTo>
                    <a:pt x="8002270" y="4318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80059" y="2713990"/>
              <a:ext cx="8002270" cy="44450"/>
            </a:xfrm>
            <a:custGeom>
              <a:avLst/>
              <a:gdLst/>
              <a:ahLst/>
              <a:cxnLst/>
              <a:rect l="l" t="t" r="r" b="b"/>
              <a:pathLst>
                <a:path w="8002270" h="44450">
                  <a:moveTo>
                    <a:pt x="8002270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8002270" y="4445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80059" y="2758440"/>
              <a:ext cx="8002270" cy="44450"/>
            </a:xfrm>
            <a:custGeom>
              <a:avLst/>
              <a:gdLst/>
              <a:ahLst/>
              <a:cxnLst/>
              <a:rect l="l" t="t" r="r" b="b"/>
              <a:pathLst>
                <a:path w="8002270" h="44450">
                  <a:moveTo>
                    <a:pt x="8002270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8002270" y="4445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480059" y="2802890"/>
              <a:ext cx="8002270" cy="44450"/>
            </a:xfrm>
            <a:custGeom>
              <a:avLst/>
              <a:gdLst/>
              <a:ahLst/>
              <a:cxnLst/>
              <a:rect l="l" t="t" r="r" b="b"/>
              <a:pathLst>
                <a:path w="8002270" h="44450">
                  <a:moveTo>
                    <a:pt x="8002270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8002270" y="4445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480059" y="2847340"/>
              <a:ext cx="8002270" cy="44450"/>
            </a:xfrm>
            <a:custGeom>
              <a:avLst/>
              <a:gdLst/>
              <a:ahLst/>
              <a:cxnLst/>
              <a:rect l="l" t="t" r="r" b="b"/>
              <a:pathLst>
                <a:path w="8002270" h="44450">
                  <a:moveTo>
                    <a:pt x="8002270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8002270" y="4445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0059" y="2891790"/>
              <a:ext cx="8002270" cy="44450"/>
            </a:xfrm>
            <a:custGeom>
              <a:avLst/>
              <a:gdLst/>
              <a:ahLst/>
              <a:cxnLst/>
              <a:rect l="l" t="t" r="r" b="b"/>
              <a:pathLst>
                <a:path w="8002270" h="44450">
                  <a:moveTo>
                    <a:pt x="8002270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8002270" y="4445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480059" y="2936240"/>
              <a:ext cx="8002270" cy="44450"/>
            </a:xfrm>
            <a:custGeom>
              <a:avLst/>
              <a:gdLst/>
              <a:ahLst/>
              <a:cxnLst/>
              <a:rect l="l" t="t" r="r" b="b"/>
              <a:pathLst>
                <a:path w="8002270" h="44450">
                  <a:moveTo>
                    <a:pt x="8002270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8002270" y="4445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480059" y="2980690"/>
              <a:ext cx="8002270" cy="43180"/>
            </a:xfrm>
            <a:custGeom>
              <a:avLst/>
              <a:gdLst/>
              <a:ahLst/>
              <a:cxnLst/>
              <a:rect l="l" t="t" r="r" b="b"/>
              <a:pathLst>
                <a:path w="8002270" h="43180">
                  <a:moveTo>
                    <a:pt x="8002270" y="0"/>
                  </a:moveTo>
                  <a:lnTo>
                    <a:pt x="0" y="0"/>
                  </a:lnTo>
                  <a:lnTo>
                    <a:pt x="0" y="43179"/>
                  </a:lnTo>
                  <a:lnTo>
                    <a:pt x="8002270" y="43179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480059" y="3023870"/>
              <a:ext cx="8002270" cy="44450"/>
            </a:xfrm>
            <a:custGeom>
              <a:avLst/>
              <a:gdLst/>
              <a:ahLst/>
              <a:cxnLst/>
              <a:rect l="l" t="t" r="r" b="b"/>
              <a:pathLst>
                <a:path w="8002270" h="44450">
                  <a:moveTo>
                    <a:pt x="8002270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8002270" y="4445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480059" y="3068320"/>
              <a:ext cx="8002270" cy="44450"/>
            </a:xfrm>
            <a:custGeom>
              <a:avLst/>
              <a:gdLst/>
              <a:ahLst/>
              <a:cxnLst/>
              <a:rect l="l" t="t" r="r" b="b"/>
              <a:pathLst>
                <a:path w="8002270" h="44450">
                  <a:moveTo>
                    <a:pt x="8002270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8002270" y="4445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480059" y="3112770"/>
              <a:ext cx="8002270" cy="44450"/>
            </a:xfrm>
            <a:custGeom>
              <a:avLst/>
              <a:gdLst/>
              <a:ahLst/>
              <a:cxnLst/>
              <a:rect l="l" t="t" r="r" b="b"/>
              <a:pathLst>
                <a:path w="8002270" h="44450">
                  <a:moveTo>
                    <a:pt x="8002270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8002270" y="4445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480059" y="3157220"/>
              <a:ext cx="8002270" cy="44450"/>
            </a:xfrm>
            <a:custGeom>
              <a:avLst/>
              <a:gdLst/>
              <a:ahLst/>
              <a:cxnLst/>
              <a:rect l="l" t="t" r="r" b="b"/>
              <a:pathLst>
                <a:path w="8002270" h="44450">
                  <a:moveTo>
                    <a:pt x="8002270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8002270" y="4445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480059" y="3201670"/>
              <a:ext cx="8002270" cy="43180"/>
            </a:xfrm>
            <a:custGeom>
              <a:avLst/>
              <a:gdLst/>
              <a:ahLst/>
              <a:cxnLst/>
              <a:rect l="l" t="t" r="r" b="b"/>
              <a:pathLst>
                <a:path w="8002270" h="43180">
                  <a:moveTo>
                    <a:pt x="8002270" y="0"/>
                  </a:moveTo>
                  <a:lnTo>
                    <a:pt x="0" y="0"/>
                  </a:lnTo>
                  <a:lnTo>
                    <a:pt x="0" y="43179"/>
                  </a:lnTo>
                  <a:lnTo>
                    <a:pt x="8002270" y="43179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480059" y="3244850"/>
              <a:ext cx="8002270" cy="44450"/>
            </a:xfrm>
            <a:custGeom>
              <a:avLst/>
              <a:gdLst/>
              <a:ahLst/>
              <a:cxnLst/>
              <a:rect l="l" t="t" r="r" b="b"/>
              <a:pathLst>
                <a:path w="8002270" h="44450">
                  <a:moveTo>
                    <a:pt x="8002270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8002270" y="4445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480059" y="3289300"/>
              <a:ext cx="8002270" cy="44450"/>
            </a:xfrm>
            <a:custGeom>
              <a:avLst/>
              <a:gdLst/>
              <a:ahLst/>
              <a:cxnLst/>
              <a:rect l="l" t="t" r="r" b="b"/>
              <a:pathLst>
                <a:path w="8002270" h="44450">
                  <a:moveTo>
                    <a:pt x="8002270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8002270" y="4445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480059" y="3333750"/>
              <a:ext cx="8002270" cy="44450"/>
            </a:xfrm>
            <a:custGeom>
              <a:avLst/>
              <a:gdLst/>
              <a:ahLst/>
              <a:cxnLst/>
              <a:rect l="l" t="t" r="r" b="b"/>
              <a:pathLst>
                <a:path w="8002270" h="44450">
                  <a:moveTo>
                    <a:pt x="8002270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8002270" y="4445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480059" y="3378200"/>
              <a:ext cx="8002270" cy="44450"/>
            </a:xfrm>
            <a:custGeom>
              <a:avLst/>
              <a:gdLst/>
              <a:ahLst/>
              <a:cxnLst/>
              <a:rect l="l" t="t" r="r" b="b"/>
              <a:pathLst>
                <a:path w="8002270" h="44450">
                  <a:moveTo>
                    <a:pt x="8002270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8002270" y="4445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480059" y="3422650"/>
              <a:ext cx="8002270" cy="43180"/>
            </a:xfrm>
            <a:custGeom>
              <a:avLst/>
              <a:gdLst/>
              <a:ahLst/>
              <a:cxnLst/>
              <a:rect l="l" t="t" r="r" b="b"/>
              <a:pathLst>
                <a:path w="8002270" h="43179">
                  <a:moveTo>
                    <a:pt x="8002270" y="0"/>
                  </a:moveTo>
                  <a:lnTo>
                    <a:pt x="0" y="0"/>
                  </a:lnTo>
                  <a:lnTo>
                    <a:pt x="0" y="43179"/>
                  </a:lnTo>
                  <a:lnTo>
                    <a:pt x="8002270" y="43179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480059" y="3465830"/>
              <a:ext cx="8002270" cy="44450"/>
            </a:xfrm>
            <a:custGeom>
              <a:avLst/>
              <a:gdLst/>
              <a:ahLst/>
              <a:cxnLst/>
              <a:rect l="l" t="t" r="r" b="b"/>
              <a:pathLst>
                <a:path w="8002270" h="44450">
                  <a:moveTo>
                    <a:pt x="8002270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8002270" y="4445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80059" y="3510280"/>
              <a:ext cx="8002270" cy="44450"/>
            </a:xfrm>
            <a:custGeom>
              <a:avLst/>
              <a:gdLst/>
              <a:ahLst/>
              <a:cxnLst/>
              <a:rect l="l" t="t" r="r" b="b"/>
              <a:pathLst>
                <a:path w="8002270" h="44450">
                  <a:moveTo>
                    <a:pt x="8002270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8002270" y="4445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80059" y="3554730"/>
              <a:ext cx="8002270" cy="44450"/>
            </a:xfrm>
            <a:custGeom>
              <a:avLst/>
              <a:gdLst/>
              <a:ahLst/>
              <a:cxnLst/>
              <a:rect l="l" t="t" r="r" b="b"/>
              <a:pathLst>
                <a:path w="8002270" h="44450">
                  <a:moveTo>
                    <a:pt x="8002270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8002270" y="4445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80059" y="3599180"/>
              <a:ext cx="8002270" cy="44450"/>
            </a:xfrm>
            <a:custGeom>
              <a:avLst/>
              <a:gdLst/>
              <a:ahLst/>
              <a:cxnLst/>
              <a:rect l="l" t="t" r="r" b="b"/>
              <a:pathLst>
                <a:path w="8002270" h="44450">
                  <a:moveTo>
                    <a:pt x="8002270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8002270" y="4445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480059" y="3643630"/>
              <a:ext cx="8002270" cy="44450"/>
            </a:xfrm>
            <a:custGeom>
              <a:avLst/>
              <a:gdLst/>
              <a:ahLst/>
              <a:cxnLst/>
              <a:rect l="l" t="t" r="r" b="b"/>
              <a:pathLst>
                <a:path w="8002270" h="44450">
                  <a:moveTo>
                    <a:pt x="8002270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8002270" y="4445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480059" y="3688080"/>
              <a:ext cx="8002270" cy="43180"/>
            </a:xfrm>
            <a:custGeom>
              <a:avLst/>
              <a:gdLst/>
              <a:ahLst/>
              <a:cxnLst/>
              <a:rect l="l" t="t" r="r" b="b"/>
              <a:pathLst>
                <a:path w="8002270" h="43179">
                  <a:moveTo>
                    <a:pt x="8002270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8002270" y="4318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480059" y="3731260"/>
              <a:ext cx="8002270" cy="44450"/>
            </a:xfrm>
            <a:custGeom>
              <a:avLst/>
              <a:gdLst/>
              <a:ahLst/>
              <a:cxnLst/>
              <a:rect l="l" t="t" r="r" b="b"/>
              <a:pathLst>
                <a:path w="8002270" h="44450">
                  <a:moveTo>
                    <a:pt x="8002270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8002270" y="4445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480059" y="3775710"/>
              <a:ext cx="8002270" cy="44450"/>
            </a:xfrm>
            <a:custGeom>
              <a:avLst/>
              <a:gdLst/>
              <a:ahLst/>
              <a:cxnLst/>
              <a:rect l="l" t="t" r="r" b="b"/>
              <a:pathLst>
                <a:path w="8002270" h="44450">
                  <a:moveTo>
                    <a:pt x="8002270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8002270" y="4445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480059" y="3820160"/>
              <a:ext cx="8002270" cy="44450"/>
            </a:xfrm>
            <a:custGeom>
              <a:avLst/>
              <a:gdLst/>
              <a:ahLst/>
              <a:cxnLst/>
              <a:rect l="l" t="t" r="r" b="b"/>
              <a:pathLst>
                <a:path w="8002270" h="44450">
                  <a:moveTo>
                    <a:pt x="8002270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8002270" y="4445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480059" y="3864610"/>
              <a:ext cx="8002270" cy="44450"/>
            </a:xfrm>
            <a:custGeom>
              <a:avLst/>
              <a:gdLst/>
              <a:ahLst/>
              <a:cxnLst/>
              <a:rect l="l" t="t" r="r" b="b"/>
              <a:pathLst>
                <a:path w="8002270" h="44450">
                  <a:moveTo>
                    <a:pt x="8002270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8002270" y="4445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480059" y="3909060"/>
              <a:ext cx="8002270" cy="44450"/>
            </a:xfrm>
            <a:custGeom>
              <a:avLst/>
              <a:gdLst/>
              <a:ahLst/>
              <a:cxnLst/>
              <a:rect l="l" t="t" r="r" b="b"/>
              <a:pathLst>
                <a:path w="8002270" h="44450">
                  <a:moveTo>
                    <a:pt x="8002270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8002270" y="4445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480059" y="3953510"/>
              <a:ext cx="8002270" cy="44450"/>
            </a:xfrm>
            <a:custGeom>
              <a:avLst/>
              <a:gdLst/>
              <a:ahLst/>
              <a:cxnLst/>
              <a:rect l="l" t="t" r="r" b="b"/>
              <a:pathLst>
                <a:path w="8002270" h="44450">
                  <a:moveTo>
                    <a:pt x="8002270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8002270" y="4445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480059" y="3997960"/>
              <a:ext cx="8002270" cy="43180"/>
            </a:xfrm>
            <a:custGeom>
              <a:avLst/>
              <a:gdLst/>
              <a:ahLst/>
              <a:cxnLst/>
              <a:rect l="l" t="t" r="r" b="b"/>
              <a:pathLst>
                <a:path w="8002270" h="43179">
                  <a:moveTo>
                    <a:pt x="8002270" y="0"/>
                  </a:moveTo>
                  <a:lnTo>
                    <a:pt x="0" y="0"/>
                  </a:lnTo>
                  <a:lnTo>
                    <a:pt x="0" y="43179"/>
                  </a:lnTo>
                  <a:lnTo>
                    <a:pt x="8002270" y="43179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480059" y="4041140"/>
              <a:ext cx="8002270" cy="44450"/>
            </a:xfrm>
            <a:custGeom>
              <a:avLst/>
              <a:gdLst/>
              <a:ahLst/>
              <a:cxnLst/>
              <a:rect l="l" t="t" r="r" b="b"/>
              <a:pathLst>
                <a:path w="8002270" h="44450">
                  <a:moveTo>
                    <a:pt x="8002270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8002270" y="4445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480060" y="4085589"/>
              <a:ext cx="8002270" cy="88900"/>
            </a:xfrm>
            <a:custGeom>
              <a:avLst/>
              <a:gdLst/>
              <a:ahLst/>
              <a:cxnLst/>
              <a:rect l="l" t="t" r="r" b="b"/>
              <a:pathLst>
                <a:path w="8002270" h="88900">
                  <a:moveTo>
                    <a:pt x="8002270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0" y="88900"/>
                  </a:lnTo>
                  <a:lnTo>
                    <a:pt x="8002270" y="88900"/>
                  </a:lnTo>
                  <a:lnTo>
                    <a:pt x="8002270" y="4445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480059" y="4174490"/>
              <a:ext cx="8002270" cy="44450"/>
            </a:xfrm>
            <a:custGeom>
              <a:avLst/>
              <a:gdLst/>
              <a:ahLst/>
              <a:cxnLst/>
              <a:rect l="l" t="t" r="r" b="b"/>
              <a:pathLst>
                <a:path w="8002270" h="44450">
                  <a:moveTo>
                    <a:pt x="8002270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8002270" y="4445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480059" y="4218940"/>
              <a:ext cx="8002270" cy="44450"/>
            </a:xfrm>
            <a:custGeom>
              <a:avLst/>
              <a:gdLst/>
              <a:ahLst/>
              <a:cxnLst/>
              <a:rect l="l" t="t" r="r" b="b"/>
              <a:pathLst>
                <a:path w="8002270" h="44450">
                  <a:moveTo>
                    <a:pt x="8002270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8002270" y="4445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480059" y="4263389"/>
              <a:ext cx="8002270" cy="43180"/>
            </a:xfrm>
            <a:custGeom>
              <a:avLst/>
              <a:gdLst/>
              <a:ahLst/>
              <a:cxnLst/>
              <a:rect l="l" t="t" r="r" b="b"/>
              <a:pathLst>
                <a:path w="8002270" h="43179">
                  <a:moveTo>
                    <a:pt x="8002270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8002270" y="4318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480059" y="4306570"/>
              <a:ext cx="8002270" cy="44450"/>
            </a:xfrm>
            <a:custGeom>
              <a:avLst/>
              <a:gdLst/>
              <a:ahLst/>
              <a:cxnLst/>
              <a:rect l="l" t="t" r="r" b="b"/>
              <a:pathLst>
                <a:path w="8002270" h="44450">
                  <a:moveTo>
                    <a:pt x="8002270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8002270" y="4445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480059" y="4351020"/>
              <a:ext cx="8002270" cy="44450"/>
            </a:xfrm>
            <a:custGeom>
              <a:avLst/>
              <a:gdLst/>
              <a:ahLst/>
              <a:cxnLst/>
              <a:rect l="l" t="t" r="r" b="b"/>
              <a:pathLst>
                <a:path w="8002270" h="44450">
                  <a:moveTo>
                    <a:pt x="8002270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8002270" y="4445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480059" y="4395470"/>
              <a:ext cx="8002270" cy="44450"/>
            </a:xfrm>
            <a:custGeom>
              <a:avLst/>
              <a:gdLst/>
              <a:ahLst/>
              <a:cxnLst/>
              <a:rect l="l" t="t" r="r" b="b"/>
              <a:pathLst>
                <a:path w="8002270" h="44450">
                  <a:moveTo>
                    <a:pt x="8002270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8002270" y="4445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480059" y="4439920"/>
              <a:ext cx="8002270" cy="44450"/>
            </a:xfrm>
            <a:custGeom>
              <a:avLst/>
              <a:gdLst/>
              <a:ahLst/>
              <a:cxnLst/>
              <a:rect l="l" t="t" r="r" b="b"/>
              <a:pathLst>
                <a:path w="8002270" h="44450">
                  <a:moveTo>
                    <a:pt x="8002270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8002270" y="4445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480059" y="4484370"/>
              <a:ext cx="8002270" cy="43180"/>
            </a:xfrm>
            <a:custGeom>
              <a:avLst/>
              <a:gdLst/>
              <a:ahLst/>
              <a:cxnLst/>
              <a:rect l="l" t="t" r="r" b="b"/>
              <a:pathLst>
                <a:path w="8002270" h="43179">
                  <a:moveTo>
                    <a:pt x="8002270" y="0"/>
                  </a:moveTo>
                  <a:lnTo>
                    <a:pt x="0" y="0"/>
                  </a:lnTo>
                  <a:lnTo>
                    <a:pt x="0" y="43179"/>
                  </a:lnTo>
                  <a:lnTo>
                    <a:pt x="8002270" y="43179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480059" y="4527550"/>
              <a:ext cx="8002270" cy="44450"/>
            </a:xfrm>
            <a:custGeom>
              <a:avLst/>
              <a:gdLst/>
              <a:ahLst/>
              <a:cxnLst/>
              <a:rect l="l" t="t" r="r" b="b"/>
              <a:pathLst>
                <a:path w="8002270" h="44450">
                  <a:moveTo>
                    <a:pt x="8002270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8002270" y="4445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480059" y="4572000"/>
              <a:ext cx="8002270" cy="44450"/>
            </a:xfrm>
            <a:custGeom>
              <a:avLst/>
              <a:gdLst/>
              <a:ahLst/>
              <a:cxnLst/>
              <a:rect l="l" t="t" r="r" b="b"/>
              <a:pathLst>
                <a:path w="8002270" h="44450">
                  <a:moveTo>
                    <a:pt x="8002270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8002270" y="4445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480059" y="4616450"/>
              <a:ext cx="8002270" cy="44450"/>
            </a:xfrm>
            <a:custGeom>
              <a:avLst/>
              <a:gdLst/>
              <a:ahLst/>
              <a:cxnLst/>
              <a:rect l="l" t="t" r="r" b="b"/>
              <a:pathLst>
                <a:path w="8002270" h="44450">
                  <a:moveTo>
                    <a:pt x="8002270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8002270" y="4445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480059" y="4660900"/>
              <a:ext cx="8002270" cy="44450"/>
            </a:xfrm>
            <a:custGeom>
              <a:avLst/>
              <a:gdLst/>
              <a:ahLst/>
              <a:cxnLst/>
              <a:rect l="l" t="t" r="r" b="b"/>
              <a:pathLst>
                <a:path w="8002270" h="44450">
                  <a:moveTo>
                    <a:pt x="8002270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8002270" y="4445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480059" y="4705350"/>
              <a:ext cx="8002270" cy="44450"/>
            </a:xfrm>
            <a:custGeom>
              <a:avLst/>
              <a:gdLst/>
              <a:ahLst/>
              <a:cxnLst/>
              <a:rect l="l" t="t" r="r" b="b"/>
              <a:pathLst>
                <a:path w="8002270" h="44450">
                  <a:moveTo>
                    <a:pt x="8002270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8002270" y="4445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480059" y="4749800"/>
              <a:ext cx="8002270" cy="44450"/>
            </a:xfrm>
            <a:custGeom>
              <a:avLst/>
              <a:gdLst/>
              <a:ahLst/>
              <a:cxnLst/>
              <a:rect l="l" t="t" r="r" b="b"/>
              <a:pathLst>
                <a:path w="8002270" h="44450">
                  <a:moveTo>
                    <a:pt x="8002270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8002270" y="44450"/>
                  </a:lnTo>
                  <a:lnTo>
                    <a:pt x="8002270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7" name="object 137"/>
          <p:cNvSpPr txBox="1"/>
          <p:nvPr/>
        </p:nvSpPr>
        <p:spPr>
          <a:xfrm>
            <a:off x="480059" y="2626360"/>
            <a:ext cx="8002270" cy="216662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523240" indent="-433070">
              <a:lnSpc>
                <a:spcPct val="100000"/>
              </a:lnSpc>
              <a:spcBef>
                <a:spcPts val="370"/>
              </a:spcBef>
              <a:buFont typeface="Wingdings"/>
              <a:buChar char=""/>
              <a:tabLst>
                <a:tab pos="523240" algn="l"/>
              </a:tabLst>
            </a:pPr>
            <a:r>
              <a:rPr sz="3200" dirty="0">
                <a:latin typeface="Century Gothic"/>
                <a:cs typeface="Century Gothic"/>
              </a:rPr>
              <a:t>Quantify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/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Measure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/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Analyse</a:t>
            </a:r>
            <a:endParaRPr sz="3200" dirty="0">
              <a:latin typeface="Century Gothic"/>
              <a:cs typeface="Century Gothic"/>
            </a:endParaRPr>
          </a:p>
          <a:p>
            <a:pPr marL="410209" indent="-320040">
              <a:lnSpc>
                <a:spcPct val="100000"/>
              </a:lnSpc>
              <a:spcBef>
                <a:spcPts val="2400"/>
              </a:spcBef>
              <a:buFont typeface="Wingdings"/>
              <a:buChar char=""/>
              <a:tabLst>
                <a:tab pos="410209" algn="l"/>
              </a:tabLst>
            </a:pPr>
            <a:r>
              <a:rPr sz="3200" dirty="0">
                <a:latin typeface="Century Gothic"/>
                <a:cs typeface="Century Gothic"/>
              </a:rPr>
              <a:t>Meta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data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(what,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where,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when,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spc="-20" dirty="0">
                <a:latin typeface="Century Gothic"/>
                <a:cs typeface="Century Gothic"/>
              </a:rPr>
              <a:t>how)</a:t>
            </a:r>
            <a:endParaRPr sz="3200" dirty="0">
              <a:latin typeface="Century Gothic"/>
              <a:cs typeface="Century Gothic"/>
            </a:endParaRPr>
          </a:p>
          <a:p>
            <a:pPr marL="523240" indent="-433070">
              <a:lnSpc>
                <a:spcPct val="100000"/>
              </a:lnSpc>
              <a:spcBef>
                <a:spcPts val="2400"/>
              </a:spcBef>
              <a:buFont typeface="Wingdings"/>
              <a:buChar char=""/>
              <a:tabLst>
                <a:tab pos="523240" algn="l"/>
              </a:tabLst>
            </a:pPr>
            <a:r>
              <a:rPr sz="3200" dirty="0">
                <a:latin typeface="Century Gothic"/>
                <a:cs typeface="Century Gothic"/>
              </a:rPr>
              <a:t>Noise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/ </a:t>
            </a:r>
            <a:r>
              <a:rPr sz="3200" spc="-10" dirty="0">
                <a:latin typeface="Century Gothic"/>
                <a:cs typeface="Century Gothic"/>
              </a:rPr>
              <a:t>Background</a:t>
            </a:r>
            <a:endParaRPr sz="3200" dirty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003800" y="4723869"/>
            <a:ext cx="2552700" cy="1837689"/>
            <a:chOff x="5124450" y="6245859"/>
            <a:chExt cx="2552700" cy="183768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24450" y="6262369"/>
              <a:ext cx="2552700" cy="182117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128260" y="6245859"/>
              <a:ext cx="2545080" cy="1813560"/>
            </a:xfrm>
            <a:custGeom>
              <a:avLst/>
              <a:gdLst/>
              <a:ahLst/>
              <a:cxnLst/>
              <a:rect l="l" t="t" r="r" b="b"/>
              <a:pathLst>
                <a:path w="2545079" h="1813559">
                  <a:moveTo>
                    <a:pt x="2545080" y="0"/>
                  </a:moveTo>
                  <a:lnTo>
                    <a:pt x="0" y="0"/>
                  </a:lnTo>
                  <a:lnTo>
                    <a:pt x="0" y="1813559"/>
                  </a:lnTo>
                  <a:lnTo>
                    <a:pt x="2545080" y="1813559"/>
                  </a:lnTo>
                  <a:lnTo>
                    <a:pt x="25450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008879" y="4725139"/>
            <a:ext cx="2542540" cy="1811020"/>
          </a:xfrm>
          <a:prstGeom prst="rect">
            <a:avLst/>
          </a:prstGeom>
          <a:ln w="9344">
            <a:solidFill>
              <a:srgbClr val="7E7E7E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204470" marR="231775" indent="-1905" algn="ctr">
              <a:lnSpc>
                <a:spcPct val="100000"/>
              </a:lnSpc>
              <a:spcBef>
                <a:spcPts val="400"/>
              </a:spcBef>
            </a:pPr>
            <a:r>
              <a:rPr sz="3200" dirty="0">
                <a:latin typeface="Century Gothic"/>
                <a:cs typeface="Century Gothic"/>
              </a:rPr>
              <a:t>Is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simply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spc="-50" dirty="0">
                <a:latin typeface="Century Gothic"/>
                <a:cs typeface="Century Gothic"/>
              </a:rPr>
              <a:t>a </a:t>
            </a:r>
            <a:r>
              <a:rPr sz="3200" dirty="0">
                <a:latin typeface="Century Gothic"/>
                <a:cs typeface="Century Gothic"/>
              </a:rPr>
              <a:t>way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spc="-25" dirty="0">
                <a:latin typeface="Century Gothic"/>
                <a:cs typeface="Century Gothic"/>
              </a:rPr>
              <a:t>to </a:t>
            </a:r>
            <a:r>
              <a:rPr sz="3200" b="1" spc="-10" dirty="0">
                <a:latin typeface="Century Gothic"/>
                <a:cs typeface="Century Gothic"/>
              </a:rPr>
              <a:t>“Visualise”</a:t>
            </a:r>
            <a:endParaRPr sz="3200">
              <a:latin typeface="Century Gothic"/>
              <a:cs typeface="Century Gothic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646194"/>
              </p:ext>
            </p:extLst>
          </p:nvPr>
        </p:nvGraphicFramePr>
        <p:xfrm>
          <a:off x="422048" y="3576833"/>
          <a:ext cx="3039744" cy="39128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89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7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02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7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4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4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64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0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436880" y="3591029"/>
            <a:ext cx="3039110" cy="3914140"/>
          </a:xfrm>
          <a:custGeom>
            <a:avLst/>
            <a:gdLst/>
            <a:ahLst/>
            <a:cxnLst/>
            <a:rect l="l" t="t" r="r" b="b"/>
            <a:pathLst>
              <a:path w="3039110" h="3914140">
                <a:moveTo>
                  <a:pt x="607060" y="3415030"/>
                </a:moveTo>
                <a:lnTo>
                  <a:pt x="0" y="3415030"/>
                </a:lnTo>
                <a:lnTo>
                  <a:pt x="0" y="3914140"/>
                </a:lnTo>
                <a:lnTo>
                  <a:pt x="303530" y="3914140"/>
                </a:lnTo>
                <a:lnTo>
                  <a:pt x="607060" y="3914140"/>
                </a:lnTo>
                <a:lnTo>
                  <a:pt x="607060" y="3415030"/>
                </a:lnTo>
                <a:close/>
              </a:path>
              <a:path w="3039110" h="3914140">
                <a:moveTo>
                  <a:pt x="1214120" y="2929890"/>
                </a:moveTo>
                <a:lnTo>
                  <a:pt x="607060" y="2929890"/>
                </a:lnTo>
                <a:lnTo>
                  <a:pt x="607060" y="3415030"/>
                </a:lnTo>
                <a:lnTo>
                  <a:pt x="910590" y="3415030"/>
                </a:lnTo>
                <a:lnTo>
                  <a:pt x="1214120" y="3415030"/>
                </a:lnTo>
                <a:lnTo>
                  <a:pt x="1214120" y="2929890"/>
                </a:lnTo>
                <a:close/>
              </a:path>
              <a:path w="3039110" h="3914140">
                <a:moveTo>
                  <a:pt x="1822450" y="985520"/>
                </a:moveTo>
                <a:lnTo>
                  <a:pt x="1214120" y="985520"/>
                </a:lnTo>
                <a:lnTo>
                  <a:pt x="1214120" y="1471930"/>
                </a:lnTo>
                <a:lnTo>
                  <a:pt x="1214120" y="1955800"/>
                </a:lnTo>
                <a:lnTo>
                  <a:pt x="607060" y="1955800"/>
                </a:lnTo>
                <a:lnTo>
                  <a:pt x="0" y="1955800"/>
                </a:lnTo>
                <a:lnTo>
                  <a:pt x="0" y="2443480"/>
                </a:lnTo>
                <a:lnTo>
                  <a:pt x="303530" y="2443480"/>
                </a:lnTo>
                <a:lnTo>
                  <a:pt x="607060" y="2443480"/>
                </a:lnTo>
                <a:lnTo>
                  <a:pt x="910590" y="2443480"/>
                </a:lnTo>
                <a:lnTo>
                  <a:pt x="1214120" y="2443480"/>
                </a:lnTo>
                <a:lnTo>
                  <a:pt x="1214120" y="2929890"/>
                </a:lnTo>
                <a:lnTo>
                  <a:pt x="1518920" y="2929890"/>
                </a:lnTo>
                <a:lnTo>
                  <a:pt x="1822450" y="2929890"/>
                </a:lnTo>
                <a:lnTo>
                  <a:pt x="1822450" y="2443480"/>
                </a:lnTo>
                <a:lnTo>
                  <a:pt x="1822450" y="1955800"/>
                </a:lnTo>
                <a:lnTo>
                  <a:pt x="1822450" y="1471930"/>
                </a:lnTo>
                <a:lnTo>
                  <a:pt x="1822450" y="985520"/>
                </a:lnTo>
                <a:close/>
              </a:path>
              <a:path w="3039110" h="3914140">
                <a:moveTo>
                  <a:pt x="1822450" y="0"/>
                </a:moveTo>
                <a:lnTo>
                  <a:pt x="1214120" y="0"/>
                </a:lnTo>
                <a:lnTo>
                  <a:pt x="1214120" y="497840"/>
                </a:lnTo>
                <a:lnTo>
                  <a:pt x="607060" y="497840"/>
                </a:lnTo>
                <a:lnTo>
                  <a:pt x="607060" y="985520"/>
                </a:lnTo>
                <a:lnTo>
                  <a:pt x="910590" y="985520"/>
                </a:lnTo>
                <a:lnTo>
                  <a:pt x="1214120" y="985520"/>
                </a:lnTo>
                <a:lnTo>
                  <a:pt x="1214120" y="499110"/>
                </a:lnTo>
                <a:lnTo>
                  <a:pt x="1518920" y="499110"/>
                </a:lnTo>
                <a:lnTo>
                  <a:pt x="1822450" y="499110"/>
                </a:lnTo>
                <a:lnTo>
                  <a:pt x="1822450" y="0"/>
                </a:lnTo>
                <a:close/>
              </a:path>
              <a:path w="3039110" h="3914140">
                <a:moveTo>
                  <a:pt x="2429510" y="2929890"/>
                </a:moveTo>
                <a:lnTo>
                  <a:pt x="1823720" y="2929890"/>
                </a:lnTo>
                <a:lnTo>
                  <a:pt x="1823720" y="3415030"/>
                </a:lnTo>
                <a:lnTo>
                  <a:pt x="2125980" y="3415030"/>
                </a:lnTo>
                <a:lnTo>
                  <a:pt x="2429510" y="3415030"/>
                </a:lnTo>
                <a:lnTo>
                  <a:pt x="2429510" y="2929890"/>
                </a:lnTo>
                <a:close/>
              </a:path>
              <a:path w="3039110" h="3914140">
                <a:moveTo>
                  <a:pt x="2429510" y="497840"/>
                </a:moveTo>
                <a:lnTo>
                  <a:pt x="1823720" y="497840"/>
                </a:lnTo>
                <a:lnTo>
                  <a:pt x="1823720" y="985520"/>
                </a:lnTo>
                <a:lnTo>
                  <a:pt x="2125980" y="985520"/>
                </a:lnTo>
                <a:lnTo>
                  <a:pt x="2429510" y="985520"/>
                </a:lnTo>
                <a:lnTo>
                  <a:pt x="2429510" y="497840"/>
                </a:lnTo>
                <a:close/>
              </a:path>
              <a:path w="3039110" h="3914140">
                <a:moveTo>
                  <a:pt x="3039110" y="3415030"/>
                </a:moveTo>
                <a:lnTo>
                  <a:pt x="2429510" y="3415030"/>
                </a:lnTo>
                <a:lnTo>
                  <a:pt x="2429510" y="3914140"/>
                </a:lnTo>
                <a:lnTo>
                  <a:pt x="2734310" y="3914140"/>
                </a:lnTo>
                <a:lnTo>
                  <a:pt x="3039110" y="3914140"/>
                </a:lnTo>
                <a:lnTo>
                  <a:pt x="3039110" y="3415030"/>
                </a:lnTo>
                <a:close/>
              </a:path>
              <a:path w="3039110" h="3914140">
                <a:moveTo>
                  <a:pt x="3039110" y="1955800"/>
                </a:moveTo>
                <a:lnTo>
                  <a:pt x="2429510" y="1955800"/>
                </a:lnTo>
                <a:lnTo>
                  <a:pt x="1823720" y="1955800"/>
                </a:lnTo>
                <a:lnTo>
                  <a:pt x="1823720" y="2443480"/>
                </a:lnTo>
                <a:lnTo>
                  <a:pt x="2125980" y="2443480"/>
                </a:lnTo>
                <a:lnTo>
                  <a:pt x="2429510" y="2443480"/>
                </a:lnTo>
                <a:lnTo>
                  <a:pt x="2734310" y="2443480"/>
                </a:lnTo>
                <a:lnTo>
                  <a:pt x="3039110" y="2443480"/>
                </a:lnTo>
                <a:lnTo>
                  <a:pt x="3039110" y="1955800"/>
                </a:lnTo>
                <a:close/>
              </a:path>
            </a:pathLst>
          </a:custGeom>
          <a:solidFill>
            <a:srgbClr val="FA1C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637280" y="3850109"/>
            <a:ext cx="1065530" cy="228600"/>
          </a:xfrm>
          <a:custGeom>
            <a:avLst/>
            <a:gdLst/>
            <a:ahLst/>
            <a:cxnLst/>
            <a:rect l="l" t="t" r="r" b="b"/>
            <a:pathLst>
              <a:path w="1065529" h="228600">
                <a:moveTo>
                  <a:pt x="1065530" y="74930"/>
                </a:moveTo>
                <a:lnTo>
                  <a:pt x="228600" y="76136"/>
                </a:lnTo>
                <a:lnTo>
                  <a:pt x="228600" y="0"/>
                </a:lnTo>
                <a:lnTo>
                  <a:pt x="0" y="114300"/>
                </a:lnTo>
                <a:lnTo>
                  <a:pt x="228600" y="228600"/>
                </a:lnTo>
                <a:lnTo>
                  <a:pt x="228600" y="152336"/>
                </a:lnTo>
                <a:lnTo>
                  <a:pt x="1065530" y="151130"/>
                </a:lnTo>
                <a:lnTo>
                  <a:pt x="1065530" y="749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52080" y="7354040"/>
            <a:ext cx="1143000" cy="228600"/>
          </a:xfrm>
          <a:custGeom>
            <a:avLst/>
            <a:gdLst/>
            <a:ahLst/>
            <a:cxnLst/>
            <a:rect l="l" t="t" r="r" b="b"/>
            <a:pathLst>
              <a:path w="1143000" h="228600">
                <a:moveTo>
                  <a:pt x="1143000" y="114300"/>
                </a:moveTo>
                <a:lnTo>
                  <a:pt x="913130" y="0"/>
                </a:lnTo>
                <a:lnTo>
                  <a:pt x="913130" y="76200"/>
                </a:lnTo>
                <a:lnTo>
                  <a:pt x="0" y="76200"/>
                </a:lnTo>
                <a:lnTo>
                  <a:pt x="0" y="152400"/>
                </a:lnTo>
                <a:lnTo>
                  <a:pt x="913130" y="152400"/>
                </a:lnTo>
                <a:lnTo>
                  <a:pt x="913130" y="228600"/>
                </a:lnTo>
                <a:lnTo>
                  <a:pt x="114300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017269" y="102869"/>
            <a:ext cx="1094168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Photographer</a:t>
            </a:r>
            <a:r>
              <a:rPr spc="-20" dirty="0"/>
              <a:t> </a:t>
            </a:r>
            <a:r>
              <a:rPr dirty="0"/>
              <a:t>or</a:t>
            </a:r>
            <a:r>
              <a:rPr spc="-5" dirty="0"/>
              <a:t> </a:t>
            </a:r>
            <a:r>
              <a:rPr spc="-10" dirty="0"/>
              <a:t>Spectroscopist?</a:t>
            </a:r>
          </a:p>
        </p:txBody>
      </p:sp>
      <p:graphicFrame>
        <p:nvGraphicFramePr>
          <p:cNvPr id="11" name="objec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879758"/>
              </p:ext>
            </p:extLst>
          </p:nvPr>
        </p:nvGraphicFramePr>
        <p:xfrm>
          <a:off x="9474200" y="2895600"/>
          <a:ext cx="2856226" cy="50304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0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34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35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8634"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3315"/>
                        </a:lnSpc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0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ts val="3315"/>
                        </a:lnSpc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0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3355" algn="r">
                        <a:lnSpc>
                          <a:spcPts val="3315"/>
                        </a:lnSpc>
                      </a:pPr>
                      <a:r>
                        <a:rPr sz="30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3315"/>
                        </a:lnSpc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0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15"/>
                        </a:lnSpc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0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4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0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46990" marB="0"/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0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46990" marB="0"/>
                </a:tc>
                <a:tc>
                  <a:txBody>
                    <a:bodyPr/>
                    <a:lstStyle/>
                    <a:p>
                      <a:pPr marR="17335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0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4699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0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4699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0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4699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8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0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47625" marB="0"/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0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47625" marB="0"/>
                </a:tc>
                <a:tc>
                  <a:txBody>
                    <a:bodyPr/>
                    <a:lstStyle/>
                    <a:p>
                      <a:pPr marR="173355" algn="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0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4762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0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476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0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476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11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0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46990" marB="0"/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0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46990" marB="0"/>
                </a:tc>
                <a:tc>
                  <a:txBody>
                    <a:bodyPr/>
                    <a:lstStyle/>
                    <a:p>
                      <a:pPr marR="17335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0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4699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0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4699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0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4699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18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0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46990" marB="0"/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0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46990" marB="0"/>
                </a:tc>
                <a:tc>
                  <a:txBody>
                    <a:bodyPr/>
                    <a:lstStyle/>
                    <a:p>
                      <a:pPr marR="17335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0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4699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0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4699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0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4699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18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335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0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4699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0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4699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0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4699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24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3355" algn="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0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4762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0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476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0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4762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70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335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0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4699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0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4699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30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4699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10646409" y="726132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0" y="228599"/>
                </a:lnTo>
                <a:lnTo>
                  <a:pt x="228600" y="1142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141157"/>
              </p:ext>
            </p:extLst>
          </p:nvPr>
        </p:nvGraphicFramePr>
        <p:xfrm>
          <a:off x="9434830" y="5970148"/>
          <a:ext cx="1217929" cy="1952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0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989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8740">
                      <a:solidFill>
                        <a:srgbClr val="000000"/>
                      </a:solidFill>
                      <a:prstDash val="solid"/>
                    </a:lnL>
                    <a:lnB w="77469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2380"/>
                        </a:lnSpc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0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4139" algn="r">
                        <a:lnSpc>
                          <a:spcPts val="2380"/>
                        </a:lnSpc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0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4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78740">
                      <a:solidFill>
                        <a:srgbClr val="000000"/>
                      </a:solidFill>
                      <a:prstDash val="solid"/>
                    </a:lnL>
                    <a:lnB w="77469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0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47625" marB="0"/>
                </a:tc>
                <a:tc>
                  <a:txBody>
                    <a:bodyPr/>
                    <a:lstStyle/>
                    <a:p>
                      <a:pPr marR="104139" algn="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0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476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1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78740">
                      <a:solidFill>
                        <a:srgbClr val="000000"/>
                      </a:solidFill>
                      <a:prstDash val="solid"/>
                    </a:lnL>
                    <a:lnB w="77469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2815"/>
                        </a:lnSpc>
                        <a:spcBef>
                          <a:spcPts val="370"/>
                        </a:spcBef>
                      </a:pPr>
                      <a:r>
                        <a:rPr sz="30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4139" algn="r">
                        <a:lnSpc>
                          <a:spcPts val="2815"/>
                        </a:lnSpc>
                        <a:spcBef>
                          <a:spcPts val="370"/>
                        </a:spcBef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0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B w="77469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0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77469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x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806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77469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9359900" y="579194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0" y="228600"/>
                </a:lnTo>
                <a:lnTo>
                  <a:pt x="228600" y="228600"/>
                </a:lnTo>
                <a:lnTo>
                  <a:pt x="114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005569" y="6512029"/>
            <a:ext cx="414020" cy="51689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50"/>
              </a:spcBef>
            </a:pPr>
            <a:r>
              <a:rPr sz="2800" dirty="0">
                <a:latin typeface="Arial"/>
                <a:cs typeface="Arial"/>
              </a:rPr>
              <a:t>y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28929" y="1065530"/>
            <a:ext cx="12344400" cy="2540"/>
          </a:xfrm>
          <a:custGeom>
            <a:avLst/>
            <a:gdLst/>
            <a:ahLst/>
            <a:cxnLst/>
            <a:rect l="l" t="t" r="r" b="b"/>
            <a:pathLst>
              <a:path w="12344400" h="2540">
                <a:moveTo>
                  <a:pt x="0" y="0"/>
                </a:moveTo>
                <a:lnTo>
                  <a:pt x="12344400" y="2540"/>
                </a:lnTo>
              </a:path>
            </a:pathLst>
          </a:custGeom>
          <a:ln w="50676">
            <a:solidFill>
              <a:srgbClr val="2C2C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8" name="object 148"/>
          <p:cNvGrpSpPr/>
          <p:nvPr/>
        </p:nvGrpSpPr>
        <p:grpSpPr>
          <a:xfrm>
            <a:off x="4926737" y="3657069"/>
            <a:ext cx="1078230" cy="669290"/>
            <a:chOff x="5047387" y="5179059"/>
            <a:chExt cx="1078230" cy="669290"/>
          </a:xfrm>
        </p:grpSpPr>
        <p:pic>
          <p:nvPicPr>
            <p:cNvPr id="149" name="object 1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47387" y="5194299"/>
              <a:ext cx="1077822" cy="653642"/>
            </a:xfrm>
            <a:prstGeom prst="rect">
              <a:avLst/>
            </a:prstGeom>
          </p:spPr>
        </p:pic>
        <p:sp>
          <p:nvSpPr>
            <p:cNvPr id="150" name="object 150"/>
            <p:cNvSpPr/>
            <p:nvPr/>
          </p:nvSpPr>
          <p:spPr>
            <a:xfrm>
              <a:off x="5052059" y="5179059"/>
              <a:ext cx="1068070" cy="645160"/>
            </a:xfrm>
            <a:custGeom>
              <a:avLst/>
              <a:gdLst/>
              <a:ahLst/>
              <a:cxnLst/>
              <a:rect l="l" t="t" r="r" b="b"/>
              <a:pathLst>
                <a:path w="1068070" h="645160">
                  <a:moveTo>
                    <a:pt x="1068069" y="0"/>
                  </a:moveTo>
                  <a:lnTo>
                    <a:pt x="0" y="0"/>
                  </a:lnTo>
                  <a:lnTo>
                    <a:pt x="0" y="645160"/>
                  </a:lnTo>
                  <a:lnTo>
                    <a:pt x="1068069" y="645160"/>
                  </a:lnTo>
                  <a:lnTo>
                    <a:pt x="10680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1" name="object 151"/>
          <p:cNvSpPr txBox="1"/>
          <p:nvPr/>
        </p:nvSpPr>
        <p:spPr>
          <a:xfrm>
            <a:off x="4931409" y="3657069"/>
            <a:ext cx="1068070" cy="643890"/>
          </a:xfrm>
          <a:prstGeom prst="rect">
            <a:avLst/>
          </a:prstGeom>
          <a:ln w="9344">
            <a:solidFill>
              <a:srgbClr val="7E7E7E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370"/>
              </a:spcBef>
            </a:pPr>
            <a:r>
              <a:rPr sz="3600" spc="-20" dirty="0">
                <a:latin typeface="Century Gothic"/>
                <a:cs typeface="Century Gothic"/>
              </a:rPr>
              <a:t>This</a:t>
            </a:r>
            <a:endParaRPr sz="3600">
              <a:latin typeface="Century Gothic"/>
              <a:cs typeface="Century Gothic"/>
            </a:endParaRPr>
          </a:p>
        </p:txBody>
      </p:sp>
      <p:grpSp>
        <p:nvGrpSpPr>
          <p:cNvPr id="152" name="object 152"/>
          <p:cNvGrpSpPr/>
          <p:nvPr/>
        </p:nvGrpSpPr>
        <p:grpSpPr>
          <a:xfrm>
            <a:off x="6451600" y="7009869"/>
            <a:ext cx="1076960" cy="669290"/>
            <a:chOff x="6572250" y="8531859"/>
            <a:chExt cx="1076960" cy="669290"/>
          </a:xfrm>
        </p:grpSpPr>
        <p:pic>
          <p:nvPicPr>
            <p:cNvPr id="153" name="object 15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72250" y="8547099"/>
              <a:ext cx="1076959" cy="653642"/>
            </a:xfrm>
            <a:prstGeom prst="rect">
              <a:avLst/>
            </a:prstGeom>
          </p:spPr>
        </p:pic>
        <p:sp>
          <p:nvSpPr>
            <p:cNvPr id="154" name="object 154"/>
            <p:cNvSpPr/>
            <p:nvPr/>
          </p:nvSpPr>
          <p:spPr>
            <a:xfrm>
              <a:off x="6576060" y="8531859"/>
              <a:ext cx="1069340" cy="645160"/>
            </a:xfrm>
            <a:custGeom>
              <a:avLst/>
              <a:gdLst/>
              <a:ahLst/>
              <a:cxnLst/>
              <a:rect l="l" t="t" r="r" b="b"/>
              <a:pathLst>
                <a:path w="1069340" h="645159">
                  <a:moveTo>
                    <a:pt x="1069340" y="0"/>
                  </a:moveTo>
                  <a:lnTo>
                    <a:pt x="0" y="0"/>
                  </a:lnTo>
                  <a:lnTo>
                    <a:pt x="0" y="645160"/>
                  </a:lnTo>
                  <a:lnTo>
                    <a:pt x="1069340" y="645160"/>
                  </a:lnTo>
                  <a:lnTo>
                    <a:pt x="10693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5" name="object 155"/>
          <p:cNvSpPr txBox="1"/>
          <p:nvPr/>
        </p:nvSpPr>
        <p:spPr>
          <a:xfrm>
            <a:off x="6456680" y="7009869"/>
            <a:ext cx="1066800" cy="643890"/>
          </a:xfrm>
          <a:prstGeom prst="rect">
            <a:avLst/>
          </a:prstGeom>
          <a:ln w="9344">
            <a:solidFill>
              <a:srgbClr val="7E7E7E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370"/>
              </a:spcBef>
            </a:pPr>
            <a:r>
              <a:rPr sz="3600" spc="-20" dirty="0">
                <a:latin typeface="Century Gothic"/>
                <a:cs typeface="Century Gothic"/>
              </a:rPr>
              <a:t>This</a:t>
            </a:r>
            <a:endParaRPr sz="36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107950"/>
            <a:ext cx="118383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10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(Digital)</a:t>
            </a:r>
            <a:r>
              <a:rPr spc="-10" dirty="0"/>
              <a:t> </a:t>
            </a:r>
            <a:r>
              <a:rPr dirty="0"/>
              <a:t>Image</a:t>
            </a:r>
            <a:r>
              <a:rPr spc="-10" dirty="0"/>
              <a:t> anyway..?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386319" y="4494529"/>
            <a:ext cx="4734560" cy="711200"/>
            <a:chOff x="7386319" y="4494529"/>
            <a:chExt cx="4734560" cy="7112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6319" y="4509769"/>
              <a:ext cx="4734560" cy="6959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390129" y="4494529"/>
              <a:ext cx="4725670" cy="687070"/>
            </a:xfrm>
            <a:custGeom>
              <a:avLst/>
              <a:gdLst/>
              <a:ahLst/>
              <a:cxnLst/>
              <a:rect l="l" t="t" r="r" b="b"/>
              <a:pathLst>
                <a:path w="4725670" h="687070">
                  <a:moveTo>
                    <a:pt x="4725670" y="0"/>
                  </a:moveTo>
                  <a:lnTo>
                    <a:pt x="0" y="0"/>
                  </a:lnTo>
                  <a:lnTo>
                    <a:pt x="0" y="687070"/>
                  </a:lnTo>
                  <a:lnTo>
                    <a:pt x="4725670" y="68707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391400" y="4495800"/>
            <a:ext cx="4724400" cy="685800"/>
          </a:xfrm>
          <a:prstGeom prst="rect">
            <a:avLst/>
          </a:prstGeom>
          <a:ln w="9344">
            <a:solidFill>
              <a:srgbClr val="585858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00"/>
              </a:spcBef>
            </a:pPr>
            <a:r>
              <a:rPr sz="3200" dirty="0">
                <a:latin typeface="Century Gothic"/>
                <a:cs typeface="Century Gothic"/>
              </a:rPr>
              <a:t>A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digital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image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of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spc="-25" dirty="0">
                <a:latin typeface="Century Gothic"/>
                <a:cs typeface="Century Gothic"/>
              </a:rPr>
              <a:t>???</a:t>
            </a:r>
            <a:endParaRPr sz="3200">
              <a:latin typeface="Century Gothic"/>
              <a:cs typeface="Century Gothic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90603" y="5242333"/>
          <a:ext cx="2573018" cy="39541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56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35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9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304800" y="5256529"/>
            <a:ext cx="2571750" cy="3954779"/>
          </a:xfrm>
          <a:custGeom>
            <a:avLst/>
            <a:gdLst/>
            <a:ahLst/>
            <a:cxnLst/>
            <a:rect l="l" t="t" r="r" b="b"/>
            <a:pathLst>
              <a:path w="2571750" h="3954779">
                <a:moveTo>
                  <a:pt x="513080" y="3448050"/>
                </a:moveTo>
                <a:lnTo>
                  <a:pt x="0" y="3448050"/>
                </a:lnTo>
                <a:lnTo>
                  <a:pt x="0" y="3954780"/>
                </a:lnTo>
                <a:lnTo>
                  <a:pt x="256540" y="3954780"/>
                </a:lnTo>
                <a:lnTo>
                  <a:pt x="513080" y="3954780"/>
                </a:lnTo>
                <a:lnTo>
                  <a:pt x="513080" y="3448050"/>
                </a:lnTo>
                <a:close/>
              </a:path>
              <a:path w="2571750" h="3954779">
                <a:moveTo>
                  <a:pt x="513080" y="1977390"/>
                </a:moveTo>
                <a:lnTo>
                  <a:pt x="0" y="1977390"/>
                </a:lnTo>
                <a:lnTo>
                  <a:pt x="0" y="2462530"/>
                </a:lnTo>
                <a:lnTo>
                  <a:pt x="256540" y="2462530"/>
                </a:lnTo>
                <a:lnTo>
                  <a:pt x="513080" y="2462530"/>
                </a:lnTo>
                <a:lnTo>
                  <a:pt x="513080" y="1977390"/>
                </a:lnTo>
                <a:close/>
              </a:path>
              <a:path w="2571750" h="3954779">
                <a:moveTo>
                  <a:pt x="1027430" y="2959100"/>
                </a:moveTo>
                <a:lnTo>
                  <a:pt x="514350" y="2959100"/>
                </a:lnTo>
                <a:lnTo>
                  <a:pt x="514350" y="3448050"/>
                </a:lnTo>
                <a:lnTo>
                  <a:pt x="770890" y="3448050"/>
                </a:lnTo>
                <a:lnTo>
                  <a:pt x="1027430" y="3448050"/>
                </a:lnTo>
                <a:lnTo>
                  <a:pt x="1027430" y="2959100"/>
                </a:lnTo>
                <a:close/>
              </a:path>
              <a:path w="2571750" h="3954779">
                <a:moveTo>
                  <a:pt x="1543050" y="995680"/>
                </a:moveTo>
                <a:lnTo>
                  <a:pt x="1027430" y="995680"/>
                </a:lnTo>
                <a:lnTo>
                  <a:pt x="1027430" y="1488440"/>
                </a:lnTo>
                <a:lnTo>
                  <a:pt x="1285240" y="1488440"/>
                </a:lnTo>
                <a:lnTo>
                  <a:pt x="1543050" y="1488440"/>
                </a:lnTo>
                <a:lnTo>
                  <a:pt x="1543050" y="995680"/>
                </a:lnTo>
                <a:close/>
              </a:path>
              <a:path w="2571750" h="3954779">
                <a:moveTo>
                  <a:pt x="2057400" y="2959100"/>
                </a:moveTo>
                <a:lnTo>
                  <a:pt x="1543050" y="2959100"/>
                </a:lnTo>
                <a:lnTo>
                  <a:pt x="1543050" y="3448050"/>
                </a:lnTo>
                <a:lnTo>
                  <a:pt x="1800860" y="3448050"/>
                </a:lnTo>
                <a:lnTo>
                  <a:pt x="2057400" y="3448050"/>
                </a:lnTo>
                <a:lnTo>
                  <a:pt x="2057400" y="2959100"/>
                </a:lnTo>
                <a:close/>
              </a:path>
              <a:path w="2571750" h="3954779">
                <a:moveTo>
                  <a:pt x="2057400" y="502920"/>
                </a:moveTo>
                <a:lnTo>
                  <a:pt x="1543050" y="502920"/>
                </a:lnTo>
                <a:lnTo>
                  <a:pt x="1543050" y="0"/>
                </a:lnTo>
                <a:lnTo>
                  <a:pt x="1027430" y="0"/>
                </a:lnTo>
                <a:lnTo>
                  <a:pt x="1027430" y="502920"/>
                </a:lnTo>
                <a:lnTo>
                  <a:pt x="514350" y="502920"/>
                </a:lnTo>
                <a:lnTo>
                  <a:pt x="514350" y="994410"/>
                </a:lnTo>
                <a:lnTo>
                  <a:pt x="770890" y="994410"/>
                </a:lnTo>
                <a:lnTo>
                  <a:pt x="1027430" y="994410"/>
                </a:lnTo>
                <a:lnTo>
                  <a:pt x="1027430" y="504190"/>
                </a:lnTo>
                <a:lnTo>
                  <a:pt x="1285240" y="504190"/>
                </a:lnTo>
                <a:lnTo>
                  <a:pt x="1543050" y="504190"/>
                </a:lnTo>
                <a:lnTo>
                  <a:pt x="1543050" y="994410"/>
                </a:lnTo>
                <a:lnTo>
                  <a:pt x="1800860" y="994410"/>
                </a:lnTo>
                <a:lnTo>
                  <a:pt x="2057400" y="994410"/>
                </a:lnTo>
                <a:lnTo>
                  <a:pt x="2057400" y="502920"/>
                </a:lnTo>
                <a:close/>
              </a:path>
              <a:path w="2571750" h="3954779">
                <a:moveTo>
                  <a:pt x="2571750" y="3448050"/>
                </a:moveTo>
                <a:lnTo>
                  <a:pt x="2057400" y="3448050"/>
                </a:lnTo>
                <a:lnTo>
                  <a:pt x="2057400" y="3954780"/>
                </a:lnTo>
                <a:lnTo>
                  <a:pt x="2315210" y="3954780"/>
                </a:lnTo>
                <a:lnTo>
                  <a:pt x="2571750" y="3954780"/>
                </a:lnTo>
                <a:lnTo>
                  <a:pt x="2571750" y="3448050"/>
                </a:lnTo>
                <a:close/>
              </a:path>
              <a:path w="2571750" h="3954779">
                <a:moveTo>
                  <a:pt x="2571750" y="1977390"/>
                </a:moveTo>
                <a:lnTo>
                  <a:pt x="2057400" y="1977390"/>
                </a:lnTo>
                <a:lnTo>
                  <a:pt x="1543050" y="1977390"/>
                </a:lnTo>
                <a:lnTo>
                  <a:pt x="1543050" y="1490980"/>
                </a:lnTo>
                <a:lnTo>
                  <a:pt x="1027430" y="1490980"/>
                </a:lnTo>
                <a:lnTo>
                  <a:pt x="1027430" y="1977390"/>
                </a:lnTo>
                <a:lnTo>
                  <a:pt x="514350" y="1977390"/>
                </a:lnTo>
                <a:lnTo>
                  <a:pt x="514350" y="2462530"/>
                </a:lnTo>
                <a:lnTo>
                  <a:pt x="770890" y="2462530"/>
                </a:lnTo>
                <a:lnTo>
                  <a:pt x="1027430" y="2462530"/>
                </a:lnTo>
                <a:lnTo>
                  <a:pt x="1027430" y="2959100"/>
                </a:lnTo>
                <a:lnTo>
                  <a:pt x="1285240" y="2959100"/>
                </a:lnTo>
                <a:lnTo>
                  <a:pt x="1543050" y="2959100"/>
                </a:lnTo>
                <a:lnTo>
                  <a:pt x="1543050" y="2462530"/>
                </a:lnTo>
                <a:lnTo>
                  <a:pt x="1800860" y="2462530"/>
                </a:lnTo>
                <a:lnTo>
                  <a:pt x="2057400" y="2462530"/>
                </a:lnTo>
                <a:lnTo>
                  <a:pt x="2315210" y="2462530"/>
                </a:lnTo>
                <a:lnTo>
                  <a:pt x="2571750" y="2462530"/>
                </a:lnTo>
                <a:lnTo>
                  <a:pt x="2571750" y="1977390"/>
                </a:lnTo>
                <a:close/>
              </a:path>
            </a:pathLst>
          </a:custGeom>
          <a:solidFill>
            <a:srgbClr val="FA1C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837170" y="5332729"/>
            <a:ext cx="228600" cy="1752600"/>
          </a:xfrm>
          <a:custGeom>
            <a:avLst/>
            <a:gdLst/>
            <a:ahLst/>
            <a:cxnLst/>
            <a:rect l="l" t="t" r="r" b="b"/>
            <a:pathLst>
              <a:path w="228600" h="1752600">
                <a:moveTo>
                  <a:pt x="228600" y="1522730"/>
                </a:moveTo>
                <a:lnTo>
                  <a:pt x="152323" y="1523161"/>
                </a:lnTo>
                <a:lnTo>
                  <a:pt x="149860" y="0"/>
                </a:lnTo>
                <a:lnTo>
                  <a:pt x="73660" y="0"/>
                </a:lnTo>
                <a:lnTo>
                  <a:pt x="76123" y="1523580"/>
                </a:lnTo>
                <a:lnTo>
                  <a:pt x="0" y="1524000"/>
                </a:lnTo>
                <a:lnTo>
                  <a:pt x="114300" y="1752600"/>
                </a:lnTo>
                <a:lnTo>
                  <a:pt x="228600" y="15227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8401050" y="5560059"/>
            <a:ext cx="4177029" cy="1170940"/>
            <a:chOff x="8401050" y="5560059"/>
            <a:chExt cx="4177029" cy="117094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01050" y="5576569"/>
              <a:ext cx="4177029" cy="115442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404860" y="5560059"/>
              <a:ext cx="4169410" cy="1146810"/>
            </a:xfrm>
            <a:custGeom>
              <a:avLst/>
              <a:gdLst/>
              <a:ahLst/>
              <a:cxnLst/>
              <a:rect l="l" t="t" r="r" b="b"/>
              <a:pathLst>
                <a:path w="4169409" h="1146809">
                  <a:moveTo>
                    <a:pt x="4169410" y="0"/>
                  </a:moveTo>
                  <a:lnTo>
                    <a:pt x="0" y="0"/>
                  </a:lnTo>
                  <a:lnTo>
                    <a:pt x="0" y="1146809"/>
                  </a:lnTo>
                  <a:lnTo>
                    <a:pt x="4169410" y="1146809"/>
                  </a:lnTo>
                  <a:lnTo>
                    <a:pt x="41694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406130" y="5561329"/>
            <a:ext cx="4166870" cy="1144270"/>
          </a:xfrm>
          <a:prstGeom prst="rect">
            <a:avLst/>
          </a:prstGeom>
          <a:ln w="9344">
            <a:solidFill>
              <a:srgbClr val="585858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50800" marR="205104">
              <a:lnSpc>
                <a:spcPct val="100000"/>
              </a:lnSpc>
              <a:spcBef>
                <a:spcPts val="400"/>
              </a:spcBef>
            </a:pPr>
            <a:r>
              <a:rPr sz="3200" dirty="0">
                <a:latin typeface="Century Gothic"/>
                <a:cs typeface="Century Gothic"/>
              </a:rPr>
              <a:t>Image</a:t>
            </a:r>
            <a:r>
              <a:rPr sz="3200" spc="-10" dirty="0">
                <a:latin typeface="Century Gothic"/>
                <a:cs typeface="Century Gothic"/>
              </a:rPr>
              <a:t> Analysis </a:t>
            </a:r>
            <a:r>
              <a:rPr sz="3200" dirty="0">
                <a:latin typeface="Century Gothic"/>
                <a:cs typeface="Century Gothic"/>
              </a:rPr>
              <a:t>(Brain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or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Computer)</a:t>
            </a:r>
            <a:endParaRPr sz="3200">
              <a:latin typeface="Century Gothic"/>
              <a:cs typeface="Century Gothic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485788" y="7312659"/>
            <a:ext cx="5321300" cy="2160270"/>
            <a:chOff x="7485788" y="7312659"/>
            <a:chExt cx="5321300" cy="216027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85788" y="7329169"/>
              <a:ext cx="5320892" cy="214335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490460" y="7312659"/>
              <a:ext cx="5311140" cy="2136140"/>
            </a:xfrm>
            <a:custGeom>
              <a:avLst/>
              <a:gdLst/>
              <a:ahLst/>
              <a:cxnLst/>
              <a:rect l="l" t="t" r="r" b="b"/>
              <a:pathLst>
                <a:path w="5311140" h="2136140">
                  <a:moveTo>
                    <a:pt x="5311140" y="0"/>
                  </a:moveTo>
                  <a:lnTo>
                    <a:pt x="0" y="0"/>
                  </a:lnTo>
                  <a:lnTo>
                    <a:pt x="0" y="2136140"/>
                  </a:lnTo>
                  <a:lnTo>
                    <a:pt x="5311140" y="2136140"/>
                  </a:lnTo>
                  <a:lnTo>
                    <a:pt x="53111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490459" y="7313930"/>
            <a:ext cx="5311140" cy="2133600"/>
          </a:xfrm>
          <a:prstGeom prst="rect">
            <a:avLst/>
          </a:prstGeom>
          <a:ln w="9344">
            <a:solidFill>
              <a:srgbClr val="585858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50800" marR="2098675">
              <a:lnSpc>
                <a:spcPct val="100000"/>
              </a:lnSpc>
              <a:spcBef>
                <a:spcPts val="400"/>
              </a:spcBef>
            </a:pPr>
            <a:r>
              <a:rPr sz="3200" dirty="0">
                <a:latin typeface="Century Gothic"/>
                <a:cs typeface="Century Gothic"/>
              </a:rPr>
              <a:t>A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stick </a:t>
            </a:r>
            <a:r>
              <a:rPr sz="3200" spc="-20" dirty="0">
                <a:latin typeface="Century Gothic"/>
                <a:cs typeface="Century Gothic"/>
              </a:rPr>
              <a:t>man? </a:t>
            </a:r>
            <a:r>
              <a:rPr sz="3200" dirty="0">
                <a:latin typeface="Century Gothic"/>
                <a:cs typeface="Century Gothic"/>
              </a:rPr>
              <a:t>How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do</a:t>
            </a:r>
            <a:r>
              <a:rPr sz="3200" spc="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I </a:t>
            </a:r>
            <a:r>
              <a:rPr sz="3200" spc="-20" dirty="0">
                <a:latin typeface="Century Gothic"/>
                <a:cs typeface="Century Gothic"/>
              </a:rPr>
              <a:t>know?</a:t>
            </a:r>
            <a:endParaRPr sz="3200">
              <a:latin typeface="Century Gothic"/>
              <a:cs typeface="Century Gothic"/>
            </a:endParaRPr>
          </a:p>
          <a:p>
            <a:pPr marL="50800">
              <a:lnSpc>
                <a:spcPts val="3829"/>
              </a:lnSpc>
            </a:pPr>
            <a:r>
              <a:rPr sz="3200" dirty="0">
                <a:latin typeface="Century Gothic"/>
                <a:cs typeface="Century Gothic"/>
              </a:rPr>
              <a:t>How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can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computer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spc="-20" dirty="0">
                <a:latin typeface="Century Gothic"/>
                <a:cs typeface="Century Gothic"/>
              </a:rPr>
              <a:t>know</a:t>
            </a:r>
            <a:endParaRPr sz="3200">
              <a:latin typeface="Century Gothic"/>
              <a:cs typeface="Century Gothic"/>
            </a:endParaRPr>
          </a:p>
          <a:p>
            <a:pPr marL="50800">
              <a:lnSpc>
                <a:spcPct val="100000"/>
              </a:lnSpc>
            </a:pPr>
            <a:r>
              <a:rPr sz="3200" dirty="0">
                <a:latin typeface="Century Gothic"/>
                <a:cs typeface="Century Gothic"/>
              </a:rPr>
              <a:t>- </a:t>
            </a:r>
            <a:r>
              <a:rPr sz="3200" spc="-10" dirty="0">
                <a:latin typeface="Century Gothic"/>
                <a:cs typeface="Century Gothic"/>
              </a:rPr>
              <a:t>algorithm?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82440" y="4781550"/>
            <a:ext cx="2259965" cy="4428490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0"/>
              </a:spcBef>
              <a:tabLst>
                <a:tab pos="537845" algn="l"/>
                <a:tab pos="1066165" algn="l"/>
                <a:tab pos="1597025" algn="l"/>
                <a:tab pos="2121535" algn="l"/>
              </a:tabLst>
            </a:pPr>
            <a:r>
              <a:rPr sz="2800" spc="-50" dirty="0">
                <a:latin typeface="Arial"/>
                <a:cs typeface="Arial"/>
              </a:rPr>
              <a:t>•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0" dirty="0">
                <a:latin typeface="Arial"/>
                <a:cs typeface="Arial"/>
              </a:rPr>
              <a:t>•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0" dirty="0">
                <a:solidFill>
                  <a:srgbClr val="FF0000"/>
                </a:solidFill>
                <a:latin typeface="Arial"/>
                <a:cs typeface="Arial"/>
              </a:rPr>
              <a:t>•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800" spc="-50" dirty="0">
                <a:latin typeface="Arial"/>
                <a:cs typeface="Arial"/>
              </a:rPr>
              <a:t>•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70"/>
              </a:spcBef>
              <a:tabLst>
                <a:tab pos="537845" algn="l"/>
                <a:tab pos="1066165" algn="l"/>
                <a:tab pos="1597025" algn="l"/>
                <a:tab pos="2121535" algn="l"/>
              </a:tabLst>
            </a:pPr>
            <a:r>
              <a:rPr sz="2800" spc="-50" dirty="0">
                <a:latin typeface="Arial"/>
                <a:cs typeface="Arial"/>
              </a:rPr>
              <a:t>•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0" dirty="0">
                <a:solidFill>
                  <a:srgbClr val="FF0000"/>
                </a:solidFill>
                <a:latin typeface="Arial"/>
                <a:cs typeface="Arial"/>
              </a:rPr>
              <a:t>•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800" spc="-50" dirty="0">
                <a:latin typeface="Arial"/>
                <a:cs typeface="Arial"/>
              </a:rPr>
              <a:t>•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0" dirty="0">
                <a:solidFill>
                  <a:srgbClr val="FF0000"/>
                </a:solidFill>
                <a:latin typeface="Arial"/>
                <a:cs typeface="Arial"/>
              </a:rPr>
              <a:t>•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800" spc="-5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  <a:tabLst>
                <a:tab pos="537845" algn="l"/>
                <a:tab pos="1066165" algn="l"/>
                <a:tab pos="1597025" algn="l"/>
                <a:tab pos="2121535" algn="l"/>
              </a:tabLst>
            </a:pPr>
            <a:r>
              <a:rPr sz="2800" spc="-50" dirty="0">
                <a:latin typeface="Arial"/>
                <a:cs typeface="Arial"/>
              </a:rPr>
              <a:t>•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0" dirty="0">
                <a:latin typeface="Arial"/>
                <a:cs typeface="Arial"/>
              </a:rPr>
              <a:t>•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0" dirty="0">
                <a:solidFill>
                  <a:srgbClr val="FF0000"/>
                </a:solidFill>
                <a:latin typeface="Arial"/>
                <a:cs typeface="Arial"/>
              </a:rPr>
              <a:t>•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800" spc="-50" dirty="0">
                <a:latin typeface="Arial"/>
                <a:cs typeface="Arial"/>
              </a:rPr>
              <a:t>•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70"/>
              </a:spcBef>
              <a:tabLst>
                <a:tab pos="537845" algn="l"/>
                <a:tab pos="1066165" algn="l"/>
                <a:tab pos="1597025" algn="l"/>
                <a:tab pos="2121535" algn="l"/>
              </a:tabLst>
            </a:pPr>
            <a:r>
              <a:rPr sz="2800" spc="-50" dirty="0">
                <a:latin typeface="Arial"/>
                <a:cs typeface="Arial"/>
              </a:rPr>
              <a:t>•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0" dirty="0">
                <a:latin typeface="Arial"/>
                <a:cs typeface="Arial"/>
              </a:rPr>
              <a:t>•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0" dirty="0">
                <a:solidFill>
                  <a:srgbClr val="FF0000"/>
                </a:solidFill>
                <a:latin typeface="Arial"/>
                <a:cs typeface="Arial"/>
              </a:rPr>
              <a:t>•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800" spc="-50" dirty="0">
                <a:latin typeface="Arial"/>
                <a:cs typeface="Arial"/>
              </a:rPr>
              <a:t>•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  <a:tabLst>
                <a:tab pos="537845" algn="l"/>
                <a:tab pos="1066165" algn="l"/>
                <a:tab pos="1597025" algn="l"/>
                <a:tab pos="2121535" algn="l"/>
              </a:tabLst>
            </a:pPr>
            <a:r>
              <a:rPr sz="2800" spc="-50" dirty="0">
                <a:solidFill>
                  <a:srgbClr val="FF0000"/>
                </a:solidFill>
                <a:latin typeface="Arial"/>
                <a:cs typeface="Arial"/>
              </a:rPr>
              <a:t>•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800" spc="-50" dirty="0">
                <a:solidFill>
                  <a:srgbClr val="FF0000"/>
                </a:solidFill>
                <a:latin typeface="Arial"/>
                <a:cs typeface="Arial"/>
              </a:rPr>
              <a:t>•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800" spc="-50" dirty="0">
                <a:solidFill>
                  <a:srgbClr val="FF0000"/>
                </a:solidFill>
                <a:latin typeface="Arial"/>
                <a:cs typeface="Arial"/>
              </a:rPr>
              <a:t>•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800" spc="-50" dirty="0">
                <a:solidFill>
                  <a:srgbClr val="FF0000"/>
                </a:solidFill>
                <a:latin typeface="Arial"/>
                <a:cs typeface="Arial"/>
              </a:rPr>
              <a:t>•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800" spc="-50" dirty="0">
                <a:solidFill>
                  <a:srgbClr val="FF0000"/>
                </a:solidFill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70"/>
              </a:spcBef>
              <a:tabLst>
                <a:tab pos="537845" algn="l"/>
                <a:tab pos="1066165" algn="l"/>
                <a:tab pos="1597025" algn="l"/>
                <a:tab pos="2121535" algn="l"/>
              </a:tabLst>
            </a:pPr>
            <a:r>
              <a:rPr sz="2800" spc="-50" dirty="0">
                <a:latin typeface="Arial"/>
                <a:cs typeface="Arial"/>
              </a:rPr>
              <a:t>•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0" dirty="0">
                <a:latin typeface="Arial"/>
                <a:cs typeface="Arial"/>
              </a:rPr>
              <a:t>•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0" dirty="0">
                <a:solidFill>
                  <a:srgbClr val="FF0000"/>
                </a:solidFill>
                <a:latin typeface="Arial"/>
                <a:cs typeface="Arial"/>
              </a:rPr>
              <a:t>•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800" spc="-50" dirty="0">
                <a:latin typeface="Arial"/>
                <a:cs typeface="Arial"/>
              </a:rPr>
              <a:t>•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70"/>
              </a:spcBef>
              <a:tabLst>
                <a:tab pos="537845" algn="l"/>
                <a:tab pos="1066165" algn="l"/>
                <a:tab pos="1597025" algn="l"/>
                <a:tab pos="2121535" algn="l"/>
              </a:tabLst>
            </a:pPr>
            <a:r>
              <a:rPr sz="2800" spc="-50" dirty="0">
                <a:latin typeface="Arial"/>
                <a:cs typeface="Arial"/>
              </a:rPr>
              <a:t>•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0" dirty="0">
                <a:solidFill>
                  <a:srgbClr val="FF0000"/>
                </a:solidFill>
                <a:latin typeface="Arial"/>
                <a:cs typeface="Arial"/>
              </a:rPr>
              <a:t>•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800" spc="-50" dirty="0">
                <a:latin typeface="Arial"/>
                <a:cs typeface="Arial"/>
              </a:rPr>
              <a:t>•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0" dirty="0">
                <a:solidFill>
                  <a:srgbClr val="FF0000"/>
                </a:solidFill>
                <a:latin typeface="Arial"/>
                <a:cs typeface="Arial"/>
              </a:rPr>
              <a:t>•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800" spc="-5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  <a:tabLst>
                <a:tab pos="537845" algn="l"/>
                <a:tab pos="1066165" algn="l"/>
                <a:tab pos="1597025" algn="l"/>
                <a:tab pos="2121535" algn="l"/>
              </a:tabLst>
            </a:pPr>
            <a:r>
              <a:rPr sz="2800" spc="-50" dirty="0">
                <a:solidFill>
                  <a:srgbClr val="FF0000"/>
                </a:solidFill>
                <a:latin typeface="Arial"/>
                <a:cs typeface="Arial"/>
              </a:rPr>
              <a:t>•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800" spc="-50" dirty="0">
                <a:latin typeface="Arial"/>
                <a:cs typeface="Arial"/>
              </a:rPr>
              <a:t>•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0" dirty="0">
                <a:latin typeface="Arial"/>
                <a:cs typeface="Arial"/>
              </a:rPr>
              <a:t>•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0" dirty="0">
                <a:latin typeface="Arial"/>
                <a:cs typeface="Arial"/>
              </a:rPr>
              <a:t>•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0" dirty="0">
                <a:solidFill>
                  <a:srgbClr val="FF0000"/>
                </a:solidFill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01339" y="6426200"/>
            <a:ext cx="470534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latin typeface="Arial"/>
                <a:cs typeface="Arial"/>
              </a:rPr>
              <a:t>=</a:t>
            </a:r>
            <a:endParaRPr sz="60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28929" y="1065530"/>
            <a:ext cx="12344400" cy="2540"/>
          </a:xfrm>
          <a:custGeom>
            <a:avLst/>
            <a:gdLst/>
            <a:ahLst/>
            <a:cxnLst/>
            <a:rect l="l" t="t" r="r" b="b"/>
            <a:pathLst>
              <a:path w="12344400" h="2540">
                <a:moveTo>
                  <a:pt x="0" y="0"/>
                </a:moveTo>
                <a:lnTo>
                  <a:pt x="12344400" y="2540"/>
                </a:lnTo>
              </a:path>
            </a:pathLst>
          </a:custGeom>
          <a:ln w="50676">
            <a:solidFill>
              <a:srgbClr val="2C2C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1389787" y="1216660"/>
            <a:ext cx="9917430" cy="1704339"/>
            <a:chOff x="1389787" y="1216660"/>
            <a:chExt cx="9917430" cy="1704339"/>
          </a:xfrm>
        </p:grpSpPr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9787" y="1233170"/>
              <a:ext cx="9917022" cy="168782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394460" y="1216659"/>
              <a:ext cx="9907270" cy="68580"/>
            </a:xfrm>
            <a:custGeom>
              <a:avLst/>
              <a:gdLst/>
              <a:ahLst/>
              <a:cxnLst/>
              <a:rect l="l" t="t" r="r" b="b"/>
              <a:pathLst>
                <a:path w="9907270" h="68580">
                  <a:moveTo>
                    <a:pt x="9907270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0" y="68580"/>
                  </a:lnTo>
                  <a:lnTo>
                    <a:pt x="9907270" y="68580"/>
                  </a:lnTo>
                  <a:lnTo>
                    <a:pt x="9907270" y="34290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394459" y="128524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90">
                  <a:moveTo>
                    <a:pt x="990727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9907270" y="34289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394459" y="131953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90">
                  <a:moveTo>
                    <a:pt x="9907270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9907270" y="34290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94459" y="135382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90">
                  <a:moveTo>
                    <a:pt x="990727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9907270" y="34289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394459" y="138811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90">
                  <a:moveTo>
                    <a:pt x="9907270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9907270" y="34290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394459" y="142240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90">
                  <a:moveTo>
                    <a:pt x="9907270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9907270" y="34290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394459" y="145669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90">
                  <a:moveTo>
                    <a:pt x="990727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9907270" y="34289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394459" y="149098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90">
                  <a:moveTo>
                    <a:pt x="9907270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9907270" y="34290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394459" y="152527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90">
                  <a:moveTo>
                    <a:pt x="990727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9907270" y="34289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394459" y="155956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90">
                  <a:moveTo>
                    <a:pt x="9907270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9907270" y="34290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394459" y="159385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89">
                  <a:moveTo>
                    <a:pt x="9907270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9907270" y="34290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394459" y="162814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89">
                  <a:moveTo>
                    <a:pt x="990727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9907270" y="34289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394459" y="166243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89">
                  <a:moveTo>
                    <a:pt x="9907270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9907270" y="34290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394459" y="169672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89">
                  <a:moveTo>
                    <a:pt x="990727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9907270" y="34289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394459" y="173101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89">
                  <a:moveTo>
                    <a:pt x="9907270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9907270" y="34290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394459" y="176530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89">
                  <a:moveTo>
                    <a:pt x="9907270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9907270" y="34290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394459" y="179959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89">
                  <a:moveTo>
                    <a:pt x="990727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9907270" y="34289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394459" y="183388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89">
                  <a:moveTo>
                    <a:pt x="9907270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9907270" y="34290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394459" y="186817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89">
                  <a:moveTo>
                    <a:pt x="990727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9907270" y="34289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394459" y="190246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89">
                  <a:moveTo>
                    <a:pt x="9907270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9907270" y="34290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394459" y="193675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89">
                  <a:moveTo>
                    <a:pt x="9907270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9907270" y="34290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394459" y="197104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89">
                  <a:moveTo>
                    <a:pt x="990727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9907270" y="34289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394459" y="200533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89">
                  <a:moveTo>
                    <a:pt x="9907270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9907270" y="34290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394459" y="203962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89">
                  <a:moveTo>
                    <a:pt x="990727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9907270" y="34289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394459" y="207391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89">
                  <a:moveTo>
                    <a:pt x="9907270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9907270" y="34290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394459" y="210820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89">
                  <a:moveTo>
                    <a:pt x="9907270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9907270" y="34290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394459" y="214249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89">
                  <a:moveTo>
                    <a:pt x="990727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9907270" y="34289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394459" y="217678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89">
                  <a:moveTo>
                    <a:pt x="9907270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9907270" y="34290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394459" y="221107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89">
                  <a:moveTo>
                    <a:pt x="990727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9907270" y="34289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394459" y="224536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89">
                  <a:moveTo>
                    <a:pt x="9907270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9907270" y="34290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394459" y="227965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89">
                  <a:moveTo>
                    <a:pt x="9907270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9907270" y="34290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394459" y="231394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89">
                  <a:moveTo>
                    <a:pt x="990727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9907270" y="34289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394460" y="2348229"/>
              <a:ext cx="9907270" cy="68580"/>
            </a:xfrm>
            <a:custGeom>
              <a:avLst/>
              <a:gdLst/>
              <a:ahLst/>
              <a:cxnLst/>
              <a:rect l="l" t="t" r="r" b="b"/>
              <a:pathLst>
                <a:path w="9907270" h="68580">
                  <a:moveTo>
                    <a:pt x="9907270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0" y="68580"/>
                  </a:lnTo>
                  <a:lnTo>
                    <a:pt x="9907270" y="68580"/>
                  </a:lnTo>
                  <a:lnTo>
                    <a:pt x="9907270" y="34290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394459" y="241681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89">
                  <a:moveTo>
                    <a:pt x="9907270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9907270" y="34290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394459" y="245110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89">
                  <a:moveTo>
                    <a:pt x="9907270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9907270" y="34290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394459" y="248539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89">
                  <a:moveTo>
                    <a:pt x="990727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9907270" y="34289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394459" y="251968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89">
                  <a:moveTo>
                    <a:pt x="9907270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9907270" y="34290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394459" y="255397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89">
                  <a:moveTo>
                    <a:pt x="990727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9907270" y="34289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394459" y="258826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89">
                  <a:moveTo>
                    <a:pt x="9907270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9907270" y="34290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394459" y="262255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89">
                  <a:moveTo>
                    <a:pt x="9907270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9907270" y="34290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394459" y="265684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89">
                  <a:moveTo>
                    <a:pt x="990727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9907270" y="34289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394459" y="269113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89">
                  <a:moveTo>
                    <a:pt x="9907270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9907270" y="34290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394459" y="272542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89">
                  <a:moveTo>
                    <a:pt x="990727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9907270" y="34289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394459" y="275971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89">
                  <a:moveTo>
                    <a:pt x="9907270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9907270" y="34290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394459" y="279400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89">
                  <a:moveTo>
                    <a:pt x="9907270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9907270" y="34290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394459" y="282829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89">
                  <a:moveTo>
                    <a:pt x="990727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9907270" y="34289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394459" y="2862580"/>
              <a:ext cx="9907270" cy="34290"/>
            </a:xfrm>
            <a:custGeom>
              <a:avLst/>
              <a:gdLst/>
              <a:ahLst/>
              <a:cxnLst/>
              <a:rect l="l" t="t" r="r" b="b"/>
              <a:pathLst>
                <a:path w="9907270" h="34289">
                  <a:moveTo>
                    <a:pt x="9907270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9907270" y="34290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1394460" y="1217930"/>
            <a:ext cx="9907270" cy="167767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468630" indent="-378460">
              <a:lnSpc>
                <a:spcPct val="100000"/>
              </a:lnSpc>
              <a:spcBef>
                <a:spcPts val="370"/>
              </a:spcBef>
              <a:buFont typeface="Wingdings"/>
              <a:buChar char=""/>
              <a:tabLst>
                <a:tab pos="468630" algn="l"/>
              </a:tabLst>
            </a:pPr>
            <a:r>
              <a:rPr sz="2800" dirty="0">
                <a:latin typeface="Century Gothic"/>
                <a:cs typeface="Century Gothic"/>
              </a:rPr>
              <a:t>it’s</a:t>
            </a:r>
            <a:r>
              <a:rPr sz="2800" spc="-2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digital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“</a:t>
            </a:r>
            <a:r>
              <a:rPr sz="2800" b="1" dirty="0">
                <a:latin typeface="Century Gothic"/>
                <a:cs typeface="Century Gothic"/>
              </a:rPr>
              <a:t>representation</a:t>
            </a:r>
            <a:r>
              <a:rPr sz="2800" dirty="0">
                <a:latin typeface="Century Gothic"/>
                <a:cs typeface="Century Gothic"/>
              </a:rPr>
              <a:t>”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of</a:t>
            </a:r>
            <a:r>
              <a:rPr sz="2800" spc="-10" dirty="0">
                <a:latin typeface="Century Gothic"/>
                <a:cs typeface="Century Gothic"/>
              </a:rPr>
              <a:t> reality!</a:t>
            </a:r>
            <a:endParaRPr sz="2800" dirty="0">
              <a:latin typeface="Century Gothic"/>
              <a:cs typeface="Century Gothic"/>
            </a:endParaRPr>
          </a:p>
          <a:p>
            <a:pPr marL="468630" indent="-378460">
              <a:lnSpc>
                <a:spcPct val="100000"/>
              </a:lnSpc>
              <a:spcBef>
                <a:spcPts val="1190"/>
              </a:spcBef>
              <a:buFont typeface="Wingdings"/>
              <a:buChar char=""/>
              <a:tabLst>
                <a:tab pos="468630" algn="l"/>
              </a:tabLst>
            </a:pPr>
            <a:r>
              <a:rPr sz="2800" dirty="0">
                <a:latin typeface="Century Gothic"/>
                <a:cs typeface="Century Gothic"/>
              </a:rPr>
              <a:t>it’s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an</a:t>
            </a:r>
            <a:r>
              <a:rPr sz="2800" spc="-25" dirty="0">
                <a:latin typeface="Century Gothic"/>
                <a:cs typeface="Century Gothic"/>
              </a:rPr>
              <a:t> </a:t>
            </a:r>
            <a:r>
              <a:rPr sz="2800" b="1" dirty="0">
                <a:latin typeface="Century Gothic"/>
                <a:cs typeface="Century Gothic"/>
              </a:rPr>
              <a:t>artifact</a:t>
            </a:r>
            <a:r>
              <a:rPr sz="2800" b="1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that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contains less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info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than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the </a:t>
            </a:r>
            <a:r>
              <a:rPr sz="2800" spc="-10" dirty="0">
                <a:latin typeface="Century Gothic"/>
                <a:cs typeface="Century Gothic"/>
              </a:rPr>
              <a:t>object!</a:t>
            </a:r>
            <a:endParaRPr sz="2800" dirty="0">
              <a:latin typeface="Century Gothic"/>
              <a:cs typeface="Century Gothic"/>
            </a:endParaRPr>
          </a:p>
          <a:p>
            <a:pPr marL="468630" indent="-378460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468630" algn="l"/>
              </a:tabLst>
            </a:pPr>
            <a:r>
              <a:rPr sz="2800" dirty="0">
                <a:latin typeface="Century Gothic"/>
                <a:cs typeface="Century Gothic"/>
              </a:rPr>
              <a:t>it’s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just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b="1" dirty="0">
                <a:latin typeface="Century Gothic"/>
                <a:cs typeface="Century Gothic"/>
              </a:rPr>
              <a:t>numbers</a:t>
            </a:r>
            <a:r>
              <a:rPr sz="2800" dirty="0">
                <a:latin typeface="Century Gothic"/>
                <a:cs typeface="Century Gothic"/>
              </a:rPr>
              <a:t>!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NOT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analogue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spc="-20" dirty="0">
                <a:latin typeface="Century Gothic"/>
                <a:cs typeface="Century Gothic"/>
              </a:rPr>
              <a:t>art!</a:t>
            </a:r>
            <a:endParaRPr sz="2800" dirty="0">
              <a:latin typeface="Century Gothic"/>
              <a:cs typeface="Century Gothic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781050" y="3121660"/>
            <a:ext cx="11516360" cy="1217930"/>
            <a:chOff x="781050" y="3121660"/>
            <a:chExt cx="11516360" cy="1217930"/>
          </a:xfrm>
        </p:grpSpPr>
        <p:pic>
          <p:nvPicPr>
            <p:cNvPr id="72" name="object 7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050" y="3136900"/>
              <a:ext cx="11516360" cy="1202282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784860" y="3121659"/>
              <a:ext cx="11507470" cy="29209"/>
            </a:xfrm>
            <a:custGeom>
              <a:avLst/>
              <a:gdLst/>
              <a:ahLst/>
              <a:cxnLst/>
              <a:rect l="l" t="t" r="r" b="b"/>
              <a:pathLst>
                <a:path w="11507470" h="29210">
                  <a:moveTo>
                    <a:pt x="115074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0" y="29210"/>
                  </a:lnTo>
                  <a:lnTo>
                    <a:pt x="11507470" y="29210"/>
                  </a:lnTo>
                  <a:lnTo>
                    <a:pt x="11507470" y="15240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D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84860" y="315087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DE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784860" y="316611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1507470" y="15240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DD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84860" y="318135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1507470" y="15240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DC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84860" y="3196590"/>
              <a:ext cx="11507470" cy="13970"/>
            </a:xfrm>
            <a:custGeom>
              <a:avLst/>
              <a:gdLst/>
              <a:ahLst/>
              <a:cxnLst/>
              <a:rect l="l" t="t" r="r" b="b"/>
              <a:pathLst>
                <a:path w="11507470" h="13969">
                  <a:moveTo>
                    <a:pt x="115074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1507470" y="1396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DB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84860" y="321056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1507470" y="15240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DA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84860" y="322580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1507470" y="15240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D9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784860" y="3241040"/>
              <a:ext cx="11507470" cy="13970"/>
            </a:xfrm>
            <a:custGeom>
              <a:avLst/>
              <a:gdLst/>
              <a:ahLst/>
              <a:cxnLst/>
              <a:rect l="l" t="t" r="r" b="b"/>
              <a:pathLst>
                <a:path w="11507470" h="13970">
                  <a:moveTo>
                    <a:pt x="115074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1507470" y="1396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D8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784860" y="325501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D7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784860" y="327025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D6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784860" y="328549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D5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84860" y="3300730"/>
              <a:ext cx="11507470" cy="13970"/>
            </a:xfrm>
            <a:custGeom>
              <a:avLst/>
              <a:gdLst/>
              <a:ahLst/>
              <a:cxnLst/>
              <a:rect l="l" t="t" r="r" b="b"/>
              <a:pathLst>
                <a:path w="11507470" h="13970">
                  <a:moveTo>
                    <a:pt x="11507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1507470" y="13970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D4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84860" y="331470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D3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84860" y="332994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D2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84860" y="334518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1507470" y="15240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D1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84860" y="3360420"/>
              <a:ext cx="11507470" cy="13970"/>
            </a:xfrm>
            <a:custGeom>
              <a:avLst/>
              <a:gdLst/>
              <a:ahLst/>
              <a:cxnLst/>
              <a:rect l="l" t="t" r="r" b="b"/>
              <a:pathLst>
                <a:path w="11507470" h="13970">
                  <a:moveTo>
                    <a:pt x="115074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1507470" y="1396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D0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84860" y="337439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CF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84860" y="338963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1507470" y="15240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CE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84860" y="340487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CD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784860" y="3420109"/>
              <a:ext cx="11507470" cy="29209"/>
            </a:xfrm>
            <a:custGeom>
              <a:avLst/>
              <a:gdLst/>
              <a:ahLst/>
              <a:cxnLst/>
              <a:rect l="l" t="t" r="r" b="b"/>
              <a:pathLst>
                <a:path w="11507470" h="29210">
                  <a:moveTo>
                    <a:pt x="115074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0" y="29210"/>
                  </a:lnTo>
                  <a:lnTo>
                    <a:pt x="11507470" y="29210"/>
                  </a:lnTo>
                  <a:lnTo>
                    <a:pt x="11507470" y="15240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CC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84860" y="344932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CA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84860" y="346456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C9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784860" y="3479800"/>
              <a:ext cx="11507470" cy="13970"/>
            </a:xfrm>
            <a:custGeom>
              <a:avLst/>
              <a:gdLst/>
              <a:ahLst/>
              <a:cxnLst/>
              <a:rect l="l" t="t" r="r" b="b"/>
              <a:pathLst>
                <a:path w="11507470" h="13970">
                  <a:moveTo>
                    <a:pt x="11507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1507470" y="13970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C8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784860" y="349377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C7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784860" y="350901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C6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784860" y="352425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C5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784860" y="3539490"/>
              <a:ext cx="11507470" cy="13970"/>
            </a:xfrm>
            <a:custGeom>
              <a:avLst/>
              <a:gdLst/>
              <a:ahLst/>
              <a:cxnLst/>
              <a:rect l="l" t="t" r="r" b="b"/>
              <a:pathLst>
                <a:path w="11507470" h="13970">
                  <a:moveTo>
                    <a:pt x="11507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1507470" y="13970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C4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784860" y="355346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C3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784860" y="356870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C2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784860" y="358394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C1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84860" y="3599180"/>
              <a:ext cx="11507470" cy="13970"/>
            </a:xfrm>
            <a:custGeom>
              <a:avLst/>
              <a:gdLst/>
              <a:ahLst/>
              <a:cxnLst/>
              <a:rect l="l" t="t" r="r" b="b"/>
              <a:pathLst>
                <a:path w="11507470" h="13970">
                  <a:moveTo>
                    <a:pt x="11507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1507470" y="13970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C0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84860" y="361315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BF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784860" y="362839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BE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784860" y="364363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1507470" y="15240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BD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784860" y="3658870"/>
              <a:ext cx="11507470" cy="13970"/>
            </a:xfrm>
            <a:custGeom>
              <a:avLst/>
              <a:gdLst/>
              <a:ahLst/>
              <a:cxnLst/>
              <a:rect l="l" t="t" r="r" b="b"/>
              <a:pathLst>
                <a:path w="11507470" h="13970">
                  <a:moveTo>
                    <a:pt x="115074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1507470" y="1396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BC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784860" y="367284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BB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784860" y="368808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1507470" y="15240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BA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784860" y="370332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B9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784860" y="3718560"/>
              <a:ext cx="11507470" cy="13970"/>
            </a:xfrm>
            <a:custGeom>
              <a:avLst/>
              <a:gdLst/>
              <a:ahLst/>
              <a:cxnLst/>
              <a:rect l="l" t="t" r="r" b="b"/>
              <a:pathLst>
                <a:path w="11507470" h="13970">
                  <a:moveTo>
                    <a:pt x="115074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1507470" y="1396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B8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784860" y="373253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1507470" y="15240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B7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784860" y="374777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B6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784860" y="376301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B5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784860" y="3778250"/>
              <a:ext cx="11507470" cy="13970"/>
            </a:xfrm>
            <a:custGeom>
              <a:avLst/>
              <a:gdLst/>
              <a:ahLst/>
              <a:cxnLst/>
              <a:rect l="l" t="t" r="r" b="b"/>
              <a:pathLst>
                <a:path w="11507470" h="13970">
                  <a:moveTo>
                    <a:pt x="11507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1507470" y="13970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B4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784860" y="379222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B3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784860" y="380746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B2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784860" y="382270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B1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784860" y="3837940"/>
              <a:ext cx="11507470" cy="13970"/>
            </a:xfrm>
            <a:custGeom>
              <a:avLst/>
              <a:gdLst/>
              <a:ahLst/>
              <a:cxnLst/>
              <a:rect l="l" t="t" r="r" b="b"/>
              <a:pathLst>
                <a:path w="11507470" h="13970">
                  <a:moveTo>
                    <a:pt x="11507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1507470" y="13970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B0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84860" y="385191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AF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84860" y="386715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AE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84860" y="388239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AD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784860" y="3897630"/>
              <a:ext cx="11507470" cy="13970"/>
            </a:xfrm>
            <a:custGeom>
              <a:avLst/>
              <a:gdLst/>
              <a:ahLst/>
              <a:cxnLst/>
              <a:rect l="l" t="t" r="r" b="b"/>
              <a:pathLst>
                <a:path w="11507470" h="13970">
                  <a:moveTo>
                    <a:pt x="11507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1507470" y="13970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AC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784860" y="391160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AB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784860" y="392684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AA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784860" y="394208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1507470" y="15240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A9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784860" y="3957320"/>
              <a:ext cx="11507470" cy="13970"/>
            </a:xfrm>
            <a:custGeom>
              <a:avLst/>
              <a:gdLst/>
              <a:ahLst/>
              <a:cxnLst/>
              <a:rect l="l" t="t" r="r" b="b"/>
              <a:pathLst>
                <a:path w="11507470" h="13970">
                  <a:moveTo>
                    <a:pt x="115074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1507470" y="1396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A8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784860" y="397129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A7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784860" y="398653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1507470" y="15240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A6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784860" y="400177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A5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784860" y="4017010"/>
              <a:ext cx="11507470" cy="13970"/>
            </a:xfrm>
            <a:custGeom>
              <a:avLst/>
              <a:gdLst/>
              <a:ahLst/>
              <a:cxnLst/>
              <a:rect l="l" t="t" r="r" b="b"/>
              <a:pathLst>
                <a:path w="11507470" h="13970">
                  <a:moveTo>
                    <a:pt x="115074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1507470" y="1396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A4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784860" y="403098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1507470" y="15240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A3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784860" y="404622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A2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784860" y="406146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A1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784860" y="4076700"/>
              <a:ext cx="11507470" cy="13970"/>
            </a:xfrm>
            <a:custGeom>
              <a:avLst/>
              <a:gdLst/>
              <a:ahLst/>
              <a:cxnLst/>
              <a:rect l="l" t="t" r="r" b="b"/>
              <a:pathLst>
                <a:path w="11507470" h="13970">
                  <a:moveTo>
                    <a:pt x="11507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1507470" y="13970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A0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784860" y="409067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9F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784860" y="410591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9E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784860" y="4121150"/>
              <a:ext cx="11507470" cy="13970"/>
            </a:xfrm>
            <a:custGeom>
              <a:avLst/>
              <a:gdLst/>
              <a:ahLst/>
              <a:cxnLst/>
              <a:rect l="l" t="t" r="r" b="b"/>
              <a:pathLst>
                <a:path w="11507470" h="13970">
                  <a:moveTo>
                    <a:pt x="11507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1507470" y="13970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9D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784860" y="413512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9C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784860" y="415036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9B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784860" y="416560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9A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784860" y="4180840"/>
              <a:ext cx="11507470" cy="13970"/>
            </a:xfrm>
            <a:custGeom>
              <a:avLst/>
              <a:gdLst/>
              <a:ahLst/>
              <a:cxnLst/>
              <a:rect l="l" t="t" r="r" b="b"/>
              <a:pathLst>
                <a:path w="11507470" h="13970">
                  <a:moveTo>
                    <a:pt x="11507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1507470" y="13970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99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784860" y="419481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99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784860" y="421005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97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784860" y="422529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96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784860" y="424053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1507470" y="15240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95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784860" y="4255770"/>
              <a:ext cx="11507470" cy="13970"/>
            </a:xfrm>
            <a:custGeom>
              <a:avLst/>
              <a:gdLst/>
              <a:ahLst/>
              <a:cxnLst/>
              <a:rect l="l" t="t" r="r" b="b"/>
              <a:pathLst>
                <a:path w="11507470" h="13970">
                  <a:moveTo>
                    <a:pt x="115074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1507470" y="1396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94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784860" y="426974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93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784860" y="428498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1507470" y="15240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92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784860" y="4300220"/>
              <a:ext cx="11507470" cy="15240"/>
            </a:xfrm>
            <a:custGeom>
              <a:avLst/>
              <a:gdLst/>
              <a:ahLst/>
              <a:cxnLst/>
              <a:rect l="l" t="t" r="r" b="b"/>
              <a:pathLst>
                <a:path w="11507470" h="15239">
                  <a:moveTo>
                    <a:pt x="115074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1507470" y="15239"/>
                  </a:lnTo>
                  <a:lnTo>
                    <a:pt x="11507470" y="0"/>
                  </a:lnTo>
                  <a:close/>
                </a:path>
              </a:pathLst>
            </a:custGeom>
            <a:solidFill>
              <a:srgbClr val="91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1" name="object 151"/>
          <p:cNvSpPr txBox="1"/>
          <p:nvPr/>
        </p:nvSpPr>
        <p:spPr>
          <a:xfrm>
            <a:off x="786130" y="3121660"/>
            <a:ext cx="11506200" cy="1192530"/>
          </a:xfrm>
          <a:prstGeom prst="rect">
            <a:avLst/>
          </a:prstGeom>
          <a:ln w="9344">
            <a:solidFill>
              <a:srgbClr val="00CC97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2560320" marR="1651000" indent="-895350">
              <a:lnSpc>
                <a:spcPct val="100000"/>
              </a:lnSpc>
              <a:spcBef>
                <a:spcPts val="370"/>
              </a:spcBef>
            </a:pPr>
            <a:r>
              <a:rPr sz="3600" dirty="0">
                <a:latin typeface="Century Gothic"/>
                <a:cs typeface="Century Gothic"/>
              </a:rPr>
              <a:t>The</a:t>
            </a:r>
            <a:r>
              <a:rPr sz="3600" spc="-1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Image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of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a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point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is NOT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a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spc="-10" dirty="0">
                <a:latin typeface="Century Gothic"/>
                <a:cs typeface="Century Gothic"/>
              </a:rPr>
              <a:t>point!!! </a:t>
            </a:r>
            <a:r>
              <a:rPr sz="3600" dirty="0">
                <a:latin typeface="Century Gothic"/>
                <a:cs typeface="Century Gothic"/>
              </a:rPr>
              <a:t>(Point</a:t>
            </a:r>
            <a:r>
              <a:rPr sz="3600" spc="-2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Spread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Function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–</a:t>
            </a:r>
            <a:r>
              <a:rPr sz="3600" spc="-10" dirty="0">
                <a:latin typeface="Century Gothic"/>
                <a:cs typeface="Century Gothic"/>
              </a:rPr>
              <a:t> </a:t>
            </a:r>
            <a:r>
              <a:rPr sz="3600" spc="-20" dirty="0">
                <a:latin typeface="Century Gothic"/>
                <a:cs typeface="Century Gothic"/>
              </a:rPr>
              <a:t>PSF)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152" name="object 152"/>
          <p:cNvSpPr/>
          <p:nvPr/>
        </p:nvSpPr>
        <p:spPr>
          <a:xfrm>
            <a:off x="4061459" y="7086600"/>
            <a:ext cx="2057400" cy="2058670"/>
          </a:xfrm>
          <a:custGeom>
            <a:avLst/>
            <a:gdLst/>
            <a:ahLst/>
            <a:cxnLst/>
            <a:rect l="l" t="t" r="r" b="b"/>
            <a:pathLst>
              <a:path w="2057400" h="2058670">
                <a:moveTo>
                  <a:pt x="0" y="2056130"/>
                </a:moveTo>
                <a:lnTo>
                  <a:pt x="2057400" y="2058670"/>
                </a:lnTo>
              </a:path>
              <a:path w="2057400" h="2058670">
                <a:moveTo>
                  <a:pt x="0" y="2057400"/>
                </a:moveTo>
                <a:lnTo>
                  <a:pt x="126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3" name="object 153"/>
          <p:cNvGrpSpPr/>
          <p:nvPr/>
        </p:nvGrpSpPr>
        <p:grpSpPr>
          <a:xfrm>
            <a:off x="4671059" y="9217659"/>
            <a:ext cx="419100" cy="478790"/>
            <a:chOff x="4671059" y="9217659"/>
            <a:chExt cx="419100" cy="478790"/>
          </a:xfrm>
        </p:grpSpPr>
        <p:pic>
          <p:nvPicPr>
            <p:cNvPr id="154" name="object 15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71059" y="9237979"/>
              <a:ext cx="419100" cy="458470"/>
            </a:xfrm>
            <a:prstGeom prst="rect">
              <a:avLst/>
            </a:prstGeom>
          </p:spPr>
        </p:pic>
        <p:sp>
          <p:nvSpPr>
            <p:cNvPr id="155" name="object 155"/>
            <p:cNvSpPr/>
            <p:nvPr/>
          </p:nvSpPr>
          <p:spPr>
            <a:xfrm>
              <a:off x="4671059" y="9217659"/>
              <a:ext cx="419100" cy="459740"/>
            </a:xfrm>
            <a:custGeom>
              <a:avLst/>
              <a:gdLst/>
              <a:ahLst/>
              <a:cxnLst/>
              <a:rect l="l" t="t" r="r" b="b"/>
              <a:pathLst>
                <a:path w="419100" h="459740">
                  <a:moveTo>
                    <a:pt x="419100" y="0"/>
                  </a:moveTo>
                  <a:lnTo>
                    <a:pt x="0" y="0"/>
                  </a:lnTo>
                  <a:lnTo>
                    <a:pt x="0" y="459740"/>
                  </a:lnTo>
                  <a:lnTo>
                    <a:pt x="419100" y="459740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6" name="object 156"/>
          <p:cNvSpPr txBox="1"/>
          <p:nvPr/>
        </p:nvSpPr>
        <p:spPr>
          <a:xfrm>
            <a:off x="4765040" y="9124950"/>
            <a:ext cx="19558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entury Gothic"/>
                <a:cs typeface="Century Gothic"/>
              </a:rPr>
              <a:t>x</a:t>
            </a:r>
            <a:endParaRPr sz="3200">
              <a:latin typeface="Century Gothic"/>
              <a:cs typeface="Century Gothic"/>
            </a:endParaRPr>
          </a:p>
        </p:txBody>
      </p:sp>
      <p:grpSp>
        <p:nvGrpSpPr>
          <p:cNvPr id="157" name="object 157"/>
          <p:cNvGrpSpPr/>
          <p:nvPr/>
        </p:nvGrpSpPr>
        <p:grpSpPr>
          <a:xfrm>
            <a:off x="3451859" y="8227059"/>
            <a:ext cx="419100" cy="478790"/>
            <a:chOff x="3451859" y="8227059"/>
            <a:chExt cx="419100" cy="478790"/>
          </a:xfrm>
        </p:grpSpPr>
        <p:pic>
          <p:nvPicPr>
            <p:cNvPr id="158" name="object 15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51859" y="8247379"/>
              <a:ext cx="419100" cy="458469"/>
            </a:xfrm>
            <a:prstGeom prst="rect">
              <a:avLst/>
            </a:prstGeom>
          </p:spPr>
        </p:pic>
        <p:sp>
          <p:nvSpPr>
            <p:cNvPr id="159" name="object 159"/>
            <p:cNvSpPr/>
            <p:nvPr/>
          </p:nvSpPr>
          <p:spPr>
            <a:xfrm>
              <a:off x="3451859" y="8227059"/>
              <a:ext cx="419100" cy="459740"/>
            </a:xfrm>
            <a:custGeom>
              <a:avLst/>
              <a:gdLst/>
              <a:ahLst/>
              <a:cxnLst/>
              <a:rect l="l" t="t" r="r" b="b"/>
              <a:pathLst>
                <a:path w="419100" h="459740">
                  <a:moveTo>
                    <a:pt x="419100" y="0"/>
                  </a:moveTo>
                  <a:lnTo>
                    <a:pt x="0" y="0"/>
                  </a:lnTo>
                  <a:lnTo>
                    <a:pt x="0" y="459740"/>
                  </a:lnTo>
                  <a:lnTo>
                    <a:pt x="419100" y="459740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0" name="object 160"/>
          <p:cNvSpPr txBox="1"/>
          <p:nvPr/>
        </p:nvSpPr>
        <p:spPr>
          <a:xfrm>
            <a:off x="3521709" y="8134350"/>
            <a:ext cx="24384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entury Gothic"/>
                <a:cs typeface="Century Gothic"/>
              </a:rPr>
              <a:t>y</a:t>
            </a:r>
            <a:endParaRPr sz="32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48B9F-9277-2948-3821-C5388F887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890" y="64769"/>
            <a:ext cx="11971019" cy="830997"/>
          </a:xfrm>
        </p:spPr>
        <p:txBody>
          <a:bodyPr/>
          <a:lstStyle/>
          <a:p>
            <a:r>
              <a:rPr lang="en-US" dirty="0"/>
              <a:t>The digital image: pixel size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2F3DC830-EDAE-2BA3-F9D0-3E62EACB1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6890" y="1524000"/>
            <a:ext cx="1828800" cy="194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9FE21B3A-CA21-3560-EC6B-CB989728A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82800" y="3742316"/>
            <a:ext cx="2808312" cy="22689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9790F36C-70E8-3ACE-96FA-B5D0C1ED79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/>
          <a:srcRect l="8233" t="762" r="9440" b="15645"/>
          <a:stretch/>
        </p:blipFill>
        <p:spPr bwMode="auto">
          <a:xfrm>
            <a:off x="5892800" y="1402497"/>
            <a:ext cx="6096000" cy="4606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9A0AC8FE-74EF-FC3B-AE4A-21F8E9520C81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97000" y="6648715"/>
            <a:ext cx="6566497" cy="2539887"/>
          </a:xfrm>
          <a:prstGeom prst="rect">
            <a:avLst/>
          </a:prstGeom>
        </p:spPr>
      </p:pic>
      <p:sp>
        <p:nvSpPr>
          <p:cNvPr id="8" name="object 6">
            <a:extLst>
              <a:ext uri="{FF2B5EF4-FFF2-40B4-BE49-F238E27FC236}">
                <a16:creationId xmlns:a16="http://schemas.microsoft.com/office/drawing/2014/main" id="{852B06C6-A62B-6C55-BD70-7C37E9866A80}"/>
              </a:ext>
            </a:extLst>
          </p:cNvPr>
          <p:cNvSpPr txBox="1"/>
          <p:nvPr/>
        </p:nvSpPr>
        <p:spPr>
          <a:xfrm>
            <a:off x="643886" y="6917996"/>
            <a:ext cx="4328160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Photons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induce</a:t>
            </a:r>
            <a:r>
              <a:rPr sz="1600" b="1" spc="-5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transport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of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electrons.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latin typeface="Arial"/>
                <a:cs typeface="Arial"/>
              </a:rPr>
              <a:t>Transport</a:t>
            </a:r>
            <a:r>
              <a:rPr sz="1600" b="1" spc="-7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of</a:t>
            </a:r>
            <a:r>
              <a:rPr sz="1600" b="1" spc="-7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electrons</a:t>
            </a:r>
            <a:r>
              <a:rPr sz="1600" b="1" spc="-7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generates</a:t>
            </a:r>
            <a:r>
              <a:rPr sz="1600" b="1" spc="-8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voltage.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Generated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voltage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is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proportional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to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number </a:t>
            </a:r>
            <a:r>
              <a:rPr sz="1600" b="1" dirty="0">
                <a:latin typeface="Arial"/>
                <a:cs typeface="Arial"/>
              </a:rPr>
              <a:t>of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incoming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photons.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9" name="Picture 8" descr="A picture containing chart&#10;&#10;Description automatically generated">
            <a:extLst>
              <a:ext uri="{FF2B5EF4-FFF2-40B4-BE49-F238E27FC236}">
                <a16:creationId xmlns:a16="http://schemas.microsoft.com/office/drawing/2014/main" id="{CC4F7C9A-1006-7745-A9F1-5812A4F0366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09" t="8605" b="12245"/>
          <a:stretch/>
        </p:blipFill>
        <p:spPr>
          <a:xfrm>
            <a:off x="9398000" y="6324600"/>
            <a:ext cx="27432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823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09DE1-0D44-6210-5307-EB293C1D0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400" y="152400"/>
            <a:ext cx="11971019" cy="830997"/>
          </a:xfrm>
        </p:spPr>
        <p:txBody>
          <a:bodyPr/>
          <a:lstStyle/>
          <a:p>
            <a:r>
              <a:rPr lang="en-US" dirty="0"/>
              <a:t>The point spread function (PSF)</a:t>
            </a:r>
          </a:p>
        </p:txBody>
      </p:sp>
      <p:pic>
        <p:nvPicPr>
          <p:cNvPr id="5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50598309-5BF1-4151-49EF-6AF15CAFF0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733"/>
          <a:stretch/>
        </p:blipFill>
        <p:spPr>
          <a:xfrm>
            <a:off x="711200" y="3200400"/>
            <a:ext cx="11418669" cy="51864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519B34-DCE4-F453-B75C-7DB1E4595383}"/>
              </a:ext>
            </a:extLst>
          </p:cNvPr>
          <p:cNvSpPr txBox="1"/>
          <p:nvPr/>
        </p:nvSpPr>
        <p:spPr>
          <a:xfrm>
            <a:off x="921385" y="1722566"/>
            <a:ext cx="1116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point spread function</a:t>
            </a:r>
            <a:r>
              <a:rPr lang="en-US" dirty="0"/>
              <a:t> (</a:t>
            </a:r>
            <a:r>
              <a:rPr lang="en-US" b="1" dirty="0"/>
              <a:t>PSF</a:t>
            </a:r>
            <a:r>
              <a:rPr lang="en-US" dirty="0"/>
              <a:t>) describes the response of a microscope to a point source or point object. </a:t>
            </a:r>
          </a:p>
        </p:txBody>
      </p:sp>
    </p:spTree>
    <p:extLst>
      <p:ext uri="{BB962C8B-B14F-4D97-AF65-F5344CB8AC3E}">
        <p14:creationId xmlns:p14="http://schemas.microsoft.com/office/powerpoint/2010/main" val="2976938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6630" y="9130030"/>
            <a:ext cx="16770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entury Gothic"/>
                <a:cs typeface="Century Gothic"/>
              </a:rPr>
              <a:t>1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Airy </a:t>
            </a:r>
            <a:r>
              <a:rPr sz="2800" spc="-20" dirty="0">
                <a:latin typeface="Century Gothic"/>
                <a:cs typeface="Century Gothic"/>
              </a:rPr>
              <a:t>unit</a:t>
            </a:r>
            <a:endParaRPr sz="28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768964" y="9218930"/>
            <a:ext cx="1374140" cy="304800"/>
            <a:chOff x="9768964" y="9218930"/>
            <a:chExt cx="1374140" cy="304800"/>
          </a:xfrm>
        </p:grpSpPr>
        <p:sp>
          <p:nvSpPr>
            <p:cNvPr id="4" name="object 4"/>
            <p:cNvSpPr/>
            <p:nvPr/>
          </p:nvSpPr>
          <p:spPr>
            <a:xfrm>
              <a:off x="9838689" y="9368790"/>
              <a:ext cx="1234440" cy="7620"/>
            </a:xfrm>
            <a:custGeom>
              <a:avLst/>
              <a:gdLst/>
              <a:ahLst/>
              <a:cxnLst/>
              <a:rect l="l" t="t" r="r" b="b"/>
              <a:pathLst>
                <a:path w="1234440" h="7620">
                  <a:moveTo>
                    <a:pt x="0" y="7619"/>
                  </a:moveTo>
                  <a:lnTo>
                    <a:pt x="1234439" y="0"/>
                  </a:lnTo>
                </a:path>
              </a:pathLst>
            </a:custGeom>
            <a:ln w="1394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838689" y="9218930"/>
              <a:ext cx="1220470" cy="304800"/>
            </a:xfrm>
            <a:custGeom>
              <a:avLst/>
              <a:gdLst/>
              <a:ahLst/>
              <a:cxnLst/>
              <a:rect l="l" t="t" r="r" b="b"/>
              <a:pathLst>
                <a:path w="1220470" h="304800">
                  <a:moveTo>
                    <a:pt x="1220469" y="0"/>
                  </a:moveTo>
                  <a:lnTo>
                    <a:pt x="1220469" y="304800"/>
                  </a:lnTo>
                </a:path>
                <a:path w="1220470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25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28929" y="4570729"/>
            <a:ext cx="3835400" cy="3732529"/>
            <a:chOff x="328929" y="4570729"/>
            <a:chExt cx="3835400" cy="3732529"/>
          </a:xfrm>
        </p:grpSpPr>
        <p:sp>
          <p:nvSpPr>
            <p:cNvPr id="7" name="object 7"/>
            <p:cNvSpPr/>
            <p:nvPr/>
          </p:nvSpPr>
          <p:spPr>
            <a:xfrm>
              <a:off x="328929" y="4570729"/>
              <a:ext cx="3835400" cy="3732529"/>
            </a:xfrm>
            <a:custGeom>
              <a:avLst/>
              <a:gdLst/>
              <a:ahLst/>
              <a:cxnLst/>
              <a:rect l="l" t="t" r="r" b="b"/>
              <a:pathLst>
                <a:path w="3835400" h="3732529">
                  <a:moveTo>
                    <a:pt x="3835400" y="0"/>
                  </a:moveTo>
                  <a:lnTo>
                    <a:pt x="0" y="0"/>
                  </a:lnTo>
                  <a:lnTo>
                    <a:pt x="0" y="3732530"/>
                  </a:lnTo>
                  <a:lnTo>
                    <a:pt x="1917700" y="3732530"/>
                  </a:lnTo>
                  <a:lnTo>
                    <a:pt x="3835400" y="3732530"/>
                  </a:lnTo>
                  <a:lnTo>
                    <a:pt x="3835400" y="0"/>
                  </a:lnTo>
                  <a:close/>
                </a:path>
              </a:pathLst>
            </a:custGeom>
            <a:solidFill>
              <a:srgbClr val="007B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3219" y="4589779"/>
              <a:ext cx="3768090" cy="3684270"/>
            </a:xfrm>
            <a:custGeom>
              <a:avLst/>
              <a:gdLst/>
              <a:ahLst/>
              <a:cxnLst/>
              <a:rect l="l" t="t" r="r" b="b"/>
              <a:pathLst>
                <a:path w="3768090" h="3684270">
                  <a:moveTo>
                    <a:pt x="1902460" y="0"/>
                  </a:moveTo>
                  <a:lnTo>
                    <a:pt x="1866900" y="3684270"/>
                  </a:lnTo>
                </a:path>
                <a:path w="3768090" h="3684270">
                  <a:moveTo>
                    <a:pt x="0" y="1871980"/>
                  </a:moveTo>
                  <a:lnTo>
                    <a:pt x="3768090" y="1874520"/>
                  </a:lnTo>
                </a:path>
              </a:pathLst>
            </a:custGeom>
            <a:ln w="25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80069" y="4570729"/>
            <a:ext cx="4493259" cy="37338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91329" y="4570729"/>
            <a:ext cx="3746500" cy="3733800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776729" y="69850"/>
            <a:ext cx="930338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Pixel</a:t>
            </a:r>
            <a:r>
              <a:rPr spc="-15" dirty="0"/>
              <a:t> </a:t>
            </a:r>
            <a:r>
              <a:rPr dirty="0"/>
              <a:t>Size / Image </a:t>
            </a:r>
            <a:r>
              <a:rPr spc="-10" dirty="0"/>
              <a:t>Resolution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4599940" y="8496300"/>
            <a:ext cx="3200400" cy="513080"/>
            <a:chOff x="4599940" y="8496300"/>
            <a:chExt cx="3200400" cy="513080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99940" y="8511540"/>
              <a:ext cx="3200400" cy="49784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605020" y="8496300"/>
              <a:ext cx="3191510" cy="490220"/>
            </a:xfrm>
            <a:custGeom>
              <a:avLst/>
              <a:gdLst/>
              <a:ahLst/>
              <a:cxnLst/>
              <a:rect l="l" t="t" r="r" b="b"/>
              <a:pathLst>
                <a:path w="3191509" h="490220">
                  <a:moveTo>
                    <a:pt x="3191509" y="0"/>
                  </a:moveTo>
                  <a:lnTo>
                    <a:pt x="0" y="0"/>
                  </a:lnTo>
                  <a:lnTo>
                    <a:pt x="0" y="490220"/>
                  </a:lnTo>
                  <a:lnTo>
                    <a:pt x="3191509" y="490220"/>
                  </a:lnTo>
                  <a:lnTo>
                    <a:pt x="31915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605020" y="8497569"/>
            <a:ext cx="3190240" cy="487680"/>
          </a:xfrm>
          <a:prstGeom prst="rect">
            <a:avLst/>
          </a:prstGeom>
          <a:ln w="9344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41300">
              <a:lnSpc>
                <a:spcPct val="100000"/>
              </a:lnSpc>
            </a:pPr>
            <a:r>
              <a:rPr sz="3200" dirty="0">
                <a:latin typeface="Century Gothic"/>
                <a:cs typeface="Century Gothic"/>
              </a:rPr>
              <a:t>over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sampled</a:t>
            </a:r>
            <a:endParaRPr sz="3200">
              <a:latin typeface="Century Gothic"/>
              <a:cs typeface="Century Gothic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782050" y="8496300"/>
            <a:ext cx="3578860" cy="514350"/>
            <a:chOff x="8782050" y="8496300"/>
            <a:chExt cx="3578860" cy="514350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82050" y="8511540"/>
              <a:ext cx="3578859" cy="49870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785860" y="8496300"/>
              <a:ext cx="3569970" cy="490220"/>
            </a:xfrm>
            <a:custGeom>
              <a:avLst/>
              <a:gdLst/>
              <a:ahLst/>
              <a:cxnLst/>
              <a:rect l="l" t="t" r="r" b="b"/>
              <a:pathLst>
                <a:path w="3569970" h="490220">
                  <a:moveTo>
                    <a:pt x="3569970" y="0"/>
                  </a:moveTo>
                  <a:lnTo>
                    <a:pt x="0" y="0"/>
                  </a:lnTo>
                  <a:lnTo>
                    <a:pt x="0" y="490220"/>
                  </a:lnTo>
                  <a:lnTo>
                    <a:pt x="3569970" y="490220"/>
                  </a:lnTo>
                  <a:lnTo>
                    <a:pt x="35699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787130" y="8497569"/>
            <a:ext cx="3568700" cy="487680"/>
          </a:xfrm>
          <a:prstGeom prst="rect">
            <a:avLst/>
          </a:prstGeom>
          <a:ln w="9344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0650">
              <a:lnSpc>
                <a:spcPct val="100000"/>
              </a:lnSpc>
            </a:pPr>
            <a:r>
              <a:rPr sz="3200" dirty="0">
                <a:latin typeface="Century Gothic"/>
                <a:cs typeface="Century Gothic"/>
              </a:rPr>
              <a:t>correct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sampling</a:t>
            </a:r>
            <a:endParaRPr sz="3200">
              <a:latin typeface="Century Gothic"/>
              <a:cs typeface="Century Gothic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99187" y="8496300"/>
            <a:ext cx="3354070" cy="514350"/>
            <a:chOff x="399187" y="8496300"/>
            <a:chExt cx="3354070" cy="514350"/>
          </a:xfrm>
        </p:grpSpPr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9187" y="8511540"/>
              <a:ext cx="3353662" cy="49870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03860" y="8496300"/>
              <a:ext cx="3343910" cy="490220"/>
            </a:xfrm>
            <a:custGeom>
              <a:avLst/>
              <a:gdLst/>
              <a:ahLst/>
              <a:cxnLst/>
              <a:rect l="l" t="t" r="r" b="b"/>
              <a:pathLst>
                <a:path w="3343910" h="490220">
                  <a:moveTo>
                    <a:pt x="3343910" y="0"/>
                  </a:moveTo>
                  <a:lnTo>
                    <a:pt x="0" y="0"/>
                  </a:lnTo>
                  <a:lnTo>
                    <a:pt x="0" y="490220"/>
                  </a:lnTo>
                  <a:lnTo>
                    <a:pt x="3343910" y="490220"/>
                  </a:lnTo>
                  <a:lnTo>
                    <a:pt x="33439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03859" y="8497569"/>
            <a:ext cx="3343910" cy="487680"/>
          </a:xfrm>
          <a:prstGeom prst="rect">
            <a:avLst/>
          </a:prstGeom>
          <a:ln w="9344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7165">
              <a:lnSpc>
                <a:spcPct val="100000"/>
              </a:lnSpc>
            </a:pPr>
            <a:r>
              <a:rPr sz="3200" dirty="0">
                <a:latin typeface="Century Gothic"/>
                <a:cs typeface="Century Gothic"/>
              </a:rPr>
              <a:t>under</a:t>
            </a:r>
            <a:r>
              <a:rPr sz="3200" spc="-10" dirty="0">
                <a:latin typeface="Century Gothic"/>
                <a:cs typeface="Century Gothic"/>
              </a:rPr>
              <a:t> sampled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28929" y="1065530"/>
            <a:ext cx="12344400" cy="2540"/>
          </a:xfrm>
          <a:custGeom>
            <a:avLst/>
            <a:gdLst/>
            <a:ahLst/>
            <a:cxnLst/>
            <a:rect l="l" t="t" r="r" b="b"/>
            <a:pathLst>
              <a:path w="12344400" h="2540">
                <a:moveTo>
                  <a:pt x="0" y="0"/>
                </a:moveTo>
                <a:lnTo>
                  <a:pt x="12344400" y="2540"/>
                </a:lnTo>
              </a:path>
            </a:pathLst>
          </a:custGeom>
          <a:ln w="50676">
            <a:solidFill>
              <a:srgbClr val="2C2C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323850" y="1216660"/>
            <a:ext cx="12354560" cy="607060"/>
            <a:chOff x="323850" y="1216660"/>
            <a:chExt cx="12354560" cy="607060"/>
          </a:xfrm>
        </p:grpSpPr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3850" y="1231900"/>
              <a:ext cx="12354560" cy="59182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27660" y="1216659"/>
              <a:ext cx="12346940" cy="24130"/>
            </a:xfrm>
            <a:custGeom>
              <a:avLst/>
              <a:gdLst/>
              <a:ahLst/>
              <a:cxnLst/>
              <a:rect l="l" t="t" r="r" b="b"/>
              <a:pathLst>
                <a:path w="12346940" h="24130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0" y="24130"/>
                  </a:lnTo>
                  <a:lnTo>
                    <a:pt x="12346940" y="241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27660" y="1240790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30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27660" y="1252220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30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27660" y="1263650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7660" y="1276350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30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27660" y="1287780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30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27660" y="1299210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27660" y="1311910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30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27660" y="1323340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30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27660" y="1334770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27660" y="1347470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30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27660" y="1358900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27660" y="1371600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30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7660" y="1383030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30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7660" y="1394460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7660" y="1407160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30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27660" y="1418590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30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27660" y="1430020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27660" y="1442720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30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27660" y="1454150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27660" y="1466850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30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27660" y="1478280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30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27660" y="1489710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27660" y="1502410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30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27660" y="1513840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27660" y="1526540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30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27660" y="1537970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30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27660" y="1549400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27660" y="1562100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30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27660" y="1573530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30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27660" y="1584960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27660" y="1597660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30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27660" y="1609089"/>
              <a:ext cx="12346940" cy="24130"/>
            </a:xfrm>
            <a:custGeom>
              <a:avLst/>
              <a:gdLst/>
              <a:ahLst/>
              <a:cxnLst/>
              <a:rect l="l" t="t" r="r" b="b"/>
              <a:pathLst>
                <a:path w="12346940" h="24130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0" y="24130"/>
                  </a:lnTo>
                  <a:lnTo>
                    <a:pt x="12346940" y="241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27660" y="1633220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30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27660" y="1644650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27660" y="1657350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30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27660" y="1668780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30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27660" y="1680210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27660" y="1692910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30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27660" y="1704340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27660" y="1717040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30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27660" y="1728470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30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27660" y="1739900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27660" y="1752600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30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27660" y="1764030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30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27660" y="1775460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27660" y="1788160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30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328929" y="1216660"/>
            <a:ext cx="12344400" cy="58166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191260">
              <a:lnSpc>
                <a:spcPct val="100000"/>
              </a:lnSpc>
              <a:spcBef>
                <a:spcPts val="370"/>
              </a:spcBef>
              <a:tabLst>
                <a:tab pos="5790565" algn="l"/>
                <a:tab pos="8994140" algn="l"/>
              </a:tabLst>
            </a:pPr>
            <a:r>
              <a:rPr sz="3200" dirty="0">
                <a:latin typeface="Century Gothic"/>
                <a:cs typeface="Century Gothic"/>
              </a:rPr>
              <a:t>“Correct”</a:t>
            </a:r>
            <a:r>
              <a:rPr sz="3200" spc="-3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image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size?</a:t>
            </a:r>
            <a:r>
              <a:rPr sz="3200" dirty="0">
                <a:latin typeface="Century Gothic"/>
                <a:cs typeface="Century Gothic"/>
              </a:rPr>
              <a:t>	64x64,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512x512,</a:t>
            </a:r>
            <a:r>
              <a:rPr sz="3200" dirty="0">
                <a:latin typeface="Century Gothic"/>
                <a:cs typeface="Century Gothic"/>
              </a:rPr>
              <a:t>	2048x2048,</a:t>
            </a:r>
            <a:r>
              <a:rPr sz="3200" spc="-45" dirty="0">
                <a:latin typeface="Century Gothic"/>
                <a:cs typeface="Century Gothic"/>
              </a:rPr>
              <a:t> </a:t>
            </a:r>
            <a:r>
              <a:rPr sz="3200" spc="-50" dirty="0">
                <a:latin typeface="Century Gothic"/>
                <a:cs typeface="Century Gothic"/>
              </a:rPr>
              <a:t>…</a:t>
            </a:r>
            <a:endParaRPr sz="3200">
              <a:latin typeface="Century Gothic"/>
              <a:cs typeface="Century Gothic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323850" y="2119629"/>
            <a:ext cx="12354560" cy="1324610"/>
            <a:chOff x="323850" y="2119629"/>
            <a:chExt cx="12354560" cy="1324610"/>
          </a:xfrm>
        </p:grpSpPr>
        <p:pic>
          <p:nvPicPr>
            <p:cNvPr id="76" name="object 7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3850" y="2134869"/>
              <a:ext cx="12354560" cy="1308962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327660" y="2119629"/>
              <a:ext cx="12346940" cy="33020"/>
            </a:xfrm>
            <a:custGeom>
              <a:avLst/>
              <a:gdLst/>
              <a:ahLst/>
              <a:cxnLst/>
              <a:rect l="l" t="t" r="r" b="b"/>
              <a:pathLst>
                <a:path w="12346940" h="33019">
                  <a:moveTo>
                    <a:pt x="1234694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0" y="33020"/>
                  </a:lnTo>
                  <a:lnTo>
                    <a:pt x="12346940" y="33020"/>
                  </a:lnTo>
                  <a:lnTo>
                    <a:pt x="12346940" y="1651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27660" y="215264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09"/>
                  </a:lnTo>
                  <a:lnTo>
                    <a:pt x="12346940" y="1650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E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27660" y="2169159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D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27660" y="218439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09"/>
                  </a:lnTo>
                  <a:lnTo>
                    <a:pt x="12346940" y="1650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C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27660" y="220090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12346940" y="1651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B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27660" y="221741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09"/>
                  </a:lnTo>
                  <a:lnTo>
                    <a:pt x="12346940" y="1650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A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27660" y="223392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12346940" y="1651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9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27660" y="2250439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6940" y="1523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8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27660" y="226567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12346940" y="1651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7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27660" y="228218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09"/>
                  </a:lnTo>
                  <a:lnTo>
                    <a:pt x="12346940" y="1650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6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27660" y="229869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09"/>
                  </a:lnTo>
                  <a:lnTo>
                    <a:pt x="12346940" y="1650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5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27660" y="2315209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4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27660" y="233044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09"/>
                  </a:lnTo>
                  <a:lnTo>
                    <a:pt x="12346940" y="1650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3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27660" y="234695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12346940" y="1651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2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327660" y="236346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09"/>
                  </a:lnTo>
                  <a:lnTo>
                    <a:pt x="12346940" y="1650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1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327660" y="237997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12346940" y="1651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0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327660" y="2396489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6940" y="1523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F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327660" y="241172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12346940" y="1651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E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327660" y="242823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09"/>
                  </a:lnTo>
                  <a:lnTo>
                    <a:pt x="12346940" y="1650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D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327660" y="2444749"/>
              <a:ext cx="12346940" cy="33020"/>
            </a:xfrm>
            <a:custGeom>
              <a:avLst/>
              <a:gdLst/>
              <a:ahLst/>
              <a:cxnLst/>
              <a:rect l="l" t="t" r="r" b="b"/>
              <a:pathLst>
                <a:path w="12346940" h="33019">
                  <a:moveTo>
                    <a:pt x="1234694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0" y="33020"/>
                  </a:lnTo>
                  <a:lnTo>
                    <a:pt x="12346940" y="33020"/>
                  </a:lnTo>
                  <a:lnTo>
                    <a:pt x="12346940" y="1651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C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327660" y="2477769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6940" y="1523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A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327660" y="249300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12346940" y="1651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9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327660" y="250951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09"/>
                  </a:lnTo>
                  <a:lnTo>
                    <a:pt x="12346940" y="1650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8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327660" y="252602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12346940" y="1651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7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327660" y="254253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09"/>
                  </a:lnTo>
                  <a:lnTo>
                    <a:pt x="12346940" y="1650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6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327660" y="2559049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5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327660" y="257428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09"/>
                  </a:lnTo>
                  <a:lnTo>
                    <a:pt x="12346940" y="1650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4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27660" y="259079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09"/>
                  </a:lnTo>
                  <a:lnTo>
                    <a:pt x="12346940" y="1650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3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327660" y="260730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12346940" y="1651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2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327660" y="262381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09"/>
                  </a:lnTo>
                  <a:lnTo>
                    <a:pt x="12346940" y="1650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1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27660" y="2640329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0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27660" y="265556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09"/>
                  </a:lnTo>
                  <a:lnTo>
                    <a:pt x="12346940" y="1650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F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327660" y="267207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12346940" y="1651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E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327660" y="268858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09"/>
                  </a:lnTo>
                  <a:lnTo>
                    <a:pt x="12346940" y="1650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D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327660" y="2705099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C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327660" y="272033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09"/>
                  </a:lnTo>
                  <a:lnTo>
                    <a:pt x="12346940" y="1650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B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327660" y="273684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09"/>
                  </a:lnTo>
                  <a:lnTo>
                    <a:pt x="12346940" y="1650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A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327660" y="275335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12346940" y="1651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9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327660" y="276986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09"/>
                  </a:lnTo>
                  <a:lnTo>
                    <a:pt x="12346940" y="1650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8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327660" y="2786379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7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327660" y="280161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09"/>
                  </a:lnTo>
                  <a:lnTo>
                    <a:pt x="12346940" y="1650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6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327660" y="281812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12346940" y="1651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5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327660" y="283463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09"/>
                  </a:lnTo>
                  <a:lnTo>
                    <a:pt x="12346940" y="1650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4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327660" y="285114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09"/>
                  </a:lnTo>
                  <a:lnTo>
                    <a:pt x="12346940" y="1650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3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327660" y="2867659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2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327660" y="288289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09"/>
                  </a:lnTo>
                  <a:lnTo>
                    <a:pt x="12346940" y="1650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1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327660" y="289940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12346940" y="1651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0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327660" y="291591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09"/>
                  </a:lnTo>
                  <a:lnTo>
                    <a:pt x="12346940" y="1650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AF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327660" y="293242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12346940" y="1651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AE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327660" y="2948939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6940" y="1523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AD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327660" y="296417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12346940" y="1651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AC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327660" y="298068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09"/>
                  </a:lnTo>
                  <a:lnTo>
                    <a:pt x="12346940" y="1650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AB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327660" y="299719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09"/>
                  </a:lnTo>
                  <a:lnTo>
                    <a:pt x="12346940" y="1650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AA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327660" y="301370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12346940" y="1651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A9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327660" y="3030219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6940" y="1523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A8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327660" y="304545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12346940" y="1651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A7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327660" y="306196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09"/>
                  </a:lnTo>
                  <a:lnTo>
                    <a:pt x="12346940" y="1650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A6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327660" y="307847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12346940" y="1651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A5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327660" y="3094989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6940" y="1523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A4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327660" y="311022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12346940" y="1651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A3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327660" y="312673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09"/>
                  </a:lnTo>
                  <a:lnTo>
                    <a:pt x="12346940" y="1650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A2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327660" y="314324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09"/>
                  </a:lnTo>
                  <a:lnTo>
                    <a:pt x="12346940" y="1650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A1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327660" y="315975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12346940" y="1651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A0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327660" y="3176269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6940" y="1523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9F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327660" y="319150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12346940" y="1651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9E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327660" y="320801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09"/>
                  </a:lnTo>
                  <a:lnTo>
                    <a:pt x="12346940" y="1650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9D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327660" y="322452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12346940" y="1651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9C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327660" y="324103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09"/>
                  </a:lnTo>
                  <a:lnTo>
                    <a:pt x="12346940" y="1650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9B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327660" y="3257549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6940" y="1523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9A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327660" y="327278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12346940" y="1651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99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327660" y="328929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12346940" y="1651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99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327660" y="330580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12346940" y="1651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97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327660" y="332231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09"/>
                  </a:lnTo>
                  <a:lnTo>
                    <a:pt x="12346940" y="1650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96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327660" y="3338829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95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327660" y="335406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09"/>
                  </a:lnTo>
                  <a:lnTo>
                    <a:pt x="12346940" y="1650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94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327660" y="337057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12346940" y="1651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93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327660" y="338708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12346940" y="1651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92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327660" y="3403599"/>
              <a:ext cx="12346940" cy="16510"/>
            </a:xfrm>
            <a:custGeom>
              <a:avLst/>
              <a:gdLst/>
              <a:ahLst/>
              <a:cxnLst/>
              <a:rect l="l" t="t" r="r" b="b"/>
              <a:pathLst>
                <a:path w="12346940" h="16510">
                  <a:moveTo>
                    <a:pt x="1234694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12346940" y="1651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91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5" name="object 155"/>
          <p:cNvSpPr txBox="1"/>
          <p:nvPr/>
        </p:nvSpPr>
        <p:spPr>
          <a:xfrm>
            <a:off x="328929" y="2120900"/>
            <a:ext cx="12344400" cy="1297940"/>
          </a:xfrm>
          <a:prstGeom prst="rect">
            <a:avLst/>
          </a:prstGeom>
          <a:ln w="9344">
            <a:solidFill>
              <a:srgbClr val="00CC97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328930">
              <a:lnSpc>
                <a:spcPct val="100000"/>
              </a:lnSpc>
              <a:spcBef>
                <a:spcPts val="370"/>
              </a:spcBef>
            </a:pPr>
            <a:r>
              <a:rPr sz="3200" b="1" dirty="0">
                <a:latin typeface="Century Gothic"/>
                <a:cs typeface="Century Gothic"/>
              </a:rPr>
              <a:t>Nyquist</a:t>
            </a:r>
            <a:r>
              <a:rPr sz="3200" b="1" spc="-30" dirty="0">
                <a:latin typeface="Century Gothic"/>
                <a:cs typeface="Century Gothic"/>
              </a:rPr>
              <a:t> </a:t>
            </a:r>
            <a:r>
              <a:rPr sz="3200" b="1" dirty="0">
                <a:latin typeface="Century Gothic"/>
                <a:cs typeface="Century Gothic"/>
              </a:rPr>
              <a:t>–</a:t>
            </a:r>
            <a:r>
              <a:rPr sz="3200" b="1" spc="-20" dirty="0">
                <a:latin typeface="Century Gothic"/>
                <a:cs typeface="Century Gothic"/>
              </a:rPr>
              <a:t> </a:t>
            </a:r>
            <a:r>
              <a:rPr sz="3200" b="1" dirty="0">
                <a:latin typeface="Century Gothic"/>
                <a:cs typeface="Century Gothic"/>
              </a:rPr>
              <a:t>Shannon</a:t>
            </a:r>
            <a:r>
              <a:rPr sz="3200" b="1" spc="-20" dirty="0">
                <a:latin typeface="Century Gothic"/>
                <a:cs typeface="Century Gothic"/>
              </a:rPr>
              <a:t> </a:t>
            </a:r>
            <a:r>
              <a:rPr sz="3200" b="1" dirty="0">
                <a:latin typeface="Century Gothic"/>
                <a:cs typeface="Century Gothic"/>
              </a:rPr>
              <a:t>sampling</a:t>
            </a:r>
            <a:r>
              <a:rPr sz="3200" b="1" spc="-15" dirty="0">
                <a:latin typeface="Century Gothic"/>
                <a:cs typeface="Century Gothic"/>
              </a:rPr>
              <a:t> </a:t>
            </a:r>
            <a:r>
              <a:rPr sz="3200" b="1" dirty="0">
                <a:latin typeface="Century Gothic"/>
                <a:cs typeface="Century Gothic"/>
              </a:rPr>
              <a:t>theory</a:t>
            </a:r>
            <a:r>
              <a:rPr sz="3200" dirty="0">
                <a:latin typeface="Century Gothic"/>
                <a:cs typeface="Century Gothic"/>
              </a:rPr>
              <a:t>: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Proper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spatial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sampling</a:t>
            </a:r>
            <a:endParaRPr sz="3200">
              <a:latin typeface="Century Gothic"/>
              <a:cs typeface="Century Gothic"/>
            </a:endParaRPr>
          </a:p>
          <a:p>
            <a:pPr marL="773430">
              <a:lnSpc>
                <a:spcPct val="100000"/>
              </a:lnSpc>
              <a:spcBef>
                <a:spcPts val="1800"/>
              </a:spcBef>
            </a:pPr>
            <a:r>
              <a:rPr sz="3200" dirty="0">
                <a:latin typeface="Century Gothic"/>
                <a:cs typeface="Century Gothic"/>
              </a:rPr>
              <a:t>2.3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–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3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times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smaller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than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optical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resolution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(x, y,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AND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spc="-25" dirty="0">
                <a:latin typeface="Century Gothic"/>
                <a:cs typeface="Century Gothic"/>
              </a:rPr>
              <a:t>z)</a:t>
            </a:r>
            <a:endParaRPr sz="3200">
              <a:latin typeface="Century Gothic"/>
              <a:cs typeface="Century Gothic"/>
            </a:endParaRPr>
          </a:p>
        </p:txBody>
      </p:sp>
      <p:grpSp>
        <p:nvGrpSpPr>
          <p:cNvPr id="156" name="object 156"/>
          <p:cNvGrpSpPr/>
          <p:nvPr/>
        </p:nvGrpSpPr>
        <p:grpSpPr>
          <a:xfrm>
            <a:off x="323850" y="3807459"/>
            <a:ext cx="12354560" cy="607060"/>
            <a:chOff x="323850" y="3807459"/>
            <a:chExt cx="12354560" cy="607060"/>
          </a:xfrm>
        </p:grpSpPr>
        <p:pic>
          <p:nvPicPr>
            <p:cNvPr id="157" name="object 15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3850" y="3822699"/>
              <a:ext cx="12354560" cy="591820"/>
            </a:xfrm>
            <a:prstGeom prst="rect">
              <a:avLst/>
            </a:prstGeom>
          </p:spPr>
        </p:pic>
        <p:sp>
          <p:nvSpPr>
            <p:cNvPr id="158" name="object 158"/>
            <p:cNvSpPr/>
            <p:nvPr/>
          </p:nvSpPr>
          <p:spPr>
            <a:xfrm>
              <a:off x="327660" y="3807459"/>
              <a:ext cx="12346940" cy="24130"/>
            </a:xfrm>
            <a:custGeom>
              <a:avLst/>
              <a:gdLst/>
              <a:ahLst/>
              <a:cxnLst/>
              <a:rect l="l" t="t" r="r" b="b"/>
              <a:pathLst>
                <a:path w="12346940" h="24129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0" y="24130"/>
                  </a:lnTo>
                  <a:lnTo>
                    <a:pt x="12346940" y="241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327660" y="383158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327660" y="384301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327660" y="385444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327660" y="386714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327660" y="387857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327660" y="389000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327660" y="390270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327660" y="391413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327660" y="392556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327660" y="393826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327660" y="394969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327660" y="396239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327660" y="397382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327660" y="398652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327660" y="399795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327660" y="400938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327660" y="402208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327660" y="403351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327660" y="404494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327660" y="405764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327660" y="406907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327660" y="408050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327660" y="409320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327660" y="410463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327660" y="411733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327660" y="412876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327660" y="414019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327660" y="415289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327660" y="416432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327660" y="417575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327660" y="418845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327660" y="4199889"/>
              <a:ext cx="12346940" cy="24130"/>
            </a:xfrm>
            <a:custGeom>
              <a:avLst/>
              <a:gdLst/>
              <a:ahLst/>
              <a:cxnLst/>
              <a:rect l="l" t="t" r="r" b="b"/>
              <a:pathLst>
                <a:path w="12346940" h="24129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0" y="24130"/>
                  </a:lnTo>
                  <a:lnTo>
                    <a:pt x="12346940" y="2413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327660" y="422401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327660" y="423544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327660" y="424814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327660" y="425957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327660" y="427227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327660" y="428370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327660" y="429513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327660" y="430783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327660" y="431926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327660" y="433069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327660" y="434339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327660" y="435482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327660" y="436625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327660" y="437895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5" name="object 205"/>
          <p:cNvSpPr txBox="1"/>
          <p:nvPr/>
        </p:nvSpPr>
        <p:spPr>
          <a:xfrm>
            <a:off x="328929" y="3807459"/>
            <a:ext cx="12344400" cy="58293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460500">
              <a:lnSpc>
                <a:spcPct val="100000"/>
              </a:lnSpc>
              <a:spcBef>
                <a:spcPts val="370"/>
              </a:spcBef>
            </a:pPr>
            <a:r>
              <a:rPr sz="3200" dirty="0">
                <a:latin typeface="Century Gothic"/>
                <a:cs typeface="Century Gothic"/>
              </a:rPr>
              <a:t>Adjust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zoom,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binning,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and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image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size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(no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of</a:t>
            </a:r>
            <a:r>
              <a:rPr sz="3200" spc="-10" dirty="0">
                <a:latin typeface="Century Gothic"/>
                <a:cs typeface="Century Gothic"/>
              </a:rPr>
              <a:t> pixels)</a:t>
            </a:r>
            <a:endParaRPr sz="320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604275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764664">
              <a:lnSpc>
                <a:spcPct val="100000"/>
              </a:lnSpc>
              <a:spcBef>
                <a:spcPts val="100"/>
              </a:spcBef>
            </a:pPr>
            <a:r>
              <a:rPr dirty="0"/>
              <a:t>Nyquist</a:t>
            </a:r>
            <a:r>
              <a:rPr spc="-30" dirty="0"/>
              <a:t> </a:t>
            </a:r>
            <a:r>
              <a:rPr dirty="0"/>
              <a:t>sampling</a:t>
            </a:r>
            <a:r>
              <a:rPr spc="-25" dirty="0"/>
              <a:t> </a:t>
            </a:r>
            <a:r>
              <a:rPr spc="-10" dirty="0"/>
              <a:t>criterion</a:t>
            </a:r>
          </a:p>
        </p:txBody>
      </p:sp>
      <p:sp>
        <p:nvSpPr>
          <p:cNvPr id="3" name="object 3"/>
          <p:cNvSpPr/>
          <p:nvPr/>
        </p:nvSpPr>
        <p:spPr>
          <a:xfrm>
            <a:off x="328929" y="1366519"/>
            <a:ext cx="12344400" cy="3810"/>
          </a:xfrm>
          <a:custGeom>
            <a:avLst/>
            <a:gdLst/>
            <a:ahLst/>
            <a:cxnLst/>
            <a:rect l="l" t="t" r="r" b="b"/>
            <a:pathLst>
              <a:path w="12344400" h="3809">
                <a:moveTo>
                  <a:pt x="0" y="0"/>
                </a:moveTo>
                <a:lnTo>
                  <a:pt x="12344400" y="3809"/>
                </a:lnTo>
              </a:path>
            </a:pathLst>
          </a:custGeom>
          <a:ln w="50676">
            <a:solidFill>
              <a:srgbClr val="2C2C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27787" y="2030729"/>
            <a:ext cx="11746230" cy="1256030"/>
            <a:chOff x="627787" y="2030729"/>
            <a:chExt cx="11746230" cy="12560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7787" y="2045969"/>
              <a:ext cx="11745822" cy="124038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32460" y="2030729"/>
              <a:ext cx="11736070" cy="50800"/>
            </a:xfrm>
            <a:custGeom>
              <a:avLst/>
              <a:gdLst/>
              <a:ahLst/>
              <a:cxnLst/>
              <a:rect l="l" t="t" r="r" b="b"/>
              <a:pathLst>
                <a:path w="11736070" h="508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0" y="50800"/>
                  </a:lnTo>
                  <a:lnTo>
                    <a:pt x="11736070" y="508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32459" y="208152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32459" y="2106929"/>
              <a:ext cx="11736070" cy="24130"/>
            </a:xfrm>
            <a:custGeom>
              <a:avLst/>
              <a:gdLst/>
              <a:ahLst/>
              <a:cxnLst/>
              <a:rect l="l" t="t" r="r" b="b"/>
              <a:pathLst>
                <a:path w="11736070" h="24130">
                  <a:moveTo>
                    <a:pt x="1173607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11736070" y="24129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2459" y="213105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2459" y="215645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2459" y="218185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2459" y="2207259"/>
              <a:ext cx="11736070" cy="24130"/>
            </a:xfrm>
            <a:custGeom>
              <a:avLst/>
              <a:gdLst/>
              <a:ahLst/>
              <a:cxnLst/>
              <a:rect l="l" t="t" r="r" b="b"/>
              <a:pathLst>
                <a:path w="11736070" h="24130">
                  <a:moveTo>
                    <a:pt x="11736070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11736070" y="2413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32459" y="223138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2459" y="225678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32459" y="228218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32459" y="230758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32459" y="2332989"/>
              <a:ext cx="11736070" cy="24130"/>
            </a:xfrm>
            <a:custGeom>
              <a:avLst/>
              <a:gdLst/>
              <a:ahLst/>
              <a:cxnLst/>
              <a:rect l="l" t="t" r="r" b="b"/>
              <a:pathLst>
                <a:path w="11736070" h="24130">
                  <a:moveTo>
                    <a:pt x="1173607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11736070" y="24129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32459" y="235711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32459" y="238251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32459" y="240791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32459" y="2433319"/>
              <a:ext cx="11736070" cy="24130"/>
            </a:xfrm>
            <a:custGeom>
              <a:avLst/>
              <a:gdLst/>
              <a:ahLst/>
              <a:cxnLst/>
              <a:rect l="l" t="t" r="r" b="b"/>
              <a:pathLst>
                <a:path w="11736070" h="24130">
                  <a:moveTo>
                    <a:pt x="1173607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11736070" y="24129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2459" y="245744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32459" y="248284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32459" y="250824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32459" y="253364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32459" y="2559049"/>
              <a:ext cx="11736070" cy="24130"/>
            </a:xfrm>
            <a:custGeom>
              <a:avLst/>
              <a:gdLst/>
              <a:ahLst/>
              <a:cxnLst/>
              <a:rect l="l" t="t" r="r" b="b"/>
              <a:pathLst>
                <a:path w="11736070" h="24130">
                  <a:moveTo>
                    <a:pt x="1173607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11736070" y="24129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32459" y="258317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32459" y="260857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32459" y="263397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32459" y="265937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32459" y="2684779"/>
              <a:ext cx="11736070" cy="24130"/>
            </a:xfrm>
            <a:custGeom>
              <a:avLst/>
              <a:gdLst/>
              <a:ahLst/>
              <a:cxnLst/>
              <a:rect l="l" t="t" r="r" b="b"/>
              <a:pathLst>
                <a:path w="11736070" h="24130">
                  <a:moveTo>
                    <a:pt x="1173607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11736070" y="24129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32459" y="270890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2459" y="273430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2459" y="275970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32459" y="2785109"/>
              <a:ext cx="11736070" cy="24130"/>
            </a:xfrm>
            <a:custGeom>
              <a:avLst/>
              <a:gdLst/>
              <a:ahLst/>
              <a:cxnLst/>
              <a:rect l="l" t="t" r="r" b="b"/>
              <a:pathLst>
                <a:path w="11736070" h="24130">
                  <a:moveTo>
                    <a:pt x="11736070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11736070" y="2413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32459" y="280923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32459" y="283463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32460" y="2860039"/>
              <a:ext cx="11736070" cy="50800"/>
            </a:xfrm>
            <a:custGeom>
              <a:avLst/>
              <a:gdLst/>
              <a:ahLst/>
              <a:cxnLst/>
              <a:rect l="l" t="t" r="r" b="b"/>
              <a:pathLst>
                <a:path w="11736070" h="508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0" y="50800"/>
                  </a:lnTo>
                  <a:lnTo>
                    <a:pt x="11736070" y="508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32459" y="2910839"/>
              <a:ext cx="11736070" cy="24130"/>
            </a:xfrm>
            <a:custGeom>
              <a:avLst/>
              <a:gdLst/>
              <a:ahLst/>
              <a:cxnLst/>
              <a:rect l="l" t="t" r="r" b="b"/>
              <a:pathLst>
                <a:path w="11736070" h="24130">
                  <a:moveTo>
                    <a:pt x="1173607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11736070" y="24129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32459" y="293496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32459" y="296036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32459" y="298576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32459" y="3011169"/>
              <a:ext cx="11736070" cy="24130"/>
            </a:xfrm>
            <a:custGeom>
              <a:avLst/>
              <a:gdLst/>
              <a:ahLst/>
              <a:cxnLst/>
              <a:rect l="l" t="t" r="r" b="b"/>
              <a:pathLst>
                <a:path w="11736070" h="24130">
                  <a:moveTo>
                    <a:pt x="1173607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11736070" y="24129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32459" y="303529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2459" y="306069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32459" y="308609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32459" y="311149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32459" y="3136899"/>
              <a:ext cx="11736070" cy="24130"/>
            </a:xfrm>
            <a:custGeom>
              <a:avLst/>
              <a:gdLst/>
              <a:ahLst/>
              <a:cxnLst/>
              <a:rect l="l" t="t" r="r" b="b"/>
              <a:pathLst>
                <a:path w="11736070" h="24130">
                  <a:moveTo>
                    <a:pt x="1173607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11736070" y="24129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32459" y="316102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32459" y="318642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32459" y="321182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32459" y="3237229"/>
              <a:ext cx="11736070" cy="24130"/>
            </a:xfrm>
            <a:custGeom>
              <a:avLst/>
              <a:gdLst/>
              <a:ahLst/>
              <a:cxnLst/>
              <a:rect l="l" t="t" r="r" b="b"/>
              <a:pathLst>
                <a:path w="11736070" h="24129">
                  <a:moveTo>
                    <a:pt x="11736070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11736070" y="2413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632459" y="2032000"/>
            <a:ext cx="11736070" cy="122936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70"/>
              </a:spcBef>
            </a:pPr>
            <a:r>
              <a:rPr sz="3200" b="1" dirty="0">
                <a:latin typeface="Century Gothic"/>
                <a:cs typeface="Century Gothic"/>
              </a:rPr>
              <a:t>General</a:t>
            </a:r>
            <a:r>
              <a:rPr sz="3200" b="1" spc="-20" dirty="0">
                <a:latin typeface="Century Gothic"/>
                <a:cs typeface="Century Gothic"/>
              </a:rPr>
              <a:t> form</a:t>
            </a:r>
            <a:endParaRPr sz="3200" dirty="0">
              <a:latin typeface="Century Gothic"/>
              <a:cs typeface="Century Gothic"/>
            </a:endParaRPr>
          </a:p>
          <a:p>
            <a:pPr marL="90170">
              <a:lnSpc>
                <a:spcPct val="100000"/>
              </a:lnSpc>
              <a:spcBef>
                <a:spcPts val="1260"/>
              </a:spcBef>
            </a:pPr>
            <a:r>
              <a:rPr sz="3200" dirty="0">
                <a:latin typeface="Century Gothic"/>
                <a:cs typeface="Century Gothic"/>
              </a:rPr>
              <a:t>Digital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sampling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frequency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&gt;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analogue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frequency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x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spc="-50" dirty="0">
                <a:latin typeface="Century Gothic"/>
                <a:cs typeface="Century Gothic"/>
              </a:rPr>
              <a:t>2</a:t>
            </a:r>
            <a:endParaRPr sz="3200" dirty="0">
              <a:latin typeface="Century Gothic"/>
              <a:cs typeface="Century Gothic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627787" y="3707129"/>
            <a:ext cx="11746230" cy="1256030"/>
            <a:chOff x="627787" y="3707129"/>
            <a:chExt cx="11746230" cy="1256030"/>
          </a:xfrm>
        </p:grpSpPr>
        <p:pic>
          <p:nvPicPr>
            <p:cNvPr id="55" name="object 5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7787" y="3723639"/>
              <a:ext cx="11745822" cy="1239519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632460" y="3707129"/>
              <a:ext cx="11736070" cy="50800"/>
            </a:xfrm>
            <a:custGeom>
              <a:avLst/>
              <a:gdLst/>
              <a:ahLst/>
              <a:cxnLst/>
              <a:rect l="l" t="t" r="r" b="b"/>
              <a:pathLst>
                <a:path w="11736070" h="508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0" y="50800"/>
                  </a:lnTo>
                  <a:lnTo>
                    <a:pt x="11736070" y="508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32459" y="375792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32459" y="3783329"/>
              <a:ext cx="11736070" cy="24130"/>
            </a:xfrm>
            <a:custGeom>
              <a:avLst/>
              <a:gdLst/>
              <a:ahLst/>
              <a:cxnLst/>
              <a:rect l="l" t="t" r="r" b="b"/>
              <a:pathLst>
                <a:path w="11736070" h="24129">
                  <a:moveTo>
                    <a:pt x="11736070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11736070" y="2413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32459" y="380745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32459" y="383285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32459" y="385825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32459" y="388365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2459" y="3909059"/>
              <a:ext cx="11736070" cy="24130"/>
            </a:xfrm>
            <a:custGeom>
              <a:avLst/>
              <a:gdLst/>
              <a:ahLst/>
              <a:cxnLst/>
              <a:rect l="l" t="t" r="r" b="b"/>
              <a:pathLst>
                <a:path w="11736070" h="24129">
                  <a:moveTo>
                    <a:pt x="1173607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11736070" y="24129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32459" y="393318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32459" y="395858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32459" y="398398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32459" y="400938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32459" y="4034789"/>
              <a:ext cx="11736070" cy="24130"/>
            </a:xfrm>
            <a:custGeom>
              <a:avLst/>
              <a:gdLst/>
              <a:ahLst/>
              <a:cxnLst/>
              <a:rect l="l" t="t" r="r" b="b"/>
              <a:pathLst>
                <a:path w="11736070" h="24129">
                  <a:moveTo>
                    <a:pt x="11736070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11736070" y="2413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32459" y="405891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32459" y="408431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32459" y="410971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32459" y="4135119"/>
              <a:ext cx="11736070" cy="24130"/>
            </a:xfrm>
            <a:custGeom>
              <a:avLst/>
              <a:gdLst/>
              <a:ahLst/>
              <a:cxnLst/>
              <a:rect l="l" t="t" r="r" b="b"/>
              <a:pathLst>
                <a:path w="11736070" h="24129">
                  <a:moveTo>
                    <a:pt x="1173607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11736070" y="24129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32459" y="415924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32459" y="418464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32459" y="421004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32459" y="423544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632459" y="4260849"/>
              <a:ext cx="11736070" cy="24130"/>
            </a:xfrm>
            <a:custGeom>
              <a:avLst/>
              <a:gdLst/>
              <a:ahLst/>
              <a:cxnLst/>
              <a:rect l="l" t="t" r="r" b="b"/>
              <a:pathLst>
                <a:path w="11736070" h="24129">
                  <a:moveTo>
                    <a:pt x="1173607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11736070" y="24129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32459" y="428497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632459" y="431037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2459" y="433577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32459" y="4361179"/>
              <a:ext cx="11736070" cy="24130"/>
            </a:xfrm>
            <a:custGeom>
              <a:avLst/>
              <a:gdLst/>
              <a:ahLst/>
              <a:cxnLst/>
              <a:rect l="l" t="t" r="r" b="b"/>
              <a:pathLst>
                <a:path w="11736070" h="24129">
                  <a:moveTo>
                    <a:pt x="11736070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11736070" y="2413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32459" y="438530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32459" y="441070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632459" y="443610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632459" y="446150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32459" y="4486909"/>
              <a:ext cx="11736070" cy="24130"/>
            </a:xfrm>
            <a:custGeom>
              <a:avLst/>
              <a:gdLst/>
              <a:ahLst/>
              <a:cxnLst/>
              <a:rect l="l" t="t" r="r" b="b"/>
              <a:pathLst>
                <a:path w="11736070" h="24129">
                  <a:moveTo>
                    <a:pt x="1173607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11736070" y="24129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32459" y="451103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632460" y="4536439"/>
              <a:ext cx="11736070" cy="50800"/>
            </a:xfrm>
            <a:custGeom>
              <a:avLst/>
              <a:gdLst/>
              <a:ahLst/>
              <a:cxnLst/>
              <a:rect l="l" t="t" r="r" b="b"/>
              <a:pathLst>
                <a:path w="11736070" h="508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0" y="50800"/>
                  </a:lnTo>
                  <a:lnTo>
                    <a:pt x="11736070" y="508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632459" y="4587239"/>
              <a:ext cx="11736070" cy="24130"/>
            </a:xfrm>
            <a:custGeom>
              <a:avLst/>
              <a:gdLst/>
              <a:ahLst/>
              <a:cxnLst/>
              <a:rect l="l" t="t" r="r" b="b"/>
              <a:pathLst>
                <a:path w="11736070" h="24129">
                  <a:moveTo>
                    <a:pt x="11736070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11736070" y="2413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632459" y="461136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632459" y="463676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632459" y="466216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632459" y="468756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632459" y="4712969"/>
              <a:ext cx="11736070" cy="24130"/>
            </a:xfrm>
            <a:custGeom>
              <a:avLst/>
              <a:gdLst/>
              <a:ahLst/>
              <a:cxnLst/>
              <a:rect l="l" t="t" r="r" b="b"/>
              <a:pathLst>
                <a:path w="11736070" h="24129">
                  <a:moveTo>
                    <a:pt x="1173607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11736070" y="24129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632459" y="473709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632459" y="476249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632459" y="478789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2459" y="4813299"/>
              <a:ext cx="11736070" cy="24130"/>
            </a:xfrm>
            <a:custGeom>
              <a:avLst/>
              <a:gdLst/>
              <a:ahLst/>
              <a:cxnLst/>
              <a:rect l="l" t="t" r="r" b="b"/>
              <a:pathLst>
                <a:path w="11736070" h="24129">
                  <a:moveTo>
                    <a:pt x="1173607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11736070" y="24129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32459" y="483742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32459" y="486282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32459" y="488822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32459" y="491362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3" name="object 103"/>
          <p:cNvSpPr txBox="1"/>
          <p:nvPr/>
        </p:nvSpPr>
        <p:spPr>
          <a:xfrm>
            <a:off x="632459" y="3708400"/>
            <a:ext cx="11736070" cy="122936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70"/>
              </a:spcBef>
            </a:pPr>
            <a:r>
              <a:rPr sz="3200" b="1" dirty="0">
                <a:latin typeface="Century Gothic"/>
                <a:cs typeface="Century Gothic"/>
              </a:rPr>
              <a:t>Spatial</a:t>
            </a:r>
            <a:r>
              <a:rPr sz="3200" b="1" spc="-15" dirty="0">
                <a:latin typeface="Century Gothic"/>
                <a:cs typeface="Century Gothic"/>
              </a:rPr>
              <a:t> </a:t>
            </a:r>
            <a:r>
              <a:rPr sz="3200" b="1" spc="-10" dirty="0">
                <a:latin typeface="Century Gothic"/>
                <a:cs typeface="Century Gothic"/>
              </a:rPr>
              <a:t>representation</a:t>
            </a:r>
            <a:endParaRPr sz="3200">
              <a:latin typeface="Century Gothic"/>
              <a:cs typeface="Century Gothic"/>
            </a:endParaRPr>
          </a:p>
          <a:p>
            <a:pPr marL="90170">
              <a:lnSpc>
                <a:spcPct val="100000"/>
              </a:lnSpc>
              <a:spcBef>
                <a:spcPts val="1260"/>
              </a:spcBef>
            </a:pPr>
            <a:r>
              <a:rPr sz="3200" dirty="0">
                <a:latin typeface="Century Gothic"/>
                <a:cs typeface="Century Gothic"/>
              </a:rPr>
              <a:t>Image</a:t>
            </a:r>
            <a:r>
              <a:rPr sz="3200" spc="-2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pixel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size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x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2.3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=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smallest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resolvable</a:t>
            </a:r>
            <a:r>
              <a:rPr sz="3200" spc="-10" dirty="0">
                <a:latin typeface="Century Gothic"/>
                <a:cs typeface="Century Gothic"/>
              </a:rPr>
              <a:t> distance</a:t>
            </a:r>
            <a:endParaRPr sz="3200">
              <a:latin typeface="Century Gothic"/>
              <a:cs typeface="Century Gothic"/>
            </a:endParaRPr>
          </a:p>
        </p:txBody>
      </p:sp>
      <p:grpSp>
        <p:nvGrpSpPr>
          <p:cNvPr id="104" name="object 104"/>
          <p:cNvGrpSpPr/>
          <p:nvPr/>
        </p:nvGrpSpPr>
        <p:grpSpPr>
          <a:xfrm>
            <a:off x="627787" y="5459729"/>
            <a:ext cx="11746230" cy="1256030"/>
            <a:chOff x="627787" y="5459729"/>
            <a:chExt cx="11746230" cy="1256030"/>
          </a:xfrm>
        </p:grpSpPr>
        <p:pic>
          <p:nvPicPr>
            <p:cNvPr id="105" name="object 10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7787" y="5474969"/>
              <a:ext cx="11745822" cy="1240382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632460" y="5459729"/>
              <a:ext cx="11736070" cy="50800"/>
            </a:xfrm>
            <a:custGeom>
              <a:avLst/>
              <a:gdLst/>
              <a:ahLst/>
              <a:cxnLst/>
              <a:rect l="l" t="t" r="r" b="b"/>
              <a:pathLst>
                <a:path w="11736070" h="508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0" y="50800"/>
                  </a:lnTo>
                  <a:lnTo>
                    <a:pt x="11736070" y="508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632459" y="551052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632459" y="5535929"/>
              <a:ext cx="11736070" cy="24130"/>
            </a:xfrm>
            <a:custGeom>
              <a:avLst/>
              <a:gdLst/>
              <a:ahLst/>
              <a:cxnLst/>
              <a:rect l="l" t="t" r="r" b="b"/>
              <a:pathLst>
                <a:path w="11736070" h="24129">
                  <a:moveTo>
                    <a:pt x="11736070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11736070" y="2413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632459" y="556005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632459" y="558545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632459" y="561085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632459" y="5636259"/>
              <a:ext cx="11736070" cy="24130"/>
            </a:xfrm>
            <a:custGeom>
              <a:avLst/>
              <a:gdLst/>
              <a:ahLst/>
              <a:cxnLst/>
              <a:rect l="l" t="t" r="r" b="b"/>
              <a:pathLst>
                <a:path w="11736070" h="24129">
                  <a:moveTo>
                    <a:pt x="1173607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11736070" y="24129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632459" y="566038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632459" y="568578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632459" y="571118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2459" y="573658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32459" y="5761989"/>
              <a:ext cx="11736070" cy="24130"/>
            </a:xfrm>
            <a:custGeom>
              <a:avLst/>
              <a:gdLst/>
              <a:ahLst/>
              <a:cxnLst/>
              <a:rect l="l" t="t" r="r" b="b"/>
              <a:pathLst>
                <a:path w="11736070" h="24129">
                  <a:moveTo>
                    <a:pt x="11736070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11736070" y="2413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32459" y="578611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32459" y="581151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632459" y="583691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632459" y="5862319"/>
              <a:ext cx="11736070" cy="24130"/>
            </a:xfrm>
            <a:custGeom>
              <a:avLst/>
              <a:gdLst/>
              <a:ahLst/>
              <a:cxnLst/>
              <a:rect l="l" t="t" r="r" b="b"/>
              <a:pathLst>
                <a:path w="11736070" h="24129">
                  <a:moveTo>
                    <a:pt x="1173607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11736070" y="24129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632459" y="588644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632459" y="591184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632459" y="593724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632459" y="596264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632459" y="5988049"/>
              <a:ext cx="11736070" cy="24130"/>
            </a:xfrm>
            <a:custGeom>
              <a:avLst/>
              <a:gdLst/>
              <a:ahLst/>
              <a:cxnLst/>
              <a:rect l="l" t="t" r="r" b="b"/>
              <a:pathLst>
                <a:path w="11736070" h="24129">
                  <a:moveTo>
                    <a:pt x="1173607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11736070" y="24129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632459" y="601217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632459" y="603757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632459" y="606297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632459" y="608837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632459" y="6113779"/>
              <a:ext cx="11736070" cy="24130"/>
            </a:xfrm>
            <a:custGeom>
              <a:avLst/>
              <a:gdLst/>
              <a:ahLst/>
              <a:cxnLst/>
              <a:rect l="l" t="t" r="r" b="b"/>
              <a:pathLst>
                <a:path w="11736070" h="24129">
                  <a:moveTo>
                    <a:pt x="11736070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11736070" y="2413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632459" y="613790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632459" y="616330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632459" y="618870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632459" y="6214109"/>
              <a:ext cx="11736070" cy="24130"/>
            </a:xfrm>
            <a:custGeom>
              <a:avLst/>
              <a:gdLst/>
              <a:ahLst/>
              <a:cxnLst/>
              <a:rect l="l" t="t" r="r" b="b"/>
              <a:pathLst>
                <a:path w="11736070" h="24129">
                  <a:moveTo>
                    <a:pt x="1173607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11736070" y="24129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632459" y="623823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632459" y="626363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632460" y="6289039"/>
              <a:ext cx="11736070" cy="50800"/>
            </a:xfrm>
            <a:custGeom>
              <a:avLst/>
              <a:gdLst/>
              <a:ahLst/>
              <a:cxnLst/>
              <a:rect l="l" t="t" r="r" b="b"/>
              <a:pathLst>
                <a:path w="11736070" h="508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0" y="50800"/>
                  </a:lnTo>
                  <a:lnTo>
                    <a:pt x="11736070" y="508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632459" y="6339839"/>
              <a:ext cx="11736070" cy="24130"/>
            </a:xfrm>
            <a:custGeom>
              <a:avLst/>
              <a:gdLst/>
              <a:ahLst/>
              <a:cxnLst/>
              <a:rect l="l" t="t" r="r" b="b"/>
              <a:pathLst>
                <a:path w="11736070" h="24129">
                  <a:moveTo>
                    <a:pt x="11736070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11736070" y="2413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632459" y="636396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632459" y="638936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632459" y="641476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632459" y="6440169"/>
              <a:ext cx="11736070" cy="24130"/>
            </a:xfrm>
            <a:custGeom>
              <a:avLst/>
              <a:gdLst/>
              <a:ahLst/>
              <a:cxnLst/>
              <a:rect l="l" t="t" r="r" b="b"/>
              <a:pathLst>
                <a:path w="11736070" h="24129">
                  <a:moveTo>
                    <a:pt x="1173607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11736070" y="24129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632459" y="646429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632459" y="648969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632459" y="651509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632459" y="654049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632459" y="6565899"/>
              <a:ext cx="11736070" cy="24130"/>
            </a:xfrm>
            <a:custGeom>
              <a:avLst/>
              <a:gdLst/>
              <a:ahLst/>
              <a:cxnLst/>
              <a:rect l="l" t="t" r="r" b="b"/>
              <a:pathLst>
                <a:path w="11736070" h="24129">
                  <a:moveTo>
                    <a:pt x="11736070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11736070" y="2413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632459" y="659002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632459" y="661542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632459" y="664082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632459" y="6666229"/>
              <a:ext cx="11736070" cy="25400"/>
            </a:xfrm>
            <a:custGeom>
              <a:avLst/>
              <a:gdLst/>
              <a:ahLst/>
              <a:cxnLst/>
              <a:rect l="l" t="t" r="r" b="b"/>
              <a:pathLst>
                <a:path w="11736070" h="25400">
                  <a:moveTo>
                    <a:pt x="117360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736070" y="25400"/>
                  </a:lnTo>
                  <a:lnTo>
                    <a:pt x="11736070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3" name="object 153"/>
          <p:cNvSpPr txBox="1"/>
          <p:nvPr/>
        </p:nvSpPr>
        <p:spPr>
          <a:xfrm>
            <a:off x="632459" y="5461000"/>
            <a:ext cx="11736070" cy="122936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70"/>
              </a:spcBef>
            </a:pPr>
            <a:r>
              <a:rPr sz="3200" b="1" spc="-10" dirty="0">
                <a:latin typeface="Century Gothic"/>
                <a:cs typeface="Century Gothic"/>
              </a:rPr>
              <a:t>Microscopy</a:t>
            </a:r>
            <a:endParaRPr sz="3200">
              <a:latin typeface="Century Gothic"/>
              <a:cs typeface="Century Gothic"/>
            </a:endParaRPr>
          </a:p>
          <a:p>
            <a:pPr marL="90170">
              <a:lnSpc>
                <a:spcPct val="100000"/>
              </a:lnSpc>
              <a:spcBef>
                <a:spcPts val="1260"/>
              </a:spcBef>
            </a:pPr>
            <a:r>
              <a:rPr sz="3200" dirty="0">
                <a:latin typeface="Century Gothic"/>
                <a:cs typeface="Century Gothic"/>
              </a:rPr>
              <a:t>Image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pixel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size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x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2.3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=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optical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resolution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spc="-25" dirty="0">
                <a:latin typeface="Century Gothic"/>
                <a:cs typeface="Century Gothic"/>
              </a:rPr>
              <a:t>(d)</a:t>
            </a:r>
            <a:endParaRPr sz="320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947718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890" y="64769"/>
            <a:ext cx="11971019" cy="925894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863725">
              <a:lnSpc>
                <a:spcPct val="100000"/>
              </a:lnSpc>
              <a:spcBef>
                <a:spcPts val="100"/>
              </a:spcBef>
            </a:pPr>
            <a:r>
              <a:rPr lang="da-DK" dirty="0"/>
              <a:t>A</a:t>
            </a:r>
            <a:r>
              <a:rPr dirty="0" err="1"/>
              <a:t>liasing</a:t>
            </a:r>
            <a:r>
              <a:rPr spc="-25" dirty="0"/>
              <a:t> </a:t>
            </a:r>
            <a:r>
              <a:rPr spc="-10" dirty="0"/>
              <a:t>problems...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937" y="1932077"/>
            <a:ext cx="7120074" cy="714674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28929" y="1137919"/>
            <a:ext cx="12344400" cy="3810"/>
          </a:xfrm>
          <a:custGeom>
            <a:avLst/>
            <a:gdLst/>
            <a:ahLst/>
            <a:cxnLst/>
            <a:rect l="l" t="t" r="r" b="b"/>
            <a:pathLst>
              <a:path w="12344400" h="3809">
                <a:moveTo>
                  <a:pt x="0" y="0"/>
                </a:moveTo>
                <a:lnTo>
                  <a:pt x="12344400" y="3809"/>
                </a:lnTo>
              </a:path>
            </a:pathLst>
          </a:custGeom>
          <a:ln w="50676">
            <a:solidFill>
              <a:srgbClr val="2C2C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7715250" y="2425700"/>
            <a:ext cx="5039360" cy="1096010"/>
            <a:chOff x="7715250" y="2425700"/>
            <a:chExt cx="5039360" cy="109601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15250" y="2440940"/>
              <a:ext cx="5039359" cy="108036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719060" y="2425699"/>
              <a:ext cx="5030470" cy="44450"/>
            </a:xfrm>
            <a:custGeom>
              <a:avLst/>
              <a:gdLst/>
              <a:ahLst/>
              <a:cxnLst/>
              <a:rect l="l" t="t" r="r" b="b"/>
              <a:pathLst>
                <a:path w="5030470" h="44450">
                  <a:moveTo>
                    <a:pt x="50304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44450"/>
                  </a:lnTo>
                  <a:lnTo>
                    <a:pt x="5030470" y="44450"/>
                  </a:lnTo>
                  <a:lnTo>
                    <a:pt x="5030470" y="2159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19060" y="2470150"/>
              <a:ext cx="5030470" cy="21590"/>
            </a:xfrm>
            <a:custGeom>
              <a:avLst/>
              <a:gdLst/>
              <a:ahLst/>
              <a:cxnLst/>
              <a:rect l="l" t="t" r="r" b="b"/>
              <a:pathLst>
                <a:path w="5030470" h="21589">
                  <a:moveTo>
                    <a:pt x="50304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5030470" y="2159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19060" y="2491739"/>
              <a:ext cx="5030470" cy="21590"/>
            </a:xfrm>
            <a:custGeom>
              <a:avLst/>
              <a:gdLst/>
              <a:ahLst/>
              <a:cxnLst/>
              <a:rect l="l" t="t" r="r" b="b"/>
              <a:pathLst>
                <a:path w="5030470" h="21589">
                  <a:moveTo>
                    <a:pt x="503047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5030470" y="2158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719060" y="2513330"/>
              <a:ext cx="5030470" cy="21590"/>
            </a:xfrm>
            <a:custGeom>
              <a:avLst/>
              <a:gdLst/>
              <a:ahLst/>
              <a:cxnLst/>
              <a:rect l="l" t="t" r="r" b="b"/>
              <a:pathLst>
                <a:path w="5030470" h="21589">
                  <a:moveTo>
                    <a:pt x="50304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5030470" y="2159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719060" y="2534920"/>
              <a:ext cx="5030470" cy="21590"/>
            </a:xfrm>
            <a:custGeom>
              <a:avLst/>
              <a:gdLst/>
              <a:ahLst/>
              <a:cxnLst/>
              <a:rect l="l" t="t" r="r" b="b"/>
              <a:pathLst>
                <a:path w="5030470" h="21589">
                  <a:moveTo>
                    <a:pt x="503047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5030470" y="2158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719060" y="2556510"/>
              <a:ext cx="5030470" cy="21590"/>
            </a:xfrm>
            <a:custGeom>
              <a:avLst/>
              <a:gdLst/>
              <a:ahLst/>
              <a:cxnLst/>
              <a:rect l="l" t="t" r="r" b="b"/>
              <a:pathLst>
                <a:path w="5030470" h="21589">
                  <a:moveTo>
                    <a:pt x="50304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5030470" y="2159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719060" y="2578100"/>
              <a:ext cx="5030470" cy="22860"/>
            </a:xfrm>
            <a:custGeom>
              <a:avLst/>
              <a:gdLst/>
              <a:ahLst/>
              <a:cxnLst/>
              <a:rect l="l" t="t" r="r" b="b"/>
              <a:pathLst>
                <a:path w="5030470" h="22860">
                  <a:moveTo>
                    <a:pt x="50304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5030470" y="2285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719060" y="2600960"/>
              <a:ext cx="5030470" cy="21590"/>
            </a:xfrm>
            <a:custGeom>
              <a:avLst/>
              <a:gdLst/>
              <a:ahLst/>
              <a:cxnLst/>
              <a:rect l="l" t="t" r="r" b="b"/>
              <a:pathLst>
                <a:path w="5030470" h="21589">
                  <a:moveTo>
                    <a:pt x="50304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5030470" y="2159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719060" y="2622550"/>
              <a:ext cx="5030470" cy="21590"/>
            </a:xfrm>
            <a:custGeom>
              <a:avLst/>
              <a:gdLst/>
              <a:ahLst/>
              <a:cxnLst/>
              <a:rect l="l" t="t" r="r" b="b"/>
              <a:pathLst>
                <a:path w="5030470" h="21589">
                  <a:moveTo>
                    <a:pt x="50304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5030470" y="2159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719060" y="2644140"/>
              <a:ext cx="5030470" cy="21590"/>
            </a:xfrm>
            <a:custGeom>
              <a:avLst/>
              <a:gdLst/>
              <a:ahLst/>
              <a:cxnLst/>
              <a:rect l="l" t="t" r="r" b="b"/>
              <a:pathLst>
                <a:path w="5030470" h="21589">
                  <a:moveTo>
                    <a:pt x="503047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5030470" y="2158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719060" y="2665729"/>
              <a:ext cx="5030470" cy="22860"/>
            </a:xfrm>
            <a:custGeom>
              <a:avLst/>
              <a:gdLst/>
              <a:ahLst/>
              <a:cxnLst/>
              <a:rect l="l" t="t" r="r" b="b"/>
              <a:pathLst>
                <a:path w="5030470" h="22860">
                  <a:moveTo>
                    <a:pt x="50304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5030470" y="2286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719060" y="2688590"/>
              <a:ext cx="5030470" cy="21590"/>
            </a:xfrm>
            <a:custGeom>
              <a:avLst/>
              <a:gdLst/>
              <a:ahLst/>
              <a:cxnLst/>
              <a:rect l="l" t="t" r="r" b="b"/>
              <a:pathLst>
                <a:path w="5030470" h="21589">
                  <a:moveTo>
                    <a:pt x="503047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5030470" y="2158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19060" y="2710179"/>
              <a:ext cx="5030470" cy="21590"/>
            </a:xfrm>
            <a:custGeom>
              <a:avLst/>
              <a:gdLst/>
              <a:ahLst/>
              <a:cxnLst/>
              <a:rect l="l" t="t" r="r" b="b"/>
              <a:pathLst>
                <a:path w="5030470" h="21589">
                  <a:moveTo>
                    <a:pt x="50304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5030470" y="2159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719060" y="2731770"/>
              <a:ext cx="5030470" cy="21590"/>
            </a:xfrm>
            <a:custGeom>
              <a:avLst/>
              <a:gdLst/>
              <a:ahLst/>
              <a:cxnLst/>
              <a:rect l="l" t="t" r="r" b="b"/>
              <a:pathLst>
                <a:path w="5030470" h="21589">
                  <a:moveTo>
                    <a:pt x="503047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5030470" y="2158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719060" y="2753359"/>
              <a:ext cx="5030470" cy="22860"/>
            </a:xfrm>
            <a:custGeom>
              <a:avLst/>
              <a:gdLst/>
              <a:ahLst/>
              <a:cxnLst/>
              <a:rect l="l" t="t" r="r" b="b"/>
              <a:pathLst>
                <a:path w="5030470" h="22860">
                  <a:moveTo>
                    <a:pt x="50304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5030470" y="2286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719060" y="2776220"/>
              <a:ext cx="5030470" cy="21590"/>
            </a:xfrm>
            <a:custGeom>
              <a:avLst/>
              <a:gdLst/>
              <a:ahLst/>
              <a:cxnLst/>
              <a:rect l="l" t="t" r="r" b="b"/>
              <a:pathLst>
                <a:path w="5030470" h="21589">
                  <a:moveTo>
                    <a:pt x="503047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5030470" y="2158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719060" y="2797809"/>
              <a:ext cx="5030470" cy="21590"/>
            </a:xfrm>
            <a:custGeom>
              <a:avLst/>
              <a:gdLst/>
              <a:ahLst/>
              <a:cxnLst/>
              <a:rect l="l" t="t" r="r" b="b"/>
              <a:pathLst>
                <a:path w="5030470" h="21589">
                  <a:moveTo>
                    <a:pt x="50304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5030470" y="2159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719060" y="2819400"/>
              <a:ext cx="5030470" cy="21590"/>
            </a:xfrm>
            <a:custGeom>
              <a:avLst/>
              <a:gdLst/>
              <a:ahLst/>
              <a:cxnLst/>
              <a:rect l="l" t="t" r="r" b="b"/>
              <a:pathLst>
                <a:path w="5030470" h="21589">
                  <a:moveTo>
                    <a:pt x="50304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5030470" y="2159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719060" y="2840990"/>
              <a:ext cx="5030470" cy="21590"/>
            </a:xfrm>
            <a:custGeom>
              <a:avLst/>
              <a:gdLst/>
              <a:ahLst/>
              <a:cxnLst/>
              <a:rect l="l" t="t" r="r" b="b"/>
              <a:pathLst>
                <a:path w="5030470" h="21589">
                  <a:moveTo>
                    <a:pt x="503047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5030470" y="2158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719060" y="2862580"/>
              <a:ext cx="5030470" cy="21590"/>
            </a:xfrm>
            <a:custGeom>
              <a:avLst/>
              <a:gdLst/>
              <a:ahLst/>
              <a:cxnLst/>
              <a:rect l="l" t="t" r="r" b="b"/>
              <a:pathLst>
                <a:path w="5030470" h="21589">
                  <a:moveTo>
                    <a:pt x="50304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5030470" y="2159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719060" y="2884169"/>
              <a:ext cx="5030470" cy="22860"/>
            </a:xfrm>
            <a:custGeom>
              <a:avLst/>
              <a:gdLst/>
              <a:ahLst/>
              <a:cxnLst/>
              <a:rect l="l" t="t" r="r" b="b"/>
              <a:pathLst>
                <a:path w="5030470" h="22860">
                  <a:moveTo>
                    <a:pt x="50304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5030470" y="2285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719060" y="2907030"/>
              <a:ext cx="5030470" cy="21590"/>
            </a:xfrm>
            <a:custGeom>
              <a:avLst/>
              <a:gdLst/>
              <a:ahLst/>
              <a:cxnLst/>
              <a:rect l="l" t="t" r="r" b="b"/>
              <a:pathLst>
                <a:path w="5030470" h="21589">
                  <a:moveTo>
                    <a:pt x="50304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5030470" y="2159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719060" y="2928619"/>
              <a:ext cx="5030470" cy="21590"/>
            </a:xfrm>
            <a:custGeom>
              <a:avLst/>
              <a:gdLst/>
              <a:ahLst/>
              <a:cxnLst/>
              <a:rect l="l" t="t" r="r" b="b"/>
              <a:pathLst>
                <a:path w="5030470" h="21589">
                  <a:moveTo>
                    <a:pt x="503047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5030470" y="2158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719060" y="2950209"/>
              <a:ext cx="5030470" cy="21590"/>
            </a:xfrm>
            <a:custGeom>
              <a:avLst/>
              <a:gdLst/>
              <a:ahLst/>
              <a:cxnLst/>
              <a:rect l="l" t="t" r="r" b="b"/>
              <a:pathLst>
                <a:path w="5030470" h="21589">
                  <a:moveTo>
                    <a:pt x="50304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5030470" y="2159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719060" y="2971800"/>
              <a:ext cx="5030470" cy="22860"/>
            </a:xfrm>
            <a:custGeom>
              <a:avLst/>
              <a:gdLst/>
              <a:ahLst/>
              <a:cxnLst/>
              <a:rect l="l" t="t" r="r" b="b"/>
              <a:pathLst>
                <a:path w="5030470" h="22860">
                  <a:moveTo>
                    <a:pt x="50304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5030470" y="2285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719060" y="2994659"/>
              <a:ext cx="5030470" cy="21590"/>
            </a:xfrm>
            <a:custGeom>
              <a:avLst/>
              <a:gdLst/>
              <a:ahLst/>
              <a:cxnLst/>
              <a:rect l="l" t="t" r="r" b="b"/>
              <a:pathLst>
                <a:path w="5030470" h="21589">
                  <a:moveTo>
                    <a:pt x="50304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5030470" y="2159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719060" y="3016250"/>
              <a:ext cx="5030470" cy="21590"/>
            </a:xfrm>
            <a:custGeom>
              <a:avLst/>
              <a:gdLst/>
              <a:ahLst/>
              <a:cxnLst/>
              <a:rect l="l" t="t" r="r" b="b"/>
              <a:pathLst>
                <a:path w="5030470" h="21589">
                  <a:moveTo>
                    <a:pt x="50304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5030470" y="2159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719060" y="3037840"/>
              <a:ext cx="5030470" cy="21590"/>
            </a:xfrm>
            <a:custGeom>
              <a:avLst/>
              <a:gdLst/>
              <a:ahLst/>
              <a:cxnLst/>
              <a:rect l="l" t="t" r="r" b="b"/>
              <a:pathLst>
                <a:path w="5030470" h="21589">
                  <a:moveTo>
                    <a:pt x="503047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5030470" y="2158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719060" y="3059430"/>
              <a:ext cx="5030470" cy="21590"/>
            </a:xfrm>
            <a:custGeom>
              <a:avLst/>
              <a:gdLst/>
              <a:ahLst/>
              <a:cxnLst/>
              <a:rect l="l" t="t" r="r" b="b"/>
              <a:pathLst>
                <a:path w="5030470" h="21589">
                  <a:moveTo>
                    <a:pt x="50304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5030470" y="2159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719060" y="3081019"/>
              <a:ext cx="5030470" cy="22860"/>
            </a:xfrm>
            <a:custGeom>
              <a:avLst/>
              <a:gdLst/>
              <a:ahLst/>
              <a:cxnLst/>
              <a:rect l="l" t="t" r="r" b="b"/>
              <a:pathLst>
                <a:path w="5030470" h="22860">
                  <a:moveTo>
                    <a:pt x="50304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5030470" y="2285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719060" y="3103880"/>
              <a:ext cx="5030470" cy="21590"/>
            </a:xfrm>
            <a:custGeom>
              <a:avLst/>
              <a:gdLst/>
              <a:ahLst/>
              <a:cxnLst/>
              <a:rect l="l" t="t" r="r" b="b"/>
              <a:pathLst>
                <a:path w="5030470" h="21589">
                  <a:moveTo>
                    <a:pt x="50304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5030470" y="2159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719060" y="3125469"/>
              <a:ext cx="5030470" cy="21590"/>
            </a:xfrm>
            <a:custGeom>
              <a:avLst/>
              <a:gdLst/>
              <a:ahLst/>
              <a:cxnLst/>
              <a:rect l="l" t="t" r="r" b="b"/>
              <a:pathLst>
                <a:path w="5030470" h="21589">
                  <a:moveTo>
                    <a:pt x="503047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5030470" y="2158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719060" y="3147059"/>
              <a:ext cx="5030470" cy="43815"/>
            </a:xfrm>
            <a:custGeom>
              <a:avLst/>
              <a:gdLst/>
              <a:ahLst/>
              <a:cxnLst/>
              <a:rect l="l" t="t" r="r" b="b"/>
              <a:pathLst>
                <a:path w="5030470" h="43814">
                  <a:moveTo>
                    <a:pt x="50304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43192"/>
                  </a:lnTo>
                  <a:lnTo>
                    <a:pt x="5030470" y="43192"/>
                  </a:lnTo>
                  <a:lnTo>
                    <a:pt x="5030470" y="2159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719060" y="3190240"/>
              <a:ext cx="5030470" cy="22860"/>
            </a:xfrm>
            <a:custGeom>
              <a:avLst/>
              <a:gdLst/>
              <a:ahLst/>
              <a:cxnLst/>
              <a:rect l="l" t="t" r="r" b="b"/>
              <a:pathLst>
                <a:path w="5030470" h="22860">
                  <a:moveTo>
                    <a:pt x="50304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5030470" y="2285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719060" y="3213100"/>
              <a:ext cx="5030470" cy="21590"/>
            </a:xfrm>
            <a:custGeom>
              <a:avLst/>
              <a:gdLst/>
              <a:ahLst/>
              <a:cxnLst/>
              <a:rect l="l" t="t" r="r" b="b"/>
              <a:pathLst>
                <a:path w="5030470" h="21589">
                  <a:moveTo>
                    <a:pt x="50304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5030470" y="2159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719060" y="3234690"/>
              <a:ext cx="5030470" cy="21590"/>
            </a:xfrm>
            <a:custGeom>
              <a:avLst/>
              <a:gdLst/>
              <a:ahLst/>
              <a:cxnLst/>
              <a:rect l="l" t="t" r="r" b="b"/>
              <a:pathLst>
                <a:path w="5030470" h="21589">
                  <a:moveTo>
                    <a:pt x="503047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5030470" y="2158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719060" y="3256280"/>
              <a:ext cx="5030470" cy="21590"/>
            </a:xfrm>
            <a:custGeom>
              <a:avLst/>
              <a:gdLst/>
              <a:ahLst/>
              <a:cxnLst/>
              <a:rect l="l" t="t" r="r" b="b"/>
              <a:pathLst>
                <a:path w="5030470" h="21589">
                  <a:moveTo>
                    <a:pt x="50304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5030470" y="2159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719060" y="3277869"/>
              <a:ext cx="5030470" cy="22860"/>
            </a:xfrm>
            <a:custGeom>
              <a:avLst/>
              <a:gdLst/>
              <a:ahLst/>
              <a:cxnLst/>
              <a:rect l="l" t="t" r="r" b="b"/>
              <a:pathLst>
                <a:path w="5030470" h="22860">
                  <a:moveTo>
                    <a:pt x="50304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5030470" y="2285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719060" y="3300730"/>
              <a:ext cx="5030470" cy="21590"/>
            </a:xfrm>
            <a:custGeom>
              <a:avLst/>
              <a:gdLst/>
              <a:ahLst/>
              <a:cxnLst/>
              <a:rect l="l" t="t" r="r" b="b"/>
              <a:pathLst>
                <a:path w="5030470" h="21589">
                  <a:moveTo>
                    <a:pt x="50304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5030470" y="2159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719060" y="3322319"/>
              <a:ext cx="5030470" cy="21590"/>
            </a:xfrm>
            <a:custGeom>
              <a:avLst/>
              <a:gdLst/>
              <a:ahLst/>
              <a:cxnLst/>
              <a:rect l="l" t="t" r="r" b="b"/>
              <a:pathLst>
                <a:path w="5030470" h="21589">
                  <a:moveTo>
                    <a:pt x="503047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5030470" y="2158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719060" y="3343910"/>
              <a:ext cx="5030470" cy="21590"/>
            </a:xfrm>
            <a:custGeom>
              <a:avLst/>
              <a:gdLst/>
              <a:ahLst/>
              <a:cxnLst/>
              <a:rect l="l" t="t" r="r" b="b"/>
              <a:pathLst>
                <a:path w="5030470" h="21589">
                  <a:moveTo>
                    <a:pt x="503047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5030470" y="2158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719060" y="3365500"/>
              <a:ext cx="5030470" cy="21590"/>
            </a:xfrm>
            <a:custGeom>
              <a:avLst/>
              <a:gdLst/>
              <a:ahLst/>
              <a:cxnLst/>
              <a:rect l="l" t="t" r="r" b="b"/>
              <a:pathLst>
                <a:path w="5030470" h="21589">
                  <a:moveTo>
                    <a:pt x="503047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5030470" y="2158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719060" y="3387089"/>
              <a:ext cx="5030470" cy="22860"/>
            </a:xfrm>
            <a:custGeom>
              <a:avLst/>
              <a:gdLst/>
              <a:ahLst/>
              <a:cxnLst/>
              <a:rect l="l" t="t" r="r" b="b"/>
              <a:pathLst>
                <a:path w="5030470" h="22860">
                  <a:moveTo>
                    <a:pt x="50304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5030470" y="2286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719060" y="3409950"/>
              <a:ext cx="5030470" cy="21590"/>
            </a:xfrm>
            <a:custGeom>
              <a:avLst/>
              <a:gdLst/>
              <a:ahLst/>
              <a:cxnLst/>
              <a:rect l="l" t="t" r="r" b="b"/>
              <a:pathLst>
                <a:path w="5030470" h="21589">
                  <a:moveTo>
                    <a:pt x="503047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5030470" y="2158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719060" y="3431539"/>
              <a:ext cx="5030470" cy="21590"/>
            </a:xfrm>
            <a:custGeom>
              <a:avLst/>
              <a:gdLst/>
              <a:ahLst/>
              <a:cxnLst/>
              <a:rect l="l" t="t" r="r" b="b"/>
              <a:pathLst>
                <a:path w="5030470" h="21589">
                  <a:moveTo>
                    <a:pt x="503047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5030470" y="2158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719060" y="3453130"/>
              <a:ext cx="5030470" cy="21590"/>
            </a:xfrm>
            <a:custGeom>
              <a:avLst/>
              <a:gdLst/>
              <a:ahLst/>
              <a:cxnLst/>
              <a:rect l="l" t="t" r="r" b="b"/>
              <a:pathLst>
                <a:path w="5030470" h="21589">
                  <a:moveTo>
                    <a:pt x="50304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5030470" y="2159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719060" y="3474719"/>
              <a:ext cx="5030470" cy="22860"/>
            </a:xfrm>
            <a:custGeom>
              <a:avLst/>
              <a:gdLst/>
              <a:ahLst/>
              <a:cxnLst/>
              <a:rect l="l" t="t" r="r" b="b"/>
              <a:pathLst>
                <a:path w="5030470" h="22860">
                  <a:moveTo>
                    <a:pt x="50304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5030470" y="2285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7720330" y="2426970"/>
            <a:ext cx="5029200" cy="106934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842010" marR="641350" indent="-194310">
              <a:lnSpc>
                <a:spcPct val="100000"/>
              </a:lnSpc>
              <a:spcBef>
                <a:spcPts val="370"/>
              </a:spcBef>
            </a:pPr>
            <a:r>
              <a:rPr sz="3200" dirty="0">
                <a:latin typeface="Century Gothic"/>
                <a:cs typeface="Century Gothic"/>
              </a:rPr>
              <a:t>Pixel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size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relative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spc="-25" dirty="0">
                <a:latin typeface="Century Gothic"/>
                <a:cs typeface="Century Gothic"/>
              </a:rPr>
              <a:t>to </a:t>
            </a:r>
            <a:r>
              <a:rPr sz="3200" dirty="0">
                <a:latin typeface="Century Gothic"/>
                <a:cs typeface="Century Gothic"/>
              </a:rPr>
              <a:t>projected</a:t>
            </a:r>
            <a:r>
              <a:rPr sz="3200" spc="-30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image</a:t>
            </a:r>
            <a:endParaRPr sz="3200">
              <a:latin typeface="Century Gothic"/>
              <a:cs typeface="Century Gothic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7715250" y="4340859"/>
            <a:ext cx="5039360" cy="4141470"/>
            <a:chOff x="7715250" y="4340859"/>
            <a:chExt cx="5039360" cy="4141470"/>
          </a:xfrm>
        </p:grpSpPr>
        <p:pic>
          <p:nvPicPr>
            <p:cNvPr id="56" name="object 5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15250" y="4356099"/>
              <a:ext cx="5039359" cy="4125822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7719060" y="4340859"/>
              <a:ext cx="5030470" cy="167640"/>
            </a:xfrm>
            <a:custGeom>
              <a:avLst/>
              <a:gdLst/>
              <a:ahLst/>
              <a:cxnLst/>
              <a:rect l="l" t="t" r="r" b="b"/>
              <a:pathLst>
                <a:path w="5030470" h="167639">
                  <a:moveTo>
                    <a:pt x="50304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0" y="167640"/>
                  </a:lnTo>
                  <a:lnTo>
                    <a:pt x="5030470" y="167640"/>
                  </a:lnTo>
                  <a:lnTo>
                    <a:pt x="5030470" y="8382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719060" y="4508499"/>
              <a:ext cx="5030470" cy="83820"/>
            </a:xfrm>
            <a:custGeom>
              <a:avLst/>
              <a:gdLst/>
              <a:ahLst/>
              <a:cxnLst/>
              <a:rect l="l" t="t" r="r" b="b"/>
              <a:pathLst>
                <a:path w="5030470" h="83820">
                  <a:moveTo>
                    <a:pt x="50304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5030470" y="8382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719060" y="4592319"/>
              <a:ext cx="5030470" cy="83820"/>
            </a:xfrm>
            <a:custGeom>
              <a:avLst/>
              <a:gdLst/>
              <a:ahLst/>
              <a:cxnLst/>
              <a:rect l="l" t="t" r="r" b="b"/>
              <a:pathLst>
                <a:path w="5030470" h="83820">
                  <a:moveTo>
                    <a:pt x="50304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5030470" y="8381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719060" y="4676139"/>
              <a:ext cx="5030470" cy="85090"/>
            </a:xfrm>
            <a:custGeom>
              <a:avLst/>
              <a:gdLst/>
              <a:ahLst/>
              <a:cxnLst/>
              <a:rect l="l" t="t" r="r" b="b"/>
              <a:pathLst>
                <a:path w="5030470" h="85089">
                  <a:moveTo>
                    <a:pt x="5030470" y="0"/>
                  </a:moveTo>
                  <a:lnTo>
                    <a:pt x="0" y="0"/>
                  </a:lnTo>
                  <a:lnTo>
                    <a:pt x="0" y="85089"/>
                  </a:lnTo>
                  <a:lnTo>
                    <a:pt x="5030470" y="8508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719060" y="4761229"/>
              <a:ext cx="5030470" cy="83820"/>
            </a:xfrm>
            <a:custGeom>
              <a:avLst/>
              <a:gdLst/>
              <a:ahLst/>
              <a:cxnLst/>
              <a:rect l="l" t="t" r="r" b="b"/>
              <a:pathLst>
                <a:path w="5030470" h="83820">
                  <a:moveTo>
                    <a:pt x="50304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5030470" y="8382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719060" y="4845049"/>
              <a:ext cx="5030470" cy="83820"/>
            </a:xfrm>
            <a:custGeom>
              <a:avLst/>
              <a:gdLst/>
              <a:ahLst/>
              <a:cxnLst/>
              <a:rect l="l" t="t" r="r" b="b"/>
              <a:pathLst>
                <a:path w="5030470" h="83820">
                  <a:moveTo>
                    <a:pt x="50304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5030470" y="8382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719060" y="4928869"/>
              <a:ext cx="5030470" cy="83820"/>
            </a:xfrm>
            <a:custGeom>
              <a:avLst/>
              <a:gdLst/>
              <a:ahLst/>
              <a:cxnLst/>
              <a:rect l="l" t="t" r="r" b="b"/>
              <a:pathLst>
                <a:path w="5030470" h="83820">
                  <a:moveTo>
                    <a:pt x="50304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5030470" y="8381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719060" y="5012689"/>
              <a:ext cx="5030470" cy="83820"/>
            </a:xfrm>
            <a:custGeom>
              <a:avLst/>
              <a:gdLst/>
              <a:ahLst/>
              <a:cxnLst/>
              <a:rect l="l" t="t" r="r" b="b"/>
              <a:pathLst>
                <a:path w="5030470" h="83820">
                  <a:moveTo>
                    <a:pt x="50304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5030470" y="8382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719060" y="5096509"/>
              <a:ext cx="5030470" cy="83820"/>
            </a:xfrm>
            <a:custGeom>
              <a:avLst/>
              <a:gdLst/>
              <a:ahLst/>
              <a:cxnLst/>
              <a:rect l="l" t="t" r="r" b="b"/>
              <a:pathLst>
                <a:path w="5030470" h="83820">
                  <a:moveTo>
                    <a:pt x="50304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5030470" y="8381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719060" y="5180329"/>
              <a:ext cx="5030470" cy="85090"/>
            </a:xfrm>
            <a:custGeom>
              <a:avLst/>
              <a:gdLst/>
              <a:ahLst/>
              <a:cxnLst/>
              <a:rect l="l" t="t" r="r" b="b"/>
              <a:pathLst>
                <a:path w="5030470" h="85089">
                  <a:moveTo>
                    <a:pt x="5030470" y="0"/>
                  </a:moveTo>
                  <a:lnTo>
                    <a:pt x="0" y="0"/>
                  </a:lnTo>
                  <a:lnTo>
                    <a:pt x="0" y="85090"/>
                  </a:lnTo>
                  <a:lnTo>
                    <a:pt x="5030470" y="8509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719060" y="5265419"/>
              <a:ext cx="5030470" cy="83820"/>
            </a:xfrm>
            <a:custGeom>
              <a:avLst/>
              <a:gdLst/>
              <a:ahLst/>
              <a:cxnLst/>
              <a:rect l="l" t="t" r="r" b="b"/>
              <a:pathLst>
                <a:path w="5030470" h="83820">
                  <a:moveTo>
                    <a:pt x="50304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5030470" y="8381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719060" y="5349239"/>
              <a:ext cx="5030470" cy="83820"/>
            </a:xfrm>
            <a:custGeom>
              <a:avLst/>
              <a:gdLst/>
              <a:ahLst/>
              <a:cxnLst/>
              <a:rect l="l" t="t" r="r" b="b"/>
              <a:pathLst>
                <a:path w="5030470" h="83820">
                  <a:moveTo>
                    <a:pt x="50304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5030470" y="8382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7719060" y="5433059"/>
              <a:ext cx="5030470" cy="83820"/>
            </a:xfrm>
            <a:custGeom>
              <a:avLst/>
              <a:gdLst/>
              <a:ahLst/>
              <a:cxnLst/>
              <a:rect l="l" t="t" r="r" b="b"/>
              <a:pathLst>
                <a:path w="5030470" h="83820">
                  <a:moveTo>
                    <a:pt x="50304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5030470" y="8381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7719060" y="5516879"/>
              <a:ext cx="5030470" cy="83820"/>
            </a:xfrm>
            <a:custGeom>
              <a:avLst/>
              <a:gdLst/>
              <a:ahLst/>
              <a:cxnLst/>
              <a:rect l="l" t="t" r="r" b="b"/>
              <a:pathLst>
                <a:path w="5030470" h="83820">
                  <a:moveTo>
                    <a:pt x="50304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5030470" y="8382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7719060" y="5600699"/>
              <a:ext cx="5030470" cy="83820"/>
            </a:xfrm>
            <a:custGeom>
              <a:avLst/>
              <a:gdLst/>
              <a:ahLst/>
              <a:cxnLst/>
              <a:rect l="l" t="t" r="r" b="b"/>
              <a:pathLst>
                <a:path w="5030470" h="83820">
                  <a:moveTo>
                    <a:pt x="50304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5030470" y="8382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7719060" y="5684519"/>
              <a:ext cx="5030470" cy="85090"/>
            </a:xfrm>
            <a:custGeom>
              <a:avLst/>
              <a:gdLst/>
              <a:ahLst/>
              <a:cxnLst/>
              <a:rect l="l" t="t" r="r" b="b"/>
              <a:pathLst>
                <a:path w="5030470" h="85089">
                  <a:moveTo>
                    <a:pt x="5030470" y="0"/>
                  </a:moveTo>
                  <a:lnTo>
                    <a:pt x="0" y="0"/>
                  </a:lnTo>
                  <a:lnTo>
                    <a:pt x="0" y="85089"/>
                  </a:lnTo>
                  <a:lnTo>
                    <a:pt x="5030470" y="8508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719060" y="5769609"/>
              <a:ext cx="5030470" cy="83820"/>
            </a:xfrm>
            <a:custGeom>
              <a:avLst/>
              <a:gdLst/>
              <a:ahLst/>
              <a:cxnLst/>
              <a:rect l="l" t="t" r="r" b="b"/>
              <a:pathLst>
                <a:path w="5030470" h="83820">
                  <a:moveTo>
                    <a:pt x="50304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5030470" y="8381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719060" y="5853429"/>
              <a:ext cx="5030470" cy="83820"/>
            </a:xfrm>
            <a:custGeom>
              <a:avLst/>
              <a:gdLst/>
              <a:ahLst/>
              <a:cxnLst/>
              <a:rect l="l" t="t" r="r" b="b"/>
              <a:pathLst>
                <a:path w="5030470" h="83820">
                  <a:moveTo>
                    <a:pt x="50304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5030470" y="8382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7719060" y="5937249"/>
              <a:ext cx="5030470" cy="83820"/>
            </a:xfrm>
            <a:custGeom>
              <a:avLst/>
              <a:gdLst/>
              <a:ahLst/>
              <a:cxnLst/>
              <a:rect l="l" t="t" r="r" b="b"/>
              <a:pathLst>
                <a:path w="5030470" h="83820">
                  <a:moveTo>
                    <a:pt x="50304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5030470" y="8382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719060" y="6021069"/>
              <a:ext cx="5030470" cy="83820"/>
            </a:xfrm>
            <a:custGeom>
              <a:avLst/>
              <a:gdLst/>
              <a:ahLst/>
              <a:cxnLst/>
              <a:rect l="l" t="t" r="r" b="b"/>
              <a:pathLst>
                <a:path w="5030470" h="83820">
                  <a:moveTo>
                    <a:pt x="50304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5030470" y="8381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719060" y="6104889"/>
              <a:ext cx="5030470" cy="83820"/>
            </a:xfrm>
            <a:custGeom>
              <a:avLst/>
              <a:gdLst/>
              <a:ahLst/>
              <a:cxnLst/>
              <a:rect l="l" t="t" r="r" b="b"/>
              <a:pathLst>
                <a:path w="5030470" h="83820">
                  <a:moveTo>
                    <a:pt x="50304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5030470" y="8382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719060" y="6188709"/>
              <a:ext cx="5030470" cy="83820"/>
            </a:xfrm>
            <a:custGeom>
              <a:avLst/>
              <a:gdLst/>
              <a:ahLst/>
              <a:cxnLst/>
              <a:rect l="l" t="t" r="r" b="b"/>
              <a:pathLst>
                <a:path w="5030470" h="83820">
                  <a:moveTo>
                    <a:pt x="50304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5030470" y="8381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719060" y="6272529"/>
              <a:ext cx="5030470" cy="85090"/>
            </a:xfrm>
            <a:custGeom>
              <a:avLst/>
              <a:gdLst/>
              <a:ahLst/>
              <a:cxnLst/>
              <a:rect l="l" t="t" r="r" b="b"/>
              <a:pathLst>
                <a:path w="5030470" h="85089">
                  <a:moveTo>
                    <a:pt x="5030470" y="0"/>
                  </a:moveTo>
                  <a:lnTo>
                    <a:pt x="0" y="0"/>
                  </a:lnTo>
                  <a:lnTo>
                    <a:pt x="0" y="85090"/>
                  </a:lnTo>
                  <a:lnTo>
                    <a:pt x="5030470" y="8509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7719060" y="6357619"/>
              <a:ext cx="5030470" cy="83820"/>
            </a:xfrm>
            <a:custGeom>
              <a:avLst/>
              <a:gdLst/>
              <a:ahLst/>
              <a:cxnLst/>
              <a:rect l="l" t="t" r="r" b="b"/>
              <a:pathLst>
                <a:path w="5030470" h="83820">
                  <a:moveTo>
                    <a:pt x="50304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5030470" y="8381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7719060" y="6441439"/>
              <a:ext cx="5030470" cy="83820"/>
            </a:xfrm>
            <a:custGeom>
              <a:avLst/>
              <a:gdLst/>
              <a:ahLst/>
              <a:cxnLst/>
              <a:rect l="l" t="t" r="r" b="b"/>
              <a:pathLst>
                <a:path w="5030470" h="83820">
                  <a:moveTo>
                    <a:pt x="50304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5030470" y="8382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7719060" y="6525259"/>
              <a:ext cx="5030470" cy="83820"/>
            </a:xfrm>
            <a:custGeom>
              <a:avLst/>
              <a:gdLst/>
              <a:ahLst/>
              <a:cxnLst/>
              <a:rect l="l" t="t" r="r" b="b"/>
              <a:pathLst>
                <a:path w="5030470" h="83820">
                  <a:moveTo>
                    <a:pt x="50304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5030470" y="8382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7719060" y="6609079"/>
              <a:ext cx="5030470" cy="83820"/>
            </a:xfrm>
            <a:custGeom>
              <a:avLst/>
              <a:gdLst/>
              <a:ahLst/>
              <a:cxnLst/>
              <a:rect l="l" t="t" r="r" b="b"/>
              <a:pathLst>
                <a:path w="5030470" h="83820">
                  <a:moveTo>
                    <a:pt x="50304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5030470" y="8382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719060" y="6692899"/>
              <a:ext cx="5030470" cy="85090"/>
            </a:xfrm>
            <a:custGeom>
              <a:avLst/>
              <a:gdLst/>
              <a:ahLst/>
              <a:cxnLst/>
              <a:rect l="l" t="t" r="r" b="b"/>
              <a:pathLst>
                <a:path w="5030470" h="85090">
                  <a:moveTo>
                    <a:pt x="5030470" y="0"/>
                  </a:moveTo>
                  <a:lnTo>
                    <a:pt x="0" y="0"/>
                  </a:lnTo>
                  <a:lnTo>
                    <a:pt x="0" y="85089"/>
                  </a:lnTo>
                  <a:lnTo>
                    <a:pt x="5030470" y="8508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719060" y="6777989"/>
              <a:ext cx="5030470" cy="83820"/>
            </a:xfrm>
            <a:custGeom>
              <a:avLst/>
              <a:gdLst/>
              <a:ahLst/>
              <a:cxnLst/>
              <a:rect l="l" t="t" r="r" b="b"/>
              <a:pathLst>
                <a:path w="5030470" h="83820">
                  <a:moveTo>
                    <a:pt x="50304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5030470" y="8381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719060" y="6861809"/>
              <a:ext cx="5030470" cy="83820"/>
            </a:xfrm>
            <a:custGeom>
              <a:avLst/>
              <a:gdLst/>
              <a:ahLst/>
              <a:cxnLst/>
              <a:rect l="l" t="t" r="r" b="b"/>
              <a:pathLst>
                <a:path w="5030470" h="83820">
                  <a:moveTo>
                    <a:pt x="50304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5030470" y="8382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719060" y="6945629"/>
              <a:ext cx="5030470" cy="83820"/>
            </a:xfrm>
            <a:custGeom>
              <a:avLst/>
              <a:gdLst/>
              <a:ahLst/>
              <a:cxnLst/>
              <a:rect l="l" t="t" r="r" b="b"/>
              <a:pathLst>
                <a:path w="5030470" h="83820">
                  <a:moveTo>
                    <a:pt x="50304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5030470" y="8382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719060" y="7029449"/>
              <a:ext cx="5030470" cy="83820"/>
            </a:xfrm>
            <a:custGeom>
              <a:avLst/>
              <a:gdLst/>
              <a:ahLst/>
              <a:cxnLst/>
              <a:rect l="l" t="t" r="r" b="b"/>
              <a:pathLst>
                <a:path w="5030470" h="83820">
                  <a:moveTo>
                    <a:pt x="50304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5030470" y="8381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719060" y="7113269"/>
              <a:ext cx="5030470" cy="167640"/>
            </a:xfrm>
            <a:custGeom>
              <a:avLst/>
              <a:gdLst/>
              <a:ahLst/>
              <a:cxnLst/>
              <a:rect l="l" t="t" r="r" b="b"/>
              <a:pathLst>
                <a:path w="5030470" h="167640">
                  <a:moveTo>
                    <a:pt x="50304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0" y="167640"/>
                  </a:lnTo>
                  <a:lnTo>
                    <a:pt x="5030470" y="167640"/>
                  </a:lnTo>
                  <a:lnTo>
                    <a:pt x="5030470" y="8382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719060" y="7280909"/>
              <a:ext cx="5030470" cy="83820"/>
            </a:xfrm>
            <a:custGeom>
              <a:avLst/>
              <a:gdLst/>
              <a:ahLst/>
              <a:cxnLst/>
              <a:rect l="l" t="t" r="r" b="b"/>
              <a:pathLst>
                <a:path w="5030470" h="83820">
                  <a:moveTo>
                    <a:pt x="50304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5030470" y="8382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719060" y="7364729"/>
              <a:ext cx="5030470" cy="85090"/>
            </a:xfrm>
            <a:custGeom>
              <a:avLst/>
              <a:gdLst/>
              <a:ahLst/>
              <a:cxnLst/>
              <a:rect l="l" t="t" r="r" b="b"/>
              <a:pathLst>
                <a:path w="5030470" h="85090">
                  <a:moveTo>
                    <a:pt x="5030470" y="0"/>
                  </a:moveTo>
                  <a:lnTo>
                    <a:pt x="0" y="0"/>
                  </a:lnTo>
                  <a:lnTo>
                    <a:pt x="0" y="85090"/>
                  </a:lnTo>
                  <a:lnTo>
                    <a:pt x="5030470" y="8509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7719060" y="7449819"/>
              <a:ext cx="5030470" cy="83820"/>
            </a:xfrm>
            <a:custGeom>
              <a:avLst/>
              <a:gdLst/>
              <a:ahLst/>
              <a:cxnLst/>
              <a:rect l="l" t="t" r="r" b="b"/>
              <a:pathLst>
                <a:path w="5030470" h="83820">
                  <a:moveTo>
                    <a:pt x="50304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5030470" y="8381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719060" y="7533639"/>
              <a:ext cx="5030470" cy="83820"/>
            </a:xfrm>
            <a:custGeom>
              <a:avLst/>
              <a:gdLst/>
              <a:ahLst/>
              <a:cxnLst/>
              <a:rect l="l" t="t" r="r" b="b"/>
              <a:pathLst>
                <a:path w="5030470" h="83820">
                  <a:moveTo>
                    <a:pt x="50304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5030470" y="8381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719060" y="7617459"/>
              <a:ext cx="5030470" cy="83820"/>
            </a:xfrm>
            <a:custGeom>
              <a:avLst/>
              <a:gdLst/>
              <a:ahLst/>
              <a:cxnLst/>
              <a:rect l="l" t="t" r="r" b="b"/>
              <a:pathLst>
                <a:path w="5030470" h="83820">
                  <a:moveTo>
                    <a:pt x="50304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5030470" y="8382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7719060" y="7701279"/>
              <a:ext cx="5030470" cy="83820"/>
            </a:xfrm>
            <a:custGeom>
              <a:avLst/>
              <a:gdLst/>
              <a:ahLst/>
              <a:cxnLst/>
              <a:rect l="l" t="t" r="r" b="b"/>
              <a:pathLst>
                <a:path w="5030470" h="83820">
                  <a:moveTo>
                    <a:pt x="50304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5030470" y="8382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7719060" y="7785100"/>
              <a:ext cx="5030470" cy="85090"/>
            </a:xfrm>
            <a:custGeom>
              <a:avLst/>
              <a:gdLst/>
              <a:ahLst/>
              <a:cxnLst/>
              <a:rect l="l" t="t" r="r" b="b"/>
              <a:pathLst>
                <a:path w="5030470" h="85090">
                  <a:moveTo>
                    <a:pt x="5030470" y="0"/>
                  </a:moveTo>
                  <a:lnTo>
                    <a:pt x="0" y="0"/>
                  </a:lnTo>
                  <a:lnTo>
                    <a:pt x="0" y="85089"/>
                  </a:lnTo>
                  <a:lnTo>
                    <a:pt x="5030470" y="8508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7719060" y="7870189"/>
              <a:ext cx="5030470" cy="83820"/>
            </a:xfrm>
            <a:custGeom>
              <a:avLst/>
              <a:gdLst/>
              <a:ahLst/>
              <a:cxnLst/>
              <a:rect l="l" t="t" r="r" b="b"/>
              <a:pathLst>
                <a:path w="5030470" h="83820">
                  <a:moveTo>
                    <a:pt x="50304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5030470" y="8381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7719060" y="7954009"/>
              <a:ext cx="5030470" cy="83820"/>
            </a:xfrm>
            <a:custGeom>
              <a:avLst/>
              <a:gdLst/>
              <a:ahLst/>
              <a:cxnLst/>
              <a:rect l="l" t="t" r="r" b="b"/>
              <a:pathLst>
                <a:path w="5030470" h="83820">
                  <a:moveTo>
                    <a:pt x="50304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5030470" y="8382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7719060" y="8037829"/>
              <a:ext cx="5030470" cy="83820"/>
            </a:xfrm>
            <a:custGeom>
              <a:avLst/>
              <a:gdLst/>
              <a:ahLst/>
              <a:cxnLst/>
              <a:rect l="l" t="t" r="r" b="b"/>
              <a:pathLst>
                <a:path w="5030470" h="83820">
                  <a:moveTo>
                    <a:pt x="50304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5030470" y="8382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7719060" y="8121650"/>
              <a:ext cx="5030470" cy="83820"/>
            </a:xfrm>
            <a:custGeom>
              <a:avLst/>
              <a:gdLst/>
              <a:ahLst/>
              <a:cxnLst/>
              <a:rect l="l" t="t" r="r" b="b"/>
              <a:pathLst>
                <a:path w="5030470" h="83820">
                  <a:moveTo>
                    <a:pt x="50304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5030470" y="8381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7719060" y="8205469"/>
              <a:ext cx="5030470" cy="83820"/>
            </a:xfrm>
            <a:custGeom>
              <a:avLst/>
              <a:gdLst/>
              <a:ahLst/>
              <a:cxnLst/>
              <a:rect l="l" t="t" r="r" b="b"/>
              <a:pathLst>
                <a:path w="5030470" h="83820">
                  <a:moveTo>
                    <a:pt x="50304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5030470" y="8381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7719060" y="8289289"/>
              <a:ext cx="5030470" cy="83820"/>
            </a:xfrm>
            <a:custGeom>
              <a:avLst/>
              <a:gdLst/>
              <a:ahLst/>
              <a:cxnLst/>
              <a:rect l="l" t="t" r="r" b="b"/>
              <a:pathLst>
                <a:path w="5030470" h="83820">
                  <a:moveTo>
                    <a:pt x="50304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5030470" y="83819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719060" y="8373109"/>
              <a:ext cx="5030470" cy="85090"/>
            </a:xfrm>
            <a:custGeom>
              <a:avLst/>
              <a:gdLst/>
              <a:ahLst/>
              <a:cxnLst/>
              <a:rect l="l" t="t" r="r" b="b"/>
              <a:pathLst>
                <a:path w="5030470" h="85090">
                  <a:moveTo>
                    <a:pt x="5030470" y="0"/>
                  </a:moveTo>
                  <a:lnTo>
                    <a:pt x="0" y="0"/>
                  </a:lnTo>
                  <a:lnTo>
                    <a:pt x="0" y="85090"/>
                  </a:lnTo>
                  <a:lnTo>
                    <a:pt x="5030470" y="85090"/>
                  </a:lnTo>
                  <a:lnTo>
                    <a:pt x="5030470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4" name="object 104"/>
          <p:cNvSpPr txBox="1"/>
          <p:nvPr/>
        </p:nvSpPr>
        <p:spPr>
          <a:xfrm>
            <a:off x="7720330" y="4342129"/>
            <a:ext cx="5029200" cy="41148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238125" marR="232410" algn="ctr">
              <a:lnSpc>
                <a:spcPct val="100000"/>
              </a:lnSpc>
              <a:spcBef>
                <a:spcPts val="360"/>
              </a:spcBef>
            </a:pPr>
            <a:r>
              <a:rPr sz="3200" dirty="0">
                <a:latin typeface="Century Gothic"/>
                <a:cs typeface="Century Gothic"/>
              </a:rPr>
              <a:t>Image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of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object</a:t>
            </a:r>
            <a:r>
              <a:rPr sz="3200" spc="-10" dirty="0">
                <a:latin typeface="Century Gothic"/>
                <a:cs typeface="Century Gothic"/>
              </a:rPr>
              <a:t> varies, </a:t>
            </a:r>
            <a:r>
              <a:rPr sz="3200" dirty="0">
                <a:latin typeface="Century Gothic"/>
                <a:cs typeface="Century Gothic"/>
              </a:rPr>
              <a:t>depending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on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where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spc="-25" dirty="0">
                <a:latin typeface="Century Gothic"/>
                <a:cs typeface="Century Gothic"/>
              </a:rPr>
              <a:t>it </a:t>
            </a:r>
            <a:r>
              <a:rPr sz="3200" dirty="0">
                <a:latin typeface="Century Gothic"/>
                <a:cs typeface="Century Gothic"/>
              </a:rPr>
              <a:t>falls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on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detector</a:t>
            </a:r>
            <a:endParaRPr sz="32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  <a:spcBef>
                <a:spcPts val="2400"/>
              </a:spcBef>
            </a:pPr>
            <a:r>
              <a:rPr sz="3200" dirty="0">
                <a:latin typeface="Century Gothic"/>
                <a:cs typeface="Century Gothic"/>
              </a:rPr>
              <a:t>-</a:t>
            </a:r>
            <a:endParaRPr sz="3200">
              <a:latin typeface="Century Gothic"/>
              <a:cs typeface="Century Gothic"/>
            </a:endParaRPr>
          </a:p>
          <a:p>
            <a:pPr marL="453390" marR="446405" algn="ctr">
              <a:lnSpc>
                <a:spcPct val="100000"/>
              </a:lnSpc>
              <a:spcBef>
                <a:spcPts val="2390"/>
              </a:spcBef>
            </a:pPr>
            <a:r>
              <a:rPr sz="3200" dirty="0">
                <a:latin typeface="Century Gothic"/>
                <a:cs typeface="Century Gothic"/>
              </a:rPr>
              <a:t>Especially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for</a:t>
            </a:r>
            <a:r>
              <a:rPr sz="3200" spc="-10" dirty="0">
                <a:latin typeface="Century Gothic"/>
                <a:cs typeface="Century Gothic"/>
              </a:rPr>
              <a:t> small </a:t>
            </a:r>
            <a:r>
              <a:rPr sz="3200" dirty="0">
                <a:latin typeface="Century Gothic"/>
                <a:cs typeface="Century Gothic"/>
              </a:rPr>
              <a:t>objects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close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to</a:t>
            </a:r>
            <a:r>
              <a:rPr sz="3200" spc="-10" dirty="0">
                <a:latin typeface="Century Gothic"/>
                <a:cs typeface="Century Gothic"/>
              </a:rPr>
              <a:t> pixel </a:t>
            </a:r>
            <a:r>
              <a:rPr sz="3200" spc="-20" dirty="0">
                <a:latin typeface="Century Gothic"/>
                <a:cs typeface="Century Gothic"/>
              </a:rPr>
              <a:t>size</a:t>
            </a:r>
            <a:endParaRPr sz="320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594151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object 8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190625">
              <a:lnSpc>
                <a:spcPct val="100000"/>
              </a:lnSpc>
              <a:spcBef>
                <a:spcPts val="100"/>
              </a:spcBef>
            </a:pPr>
            <a:r>
              <a:rPr dirty="0"/>
              <a:t>Pixel</a:t>
            </a:r>
            <a:r>
              <a:rPr spc="-15" dirty="0"/>
              <a:t> </a:t>
            </a:r>
            <a:r>
              <a:rPr dirty="0"/>
              <a:t>size</a:t>
            </a:r>
            <a:r>
              <a:rPr spc="-5" dirty="0"/>
              <a:t> </a:t>
            </a:r>
            <a:r>
              <a:rPr dirty="0"/>
              <a:t>/</a:t>
            </a:r>
            <a:r>
              <a:rPr spc="-5" dirty="0"/>
              <a:t> </a:t>
            </a:r>
            <a:r>
              <a:rPr dirty="0"/>
              <a:t>Spatial</a:t>
            </a:r>
            <a:r>
              <a:rPr spc="-5" dirty="0"/>
              <a:t> </a:t>
            </a:r>
            <a:r>
              <a:rPr spc="-10" dirty="0"/>
              <a:t>Calibration</a:t>
            </a:r>
          </a:p>
        </p:txBody>
      </p:sp>
      <p:sp>
        <p:nvSpPr>
          <p:cNvPr id="85" name="object 85"/>
          <p:cNvSpPr/>
          <p:nvPr/>
        </p:nvSpPr>
        <p:spPr>
          <a:xfrm>
            <a:off x="328929" y="1141730"/>
            <a:ext cx="12344400" cy="2540"/>
          </a:xfrm>
          <a:custGeom>
            <a:avLst/>
            <a:gdLst/>
            <a:ahLst/>
            <a:cxnLst/>
            <a:rect l="l" t="t" r="r" b="b"/>
            <a:pathLst>
              <a:path w="12344400" h="2540">
                <a:moveTo>
                  <a:pt x="0" y="0"/>
                </a:moveTo>
                <a:lnTo>
                  <a:pt x="12344400" y="2540"/>
                </a:lnTo>
              </a:path>
            </a:pathLst>
          </a:custGeom>
          <a:ln w="50676">
            <a:solidFill>
              <a:srgbClr val="2C2C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6" name="object 86"/>
          <p:cNvGrpSpPr/>
          <p:nvPr/>
        </p:nvGrpSpPr>
        <p:grpSpPr>
          <a:xfrm>
            <a:off x="323850" y="1742439"/>
            <a:ext cx="12354560" cy="2527300"/>
            <a:chOff x="323850" y="1742439"/>
            <a:chExt cx="12354560" cy="2527300"/>
          </a:xfrm>
        </p:grpSpPr>
        <p:pic>
          <p:nvPicPr>
            <p:cNvPr id="87" name="object 8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850" y="1757679"/>
              <a:ext cx="12354560" cy="2511652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327660" y="1742439"/>
              <a:ext cx="12346940" cy="101600"/>
            </a:xfrm>
            <a:custGeom>
              <a:avLst/>
              <a:gdLst/>
              <a:ahLst/>
              <a:cxnLst/>
              <a:rect l="l" t="t" r="r" b="b"/>
              <a:pathLst>
                <a:path w="12346940" h="101600">
                  <a:moveTo>
                    <a:pt x="1234694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0" y="101600"/>
                  </a:lnTo>
                  <a:lnTo>
                    <a:pt x="12346940" y="101600"/>
                  </a:lnTo>
                  <a:lnTo>
                    <a:pt x="12346940" y="508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27660" y="1844039"/>
              <a:ext cx="12346940" cy="50800"/>
            </a:xfrm>
            <a:custGeom>
              <a:avLst/>
              <a:gdLst/>
              <a:ahLst/>
              <a:cxnLst/>
              <a:rect l="l" t="t" r="r" b="b"/>
              <a:pathLst>
                <a:path w="12346940" h="50800">
                  <a:moveTo>
                    <a:pt x="1234694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12346940" y="508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27660" y="1894839"/>
              <a:ext cx="12346940" cy="52069"/>
            </a:xfrm>
            <a:custGeom>
              <a:avLst/>
              <a:gdLst/>
              <a:ahLst/>
              <a:cxnLst/>
              <a:rect l="l" t="t" r="r" b="b"/>
              <a:pathLst>
                <a:path w="12346940" h="52069">
                  <a:moveTo>
                    <a:pt x="12346940" y="0"/>
                  </a:moveTo>
                  <a:lnTo>
                    <a:pt x="0" y="0"/>
                  </a:lnTo>
                  <a:lnTo>
                    <a:pt x="0" y="52069"/>
                  </a:lnTo>
                  <a:lnTo>
                    <a:pt x="12346940" y="5206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327660" y="1946909"/>
              <a:ext cx="12346940" cy="50800"/>
            </a:xfrm>
            <a:custGeom>
              <a:avLst/>
              <a:gdLst/>
              <a:ahLst/>
              <a:cxnLst/>
              <a:rect l="l" t="t" r="r" b="b"/>
              <a:pathLst>
                <a:path w="12346940" h="50800">
                  <a:moveTo>
                    <a:pt x="1234694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12346940" y="508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327660" y="1997709"/>
              <a:ext cx="12346940" cy="50800"/>
            </a:xfrm>
            <a:custGeom>
              <a:avLst/>
              <a:gdLst/>
              <a:ahLst/>
              <a:cxnLst/>
              <a:rect l="l" t="t" r="r" b="b"/>
              <a:pathLst>
                <a:path w="12346940" h="50800">
                  <a:moveTo>
                    <a:pt x="1234694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12346940" y="508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327660" y="2048509"/>
              <a:ext cx="12346940" cy="50800"/>
            </a:xfrm>
            <a:custGeom>
              <a:avLst/>
              <a:gdLst/>
              <a:ahLst/>
              <a:cxnLst/>
              <a:rect l="l" t="t" r="r" b="b"/>
              <a:pathLst>
                <a:path w="12346940" h="50800">
                  <a:moveTo>
                    <a:pt x="1234694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12346940" y="508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327660" y="2099309"/>
              <a:ext cx="12346940" cy="52069"/>
            </a:xfrm>
            <a:custGeom>
              <a:avLst/>
              <a:gdLst/>
              <a:ahLst/>
              <a:cxnLst/>
              <a:rect l="l" t="t" r="r" b="b"/>
              <a:pathLst>
                <a:path w="12346940" h="52069">
                  <a:moveTo>
                    <a:pt x="12346940" y="0"/>
                  </a:moveTo>
                  <a:lnTo>
                    <a:pt x="0" y="0"/>
                  </a:lnTo>
                  <a:lnTo>
                    <a:pt x="0" y="52070"/>
                  </a:lnTo>
                  <a:lnTo>
                    <a:pt x="12346940" y="5207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327660" y="2151379"/>
              <a:ext cx="12346940" cy="50800"/>
            </a:xfrm>
            <a:custGeom>
              <a:avLst/>
              <a:gdLst/>
              <a:ahLst/>
              <a:cxnLst/>
              <a:rect l="l" t="t" r="r" b="b"/>
              <a:pathLst>
                <a:path w="12346940" h="50800">
                  <a:moveTo>
                    <a:pt x="1234694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12346940" y="508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327660" y="2202179"/>
              <a:ext cx="12346940" cy="50800"/>
            </a:xfrm>
            <a:custGeom>
              <a:avLst/>
              <a:gdLst/>
              <a:ahLst/>
              <a:cxnLst/>
              <a:rect l="l" t="t" r="r" b="b"/>
              <a:pathLst>
                <a:path w="12346940" h="50800">
                  <a:moveTo>
                    <a:pt x="1234694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12346940" y="508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327660" y="2252979"/>
              <a:ext cx="12346940" cy="50800"/>
            </a:xfrm>
            <a:custGeom>
              <a:avLst/>
              <a:gdLst/>
              <a:ahLst/>
              <a:cxnLst/>
              <a:rect l="l" t="t" r="r" b="b"/>
              <a:pathLst>
                <a:path w="12346940" h="50800">
                  <a:moveTo>
                    <a:pt x="1234694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12346940" y="508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327660" y="2303779"/>
              <a:ext cx="12346940" cy="50800"/>
            </a:xfrm>
            <a:custGeom>
              <a:avLst/>
              <a:gdLst/>
              <a:ahLst/>
              <a:cxnLst/>
              <a:rect l="l" t="t" r="r" b="b"/>
              <a:pathLst>
                <a:path w="12346940" h="50800">
                  <a:moveTo>
                    <a:pt x="1234694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12346940" y="508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327660" y="2354579"/>
              <a:ext cx="12346940" cy="52069"/>
            </a:xfrm>
            <a:custGeom>
              <a:avLst/>
              <a:gdLst/>
              <a:ahLst/>
              <a:cxnLst/>
              <a:rect l="l" t="t" r="r" b="b"/>
              <a:pathLst>
                <a:path w="12346940" h="52069">
                  <a:moveTo>
                    <a:pt x="12346940" y="0"/>
                  </a:moveTo>
                  <a:lnTo>
                    <a:pt x="0" y="0"/>
                  </a:lnTo>
                  <a:lnTo>
                    <a:pt x="0" y="52070"/>
                  </a:lnTo>
                  <a:lnTo>
                    <a:pt x="12346940" y="5207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327660" y="2406649"/>
              <a:ext cx="12346940" cy="50800"/>
            </a:xfrm>
            <a:custGeom>
              <a:avLst/>
              <a:gdLst/>
              <a:ahLst/>
              <a:cxnLst/>
              <a:rect l="l" t="t" r="r" b="b"/>
              <a:pathLst>
                <a:path w="12346940" h="50800">
                  <a:moveTo>
                    <a:pt x="1234694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12346940" y="508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327660" y="2457449"/>
              <a:ext cx="12346940" cy="50800"/>
            </a:xfrm>
            <a:custGeom>
              <a:avLst/>
              <a:gdLst/>
              <a:ahLst/>
              <a:cxnLst/>
              <a:rect l="l" t="t" r="r" b="b"/>
              <a:pathLst>
                <a:path w="12346940" h="50800">
                  <a:moveTo>
                    <a:pt x="1234694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12346940" y="508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327660" y="2508249"/>
              <a:ext cx="12346940" cy="50800"/>
            </a:xfrm>
            <a:custGeom>
              <a:avLst/>
              <a:gdLst/>
              <a:ahLst/>
              <a:cxnLst/>
              <a:rect l="l" t="t" r="r" b="b"/>
              <a:pathLst>
                <a:path w="12346940" h="50800">
                  <a:moveTo>
                    <a:pt x="1234694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12346940" y="508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327660" y="2559050"/>
              <a:ext cx="12346940" cy="50800"/>
            </a:xfrm>
            <a:custGeom>
              <a:avLst/>
              <a:gdLst/>
              <a:ahLst/>
              <a:cxnLst/>
              <a:rect l="l" t="t" r="r" b="b"/>
              <a:pathLst>
                <a:path w="12346940" h="50800">
                  <a:moveTo>
                    <a:pt x="1234694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12346940" y="508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27660" y="2609850"/>
              <a:ext cx="12346940" cy="52069"/>
            </a:xfrm>
            <a:custGeom>
              <a:avLst/>
              <a:gdLst/>
              <a:ahLst/>
              <a:cxnLst/>
              <a:rect l="l" t="t" r="r" b="b"/>
              <a:pathLst>
                <a:path w="12346940" h="52069">
                  <a:moveTo>
                    <a:pt x="12346940" y="0"/>
                  </a:moveTo>
                  <a:lnTo>
                    <a:pt x="0" y="0"/>
                  </a:lnTo>
                  <a:lnTo>
                    <a:pt x="0" y="52070"/>
                  </a:lnTo>
                  <a:lnTo>
                    <a:pt x="12346940" y="5207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327660" y="2661919"/>
              <a:ext cx="12346940" cy="50800"/>
            </a:xfrm>
            <a:custGeom>
              <a:avLst/>
              <a:gdLst/>
              <a:ahLst/>
              <a:cxnLst/>
              <a:rect l="l" t="t" r="r" b="b"/>
              <a:pathLst>
                <a:path w="12346940" h="50800">
                  <a:moveTo>
                    <a:pt x="1234694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12346940" y="508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327660" y="2712719"/>
              <a:ext cx="12346940" cy="50800"/>
            </a:xfrm>
            <a:custGeom>
              <a:avLst/>
              <a:gdLst/>
              <a:ahLst/>
              <a:cxnLst/>
              <a:rect l="l" t="t" r="r" b="b"/>
              <a:pathLst>
                <a:path w="12346940" h="50800">
                  <a:moveTo>
                    <a:pt x="1234694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12346940" y="508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27660" y="2763519"/>
              <a:ext cx="12346940" cy="50800"/>
            </a:xfrm>
            <a:custGeom>
              <a:avLst/>
              <a:gdLst/>
              <a:ahLst/>
              <a:cxnLst/>
              <a:rect l="l" t="t" r="r" b="b"/>
              <a:pathLst>
                <a:path w="12346940" h="50800">
                  <a:moveTo>
                    <a:pt x="1234694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12346940" y="508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27660" y="2814319"/>
              <a:ext cx="12346940" cy="52069"/>
            </a:xfrm>
            <a:custGeom>
              <a:avLst/>
              <a:gdLst/>
              <a:ahLst/>
              <a:cxnLst/>
              <a:rect l="l" t="t" r="r" b="b"/>
              <a:pathLst>
                <a:path w="12346940" h="52069">
                  <a:moveTo>
                    <a:pt x="12346940" y="0"/>
                  </a:moveTo>
                  <a:lnTo>
                    <a:pt x="0" y="0"/>
                  </a:lnTo>
                  <a:lnTo>
                    <a:pt x="0" y="52070"/>
                  </a:lnTo>
                  <a:lnTo>
                    <a:pt x="12346940" y="5207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327660" y="2866389"/>
              <a:ext cx="12346940" cy="50800"/>
            </a:xfrm>
            <a:custGeom>
              <a:avLst/>
              <a:gdLst/>
              <a:ahLst/>
              <a:cxnLst/>
              <a:rect l="l" t="t" r="r" b="b"/>
              <a:pathLst>
                <a:path w="12346940" h="50800">
                  <a:moveTo>
                    <a:pt x="1234694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12346940" y="508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327660" y="2917189"/>
              <a:ext cx="12346940" cy="50800"/>
            </a:xfrm>
            <a:custGeom>
              <a:avLst/>
              <a:gdLst/>
              <a:ahLst/>
              <a:cxnLst/>
              <a:rect l="l" t="t" r="r" b="b"/>
              <a:pathLst>
                <a:path w="12346940" h="50800">
                  <a:moveTo>
                    <a:pt x="1234694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12346940" y="508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327660" y="2967989"/>
              <a:ext cx="12346940" cy="50800"/>
            </a:xfrm>
            <a:custGeom>
              <a:avLst/>
              <a:gdLst/>
              <a:ahLst/>
              <a:cxnLst/>
              <a:rect l="l" t="t" r="r" b="b"/>
              <a:pathLst>
                <a:path w="12346940" h="50800">
                  <a:moveTo>
                    <a:pt x="1234694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12346940" y="508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327660" y="3018789"/>
              <a:ext cx="12346940" cy="50800"/>
            </a:xfrm>
            <a:custGeom>
              <a:avLst/>
              <a:gdLst/>
              <a:ahLst/>
              <a:cxnLst/>
              <a:rect l="l" t="t" r="r" b="b"/>
              <a:pathLst>
                <a:path w="12346940" h="50800">
                  <a:moveTo>
                    <a:pt x="1234694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12346940" y="508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327660" y="3069589"/>
              <a:ext cx="12346940" cy="52069"/>
            </a:xfrm>
            <a:custGeom>
              <a:avLst/>
              <a:gdLst/>
              <a:ahLst/>
              <a:cxnLst/>
              <a:rect l="l" t="t" r="r" b="b"/>
              <a:pathLst>
                <a:path w="12346940" h="52069">
                  <a:moveTo>
                    <a:pt x="12346940" y="0"/>
                  </a:moveTo>
                  <a:lnTo>
                    <a:pt x="0" y="0"/>
                  </a:lnTo>
                  <a:lnTo>
                    <a:pt x="0" y="52069"/>
                  </a:lnTo>
                  <a:lnTo>
                    <a:pt x="12346940" y="5206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327660" y="3121659"/>
              <a:ext cx="12346940" cy="50800"/>
            </a:xfrm>
            <a:custGeom>
              <a:avLst/>
              <a:gdLst/>
              <a:ahLst/>
              <a:cxnLst/>
              <a:rect l="l" t="t" r="r" b="b"/>
              <a:pathLst>
                <a:path w="12346940" h="50800">
                  <a:moveTo>
                    <a:pt x="1234694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12346940" y="508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327660" y="3172459"/>
              <a:ext cx="12346940" cy="50800"/>
            </a:xfrm>
            <a:custGeom>
              <a:avLst/>
              <a:gdLst/>
              <a:ahLst/>
              <a:cxnLst/>
              <a:rect l="l" t="t" r="r" b="b"/>
              <a:pathLst>
                <a:path w="12346940" h="50800">
                  <a:moveTo>
                    <a:pt x="1234694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12346940" y="508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327660" y="3223259"/>
              <a:ext cx="12346940" cy="50800"/>
            </a:xfrm>
            <a:custGeom>
              <a:avLst/>
              <a:gdLst/>
              <a:ahLst/>
              <a:cxnLst/>
              <a:rect l="l" t="t" r="r" b="b"/>
              <a:pathLst>
                <a:path w="12346940" h="50800">
                  <a:moveTo>
                    <a:pt x="1234694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12346940" y="508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327660" y="3274059"/>
              <a:ext cx="12346940" cy="52069"/>
            </a:xfrm>
            <a:custGeom>
              <a:avLst/>
              <a:gdLst/>
              <a:ahLst/>
              <a:cxnLst/>
              <a:rect l="l" t="t" r="r" b="b"/>
              <a:pathLst>
                <a:path w="12346940" h="52070">
                  <a:moveTo>
                    <a:pt x="12346940" y="0"/>
                  </a:moveTo>
                  <a:lnTo>
                    <a:pt x="0" y="0"/>
                  </a:lnTo>
                  <a:lnTo>
                    <a:pt x="0" y="52069"/>
                  </a:lnTo>
                  <a:lnTo>
                    <a:pt x="12346940" y="5206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327660" y="3326129"/>
              <a:ext cx="12346940" cy="50800"/>
            </a:xfrm>
            <a:custGeom>
              <a:avLst/>
              <a:gdLst/>
              <a:ahLst/>
              <a:cxnLst/>
              <a:rect l="l" t="t" r="r" b="b"/>
              <a:pathLst>
                <a:path w="12346940" h="50800">
                  <a:moveTo>
                    <a:pt x="1234694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12346940" y="508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327660" y="3376929"/>
              <a:ext cx="12346940" cy="50800"/>
            </a:xfrm>
            <a:custGeom>
              <a:avLst/>
              <a:gdLst/>
              <a:ahLst/>
              <a:cxnLst/>
              <a:rect l="l" t="t" r="r" b="b"/>
              <a:pathLst>
                <a:path w="12346940" h="50800">
                  <a:moveTo>
                    <a:pt x="1234694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12346940" y="508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327660" y="3427729"/>
              <a:ext cx="12346940" cy="101600"/>
            </a:xfrm>
            <a:custGeom>
              <a:avLst/>
              <a:gdLst/>
              <a:ahLst/>
              <a:cxnLst/>
              <a:rect l="l" t="t" r="r" b="b"/>
              <a:pathLst>
                <a:path w="12346940" h="101600">
                  <a:moveTo>
                    <a:pt x="1234694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0" y="101600"/>
                  </a:lnTo>
                  <a:lnTo>
                    <a:pt x="12346940" y="101600"/>
                  </a:lnTo>
                  <a:lnTo>
                    <a:pt x="12346940" y="508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327660" y="3529329"/>
              <a:ext cx="12346940" cy="52069"/>
            </a:xfrm>
            <a:custGeom>
              <a:avLst/>
              <a:gdLst/>
              <a:ahLst/>
              <a:cxnLst/>
              <a:rect l="l" t="t" r="r" b="b"/>
              <a:pathLst>
                <a:path w="12346940" h="52070">
                  <a:moveTo>
                    <a:pt x="12346940" y="0"/>
                  </a:moveTo>
                  <a:lnTo>
                    <a:pt x="0" y="0"/>
                  </a:lnTo>
                  <a:lnTo>
                    <a:pt x="0" y="52070"/>
                  </a:lnTo>
                  <a:lnTo>
                    <a:pt x="12346940" y="5207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327660" y="3581400"/>
              <a:ext cx="12346940" cy="50800"/>
            </a:xfrm>
            <a:custGeom>
              <a:avLst/>
              <a:gdLst/>
              <a:ahLst/>
              <a:cxnLst/>
              <a:rect l="l" t="t" r="r" b="b"/>
              <a:pathLst>
                <a:path w="12346940" h="50800">
                  <a:moveTo>
                    <a:pt x="1234694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12346940" y="508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327660" y="3632200"/>
              <a:ext cx="12346940" cy="50800"/>
            </a:xfrm>
            <a:custGeom>
              <a:avLst/>
              <a:gdLst/>
              <a:ahLst/>
              <a:cxnLst/>
              <a:rect l="l" t="t" r="r" b="b"/>
              <a:pathLst>
                <a:path w="12346940" h="50800">
                  <a:moveTo>
                    <a:pt x="1234694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12346940" y="508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327660" y="3683000"/>
              <a:ext cx="12346940" cy="50800"/>
            </a:xfrm>
            <a:custGeom>
              <a:avLst/>
              <a:gdLst/>
              <a:ahLst/>
              <a:cxnLst/>
              <a:rect l="l" t="t" r="r" b="b"/>
              <a:pathLst>
                <a:path w="12346940" h="50800">
                  <a:moveTo>
                    <a:pt x="1234694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12346940" y="508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327660" y="3733800"/>
              <a:ext cx="12346940" cy="52069"/>
            </a:xfrm>
            <a:custGeom>
              <a:avLst/>
              <a:gdLst/>
              <a:ahLst/>
              <a:cxnLst/>
              <a:rect l="l" t="t" r="r" b="b"/>
              <a:pathLst>
                <a:path w="12346940" h="52070">
                  <a:moveTo>
                    <a:pt x="12346940" y="0"/>
                  </a:moveTo>
                  <a:lnTo>
                    <a:pt x="0" y="0"/>
                  </a:lnTo>
                  <a:lnTo>
                    <a:pt x="0" y="52070"/>
                  </a:lnTo>
                  <a:lnTo>
                    <a:pt x="12346940" y="5207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327660" y="3785869"/>
              <a:ext cx="12346940" cy="50800"/>
            </a:xfrm>
            <a:custGeom>
              <a:avLst/>
              <a:gdLst/>
              <a:ahLst/>
              <a:cxnLst/>
              <a:rect l="l" t="t" r="r" b="b"/>
              <a:pathLst>
                <a:path w="12346940" h="50800">
                  <a:moveTo>
                    <a:pt x="1234694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12346940" y="508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327660" y="3836669"/>
              <a:ext cx="12346940" cy="50800"/>
            </a:xfrm>
            <a:custGeom>
              <a:avLst/>
              <a:gdLst/>
              <a:ahLst/>
              <a:cxnLst/>
              <a:rect l="l" t="t" r="r" b="b"/>
              <a:pathLst>
                <a:path w="12346940" h="50800">
                  <a:moveTo>
                    <a:pt x="1234694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12346940" y="508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327660" y="3887469"/>
              <a:ext cx="12346940" cy="50800"/>
            </a:xfrm>
            <a:custGeom>
              <a:avLst/>
              <a:gdLst/>
              <a:ahLst/>
              <a:cxnLst/>
              <a:rect l="l" t="t" r="r" b="b"/>
              <a:pathLst>
                <a:path w="12346940" h="50800">
                  <a:moveTo>
                    <a:pt x="1234694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12346940" y="508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327660" y="3938269"/>
              <a:ext cx="12346940" cy="50800"/>
            </a:xfrm>
            <a:custGeom>
              <a:avLst/>
              <a:gdLst/>
              <a:ahLst/>
              <a:cxnLst/>
              <a:rect l="l" t="t" r="r" b="b"/>
              <a:pathLst>
                <a:path w="12346940" h="50800">
                  <a:moveTo>
                    <a:pt x="1234694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12346940" y="508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327660" y="3989069"/>
              <a:ext cx="12346940" cy="52069"/>
            </a:xfrm>
            <a:custGeom>
              <a:avLst/>
              <a:gdLst/>
              <a:ahLst/>
              <a:cxnLst/>
              <a:rect l="l" t="t" r="r" b="b"/>
              <a:pathLst>
                <a:path w="12346940" h="52070">
                  <a:moveTo>
                    <a:pt x="12346940" y="0"/>
                  </a:moveTo>
                  <a:lnTo>
                    <a:pt x="0" y="0"/>
                  </a:lnTo>
                  <a:lnTo>
                    <a:pt x="0" y="52069"/>
                  </a:lnTo>
                  <a:lnTo>
                    <a:pt x="12346940" y="5206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327660" y="4041139"/>
              <a:ext cx="12346940" cy="50800"/>
            </a:xfrm>
            <a:custGeom>
              <a:avLst/>
              <a:gdLst/>
              <a:ahLst/>
              <a:cxnLst/>
              <a:rect l="l" t="t" r="r" b="b"/>
              <a:pathLst>
                <a:path w="12346940" h="50800">
                  <a:moveTo>
                    <a:pt x="1234694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12346940" y="508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327660" y="4091939"/>
              <a:ext cx="12346940" cy="50800"/>
            </a:xfrm>
            <a:custGeom>
              <a:avLst/>
              <a:gdLst/>
              <a:ahLst/>
              <a:cxnLst/>
              <a:rect l="l" t="t" r="r" b="b"/>
              <a:pathLst>
                <a:path w="12346940" h="50800">
                  <a:moveTo>
                    <a:pt x="1234694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12346940" y="508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327660" y="4142739"/>
              <a:ext cx="12346940" cy="50800"/>
            </a:xfrm>
            <a:custGeom>
              <a:avLst/>
              <a:gdLst/>
              <a:ahLst/>
              <a:cxnLst/>
              <a:rect l="l" t="t" r="r" b="b"/>
              <a:pathLst>
                <a:path w="12346940" h="50800">
                  <a:moveTo>
                    <a:pt x="1234694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12346940" y="508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327660" y="4193539"/>
              <a:ext cx="12346940" cy="52069"/>
            </a:xfrm>
            <a:custGeom>
              <a:avLst/>
              <a:gdLst/>
              <a:ahLst/>
              <a:cxnLst/>
              <a:rect l="l" t="t" r="r" b="b"/>
              <a:pathLst>
                <a:path w="12346940" h="52070">
                  <a:moveTo>
                    <a:pt x="12346940" y="0"/>
                  </a:moveTo>
                  <a:lnTo>
                    <a:pt x="0" y="0"/>
                  </a:lnTo>
                  <a:lnTo>
                    <a:pt x="0" y="52070"/>
                  </a:lnTo>
                  <a:lnTo>
                    <a:pt x="12346940" y="5207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5" name="object 135"/>
          <p:cNvSpPr txBox="1"/>
          <p:nvPr/>
        </p:nvSpPr>
        <p:spPr>
          <a:xfrm>
            <a:off x="328929" y="1743710"/>
            <a:ext cx="12344400" cy="250063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1263650">
              <a:lnSpc>
                <a:spcPct val="100000"/>
              </a:lnSpc>
              <a:spcBef>
                <a:spcPts val="360"/>
              </a:spcBef>
            </a:pPr>
            <a:r>
              <a:rPr sz="3200" dirty="0">
                <a:latin typeface="Century Gothic"/>
                <a:cs typeface="Century Gothic"/>
              </a:rPr>
              <a:t>Pixel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size is determined by</a:t>
            </a:r>
            <a:r>
              <a:rPr sz="3200" spc="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the microscope </a:t>
            </a:r>
            <a:r>
              <a:rPr sz="3200" spc="-10" dirty="0">
                <a:latin typeface="Century Gothic"/>
                <a:cs typeface="Century Gothic"/>
              </a:rPr>
              <a:t>system!</a:t>
            </a:r>
            <a:endParaRPr sz="3200">
              <a:latin typeface="Century Gothic"/>
              <a:cs typeface="Century Gothic"/>
            </a:endParaRPr>
          </a:p>
          <a:p>
            <a:pPr marL="1840230" indent="-433705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1840230" algn="l"/>
              </a:tabLst>
            </a:pPr>
            <a:r>
              <a:rPr sz="3200" dirty="0">
                <a:latin typeface="Century Gothic"/>
                <a:cs typeface="Century Gothic"/>
              </a:rPr>
              <a:t>CCD</a:t>
            </a:r>
            <a:r>
              <a:rPr sz="3200" spc="-2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photodiode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“pixel”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size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-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Magnification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spc="-50" dirty="0">
                <a:latin typeface="Century Gothic"/>
                <a:cs typeface="Century Gothic"/>
              </a:rPr>
              <a:t>X</a:t>
            </a:r>
            <a:endParaRPr sz="3200">
              <a:latin typeface="Century Gothic"/>
              <a:cs typeface="Century Gothic"/>
            </a:endParaRPr>
          </a:p>
          <a:p>
            <a:pPr marL="1964689" lvl="1" indent="-433070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1964689" algn="l"/>
              </a:tabLst>
            </a:pPr>
            <a:r>
              <a:rPr sz="3200" dirty="0">
                <a:latin typeface="Century Gothic"/>
                <a:cs typeface="Century Gothic"/>
              </a:rPr>
              <a:t>Point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scanner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settings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–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zoom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and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image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spc="-20" dirty="0">
                <a:latin typeface="Century Gothic"/>
                <a:cs typeface="Century Gothic"/>
              </a:rPr>
              <a:t>size</a:t>
            </a:r>
            <a:endParaRPr sz="3200">
              <a:latin typeface="Century Gothic"/>
              <a:cs typeface="Century Gothic"/>
            </a:endParaRPr>
          </a:p>
          <a:p>
            <a:pPr marL="2039620" lvl="2" indent="-431800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2039620" algn="l"/>
              </a:tabLst>
            </a:pPr>
            <a:r>
              <a:rPr sz="3200" dirty="0">
                <a:latin typeface="Century Gothic"/>
                <a:cs typeface="Century Gothic"/>
              </a:rPr>
              <a:t>Field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of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View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Size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- No. of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Samples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or </a:t>
            </a:r>
            <a:r>
              <a:rPr sz="3200" spc="-10" dirty="0">
                <a:latin typeface="Century Gothic"/>
                <a:cs typeface="Century Gothic"/>
              </a:rPr>
              <a:t>“pixels”</a:t>
            </a:r>
            <a:endParaRPr sz="3200">
              <a:latin typeface="Century Gothic"/>
              <a:cs typeface="Century Gothic"/>
            </a:endParaRPr>
          </a:p>
        </p:txBody>
      </p:sp>
      <p:grpSp>
        <p:nvGrpSpPr>
          <p:cNvPr id="136" name="object 136"/>
          <p:cNvGrpSpPr/>
          <p:nvPr/>
        </p:nvGrpSpPr>
        <p:grpSpPr>
          <a:xfrm>
            <a:off x="323850" y="4747259"/>
            <a:ext cx="12354560" cy="607060"/>
            <a:chOff x="323850" y="4747259"/>
            <a:chExt cx="12354560" cy="607060"/>
          </a:xfrm>
        </p:grpSpPr>
        <p:pic>
          <p:nvPicPr>
            <p:cNvPr id="137" name="object 1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50" y="4762499"/>
              <a:ext cx="12354560" cy="591820"/>
            </a:xfrm>
            <a:prstGeom prst="rect">
              <a:avLst/>
            </a:prstGeom>
          </p:spPr>
        </p:pic>
        <p:sp>
          <p:nvSpPr>
            <p:cNvPr id="138" name="object 138"/>
            <p:cNvSpPr/>
            <p:nvPr/>
          </p:nvSpPr>
          <p:spPr>
            <a:xfrm>
              <a:off x="327660" y="4747259"/>
              <a:ext cx="12346940" cy="22860"/>
            </a:xfrm>
            <a:custGeom>
              <a:avLst/>
              <a:gdLst/>
              <a:ahLst/>
              <a:cxnLst/>
              <a:rect l="l" t="t" r="r" b="b"/>
              <a:pathLst>
                <a:path w="12346940" h="22860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0" y="22860"/>
                  </a:lnTo>
                  <a:lnTo>
                    <a:pt x="12346940" y="2286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327660" y="477011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327660" y="478281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327660" y="479424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327660" y="480694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327660" y="481837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327660" y="482980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327660" y="484250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327660" y="485393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327660" y="486536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327660" y="487806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327660" y="488949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327660" y="490219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327660" y="491362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327660" y="492505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327660" y="493775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327660" y="494918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327660" y="496061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327660" y="497331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327660" y="498474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327660" y="499617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327660" y="500887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327660" y="502030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327660" y="503300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327660" y="504443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327660" y="505713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327660" y="506856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327660" y="507999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327660" y="509269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327660" y="510412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327660" y="511555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327660" y="512825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327660" y="5139689"/>
              <a:ext cx="12346940" cy="24130"/>
            </a:xfrm>
            <a:custGeom>
              <a:avLst/>
              <a:gdLst/>
              <a:ahLst/>
              <a:cxnLst/>
              <a:rect l="l" t="t" r="r" b="b"/>
              <a:pathLst>
                <a:path w="12346940" h="24129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0" y="24130"/>
                  </a:lnTo>
                  <a:lnTo>
                    <a:pt x="12346940" y="241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327660" y="516381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327660" y="517524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327660" y="518794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327660" y="519937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327660" y="521080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327660" y="522350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327660" y="523493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327660" y="524636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327660" y="525906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327660" y="527049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327660" y="528319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327660" y="529462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327660" y="530605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327660" y="531875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5" name="object 185"/>
          <p:cNvSpPr txBox="1"/>
          <p:nvPr/>
        </p:nvSpPr>
        <p:spPr>
          <a:xfrm>
            <a:off x="328929" y="4747259"/>
            <a:ext cx="12344400" cy="58166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9855" algn="ctr">
              <a:lnSpc>
                <a:spcPct val="100000"/>
              </a:lnSpc>
              <a:spcBef>
                <a:spcPts val="370"/>
              </a:spcBef>
            </a:pPr>
            <a:r>
              <a:rPr sz="3200" dirty="0">
                <a:latin typeface="Century Gothic"/>
                <a:cs typeface="Century Gothic"/>
              </a:rPr>
              <a:t>It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might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be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changed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/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lost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during</a:t>
            </a:r>
            <a:r>
              <a:rPr sz="3200" spc="-10" dirty="0">
                <a:latin typeface="Century Gothic"/>
                <a:cs typeface="Century Gothic"/>
              </a:rPr>
              <a:t> processing</a:t>
            </a:r>
            <a:endParaRPr sz="3200" dirty="0">
              <a:latin typeface="Century Gothic"/>
              <a:cs typeface="Century Gothic"/>
            </a:endParaRPr>
          </a:p>
        </p:txBody>
      </p:sp>
      <p:grpSp>
        <p:nvGrpSpPr>
          <p:cNvPr id="186" name="object 186"/>
          <p:cNvGrpSpPr/>
          <p:nvPr/>
        </p:nvGrpSpPr>
        <p:grpSpPr>
          <a:xfrm>
            <a:off x="323850" y="5814059"/>
            <a:ext cx="12354560" cy="607060"/>
            <a:chOff x="323850" y="5814059"/>
            <a:chExt cx="12354560" cy="607060"/>
          </a:xfrm>
        </p:grpSpPr>
        <p:pic>
          <p:nvPicPr>
            <p:cNvPr id="187" name="object 18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50" y="5829299"/>
              <a:ext cx="12354560" cy="591820"/>
            </a:xfrm>
            <a:prstGeom prst="rect">
              <a:avLst/>
            </a:prstGeom>
          </p:spPr>
        </p:pic>
        <p:sp>
          <p:nvSpPr>
            <p:cNvPr id="188" name="object 188"/>
            <p:cNvSpPr/>
            <p:nvPr/>
          </p:nvSpPr>
          <p:spPr>
            <a:xfrm>
              <a:off x="327660" y="5814059"/>
              <a:ext cx="12346940" cy="24130"/>
            </a:xfrm>
            <a:custGeom>
              <a:avLst/>
              <a:gdLst/>
              <a:ahLst/>
              <a:cxnLst/>
              <a:rect l="l" t="t" r="r" b="b"/>
              <a:pathLst>
                <a:path w="12346940" h="24129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0" y="24130"/>
                  </a:lnTo>
                  <a:lnTo>
                    <a:pt x="12346940" y="241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327660" y="583818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327660" y="584961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327660" y="586104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327660" y="587374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327660" y="588517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327660" y="589660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327660" y="590930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327660" y="592073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327660" y="593216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327660" y="594486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327660" y="595629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327660" y="596899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327660" y="598042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327660" y="599312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327660" y="600455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327660" y="601598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327660" y="602868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327660" y="604011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327660" y="605154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327660" y="606424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327660" y="607567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327660" y="608710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327660" y="609980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327660" y="611123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327660" y="612393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327660" y="613536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327660" y="614679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327660" y="615949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327660" y="617092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327660" y="618362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327660" y="619505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327660" y="6206489"/>
              <a:ext cx="12346940" cy="24130"/>
            </a:xfrm>
            <a:custGeom>
              <a:avLst/>
              <a:gdLst/>
              <a:ahLst/>
              <a:cxnLst/>
              <a:rect l="l" t="t" r="r" b="b"/>
              <a:pathLst>
                <a:path w="12346940" h="24129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0" y="24130"/>
                  </a:lnTo>
                  <a:lnTo>
                    <a:pt x="12346940" y="2413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327660" y="623061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327660" y="624204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327660" y="625474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327660" y="626617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327660" y="627887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327660" y="629030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327660" y="630173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327660" y="631443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327660" y="632586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327660" y="633729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327660" y="634999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2"/>
            <p:cNvSpPr/>
            <p:nvPr/>
          </p:nvSpPr>
          <p:spPr>
            <a:xfrm>
              <a:off x="327660" y="636142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2346940" y="1143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233"/>
            <p:cNvSpPr/>
            <p:nvPr/>
          </p:nvSpPr>
          <p:spPr>
            <a:xfrm>
              <a:off x="327660" y="6372859"/>
              <a:ext cx="12346940" cy="12700"/>
            </a:xfrm>
            <a:custGeom>
              <a:avLst/>
              <a:gdLst/>
              <a:ahLst/>
              <a:cxnLst/>
              <a:rect l="l" t="t" r="r" b="b"/>
              <a:pathLst>
                <a:path w="12346940" h="12700">
                  <a:moveTo>
                    <a:pt x="1234694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46940" y="1270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327660" y="6385559"/>
              <a:ext cx="12346940" cy="11430"/>
            </a:xfrm>
            <a:custGeom>
              <a:avLst/>
              <a:gdLst/>
              <a:ahLst/>
              <a:cxnLst/>
              <a:rect l="l" t="t" r="r" b="b"/>
              <a:pathLst>
                <a:path w="12346940" h="11429">
                  <a:moveTo>
                    <a:pt x="1234694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2346940" y="1142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5" name="object 235"/>
          <p:cNvSpPr txBox="1"/>
          <p:nvPr/>
        </p:nvSpPr>
        <p:spPr>
          <a:xfrm>
            <a:off x="328929" y="5815329"/>
            <a:ext cx="12344400" cy="58166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111125" algn="ctr">
              <a:lnSpc>
                <a:spcPct val="100000"/>
              </a:lnSpc>
              <a:spcBef>
                <a:spcPts val="360"/>
              </a:spcBef>
              <a:tabLst>
                <a:tab pos="3458845" algn="l"/>
              </a:tabLst>
            </a:pPr>
            <a:r>
              <a:rPr sz="3200" dirty="0">
                <a:latin typeface="Century Gothic"/>
                <a:cs typeface="Century Gothic"/>
              </a:rPr>
              <a:t>It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is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stored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in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spc="-25" dirty="0">
                <a:latin typeface="Century Gothic"/>
                <a:cs typeface="Century Gothic"/>
              </a:rPr>
              <a:t>the</a:t>
            </a:r>
            <a:r>
              <a:rPr sz="3200" dirty="0">
                <a:latin typeface="Century Gothic"/>
                <a:cs typeface="Century Gothic"/>
              </a:rPr>
              <a:t>	“</a:t>
            </a:r>
            <a:r>
              <a:rPr sz="3200" b="1" dirty="0">
                <a:latin typeface="Century Gothic"/>
                <a:cs typeface="Century Gothic"/>
              </a:rPr>
              <a:t>Meta</a:t>
            </a:r>
            <a:r>
              <a:rPr sz="3200" b="1" spc="-10" dirty="0">
                <a:latin typeface="Century Gothic"/>
                <a:cs typeface="Century Gothic"/>
              </a:rPr>
              <a:t> Data</a:t>
            </a:r>
            <a:r>
              <a:rPr sz="3200" spc="-10" dirty="0">
                <a:latin typeface="Century Gothic"/>
                <a:cs typeface="Century Gothic"/>
              </a:rPr>
              <a:t>”</a:t>
            </a:r>
            <a:endParaRPr sz="320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5221764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3790" y="2233929"/>
            <a:ext cx="4180839" cy="418083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54800" y="2209800"/>
            <a:ext cx="4177029" cy="417703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107179" y="7548880"/>
            <a:ext cx="56578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>
                <a:latin typeface="Century Gothic"/>
                <a:cs typeface="Century Gothic"/>
              </a:rPr>
              <a:t>?</a:t>
            </a:r>
            <a:endParaRPr sz="72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9830" y="5391150"/>
            <a:ext cx="16732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Verdana"/>
                <a:cs typeface="Verdana"/>
              </a:rPr>
              <a:t>0.9</a:t>
            </a:r>
            <a:r>
              <a:rPr sz="36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Verdana"/>
                <a:cs typeface="Verdana"/>
              </a:rPr>
              <a:t>µm</a:t>
            </a:r>
            <a:endParaRPr sz="36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225290" y="2799079"/>
            <a:ext cx="2159000" cy="2701290"/>
          </a:xfrm>
          <a:custGeom>
            <a:avLst/>
            <a:gdLst/>
            <a:ahLst/>
            <a:cxnLst/>
            <a:rect l="l" t="t" r="r" b="b"/>
            <a:pathLst>
              <a:path w="2159000" h="2701290">
                <a:moveTo>
                  <a:pt x="179069" y="1441449"/>
                </a:moveTo>
                <a:lnTo>
                  <a:pt x="2159000" y="1078229"/>
                </a:lnTo>
              </a:path>
              <a:path w="2159000" h="2701290">
                <a:moveTo>
                  <a:pt x="0" y="0"/>
                </a:moveTo>
                <a:lnTo>
                  <a:pt x="539750" y="2701289"/>
                </a:lnTo>
              </a:path>
            </a:pathLst>
          </a:custGeom>
          <a:ln w="3809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404860" y="7550149"/>
            <a:ext cx="56578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>
                <a:latin typeface="Century Gothic"/>
                <a:cs typeface="Century Gothic"/>
              </a:rPr>
              <a:t>?</a:t>
            </a:r>
            <a:endParaRPr sz="72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315460" y="6485890"/>
            <a:ext cx="190500" cy="990600"/>
          </a:xfrm>
          <a:custGeom>
            <a:avLst/>
            <a:gdLst/>
            <a:ahLst/>
            <a:cxnLst/>
            <a:rect l="l" t="t" r="r" b="b"/>
            <a:pathLst>
              <a:path w="190500" h="990600">
                <a:moveTo>
                  <a:pt x="190500" y="800100"/>
                </a:moveTo>
                <a:lnTo>
                  <a:pt x="126936" y="800100"/>
                </a:lnTo>
                <a:lnTo>
                  <a:pt x="125730" y="0"/>
                </a:lnTo>
                <a:lnTo>
                  <a:pt x="62230" y="0"/>
                </a:lnTo>
                <a:lnTo>
                  <a:pt x="63436" y="800100"/>
                </a:lnTo>
                <a:lnTo>
                  <a:pt x="0" y="800100"/>
                </a:lnTo>
                <a:lnTo>
                  <a:pt x="95250" y="990600"/>
                </a:lnTo>
                <a:lnTo>
                  <a:pt x="190500" y="800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613140" y="6485890"/>
            <a:ext cx="190500" cy="990600"/>
          </a:xfrm>
          <a:custGeom>
            <a:avLst/>
            <a:gdLst/>
            <a:ahLst/>
            <a:cxnLst/>
            <a:rect l="l" t="t" r="r" b="b"/>
            <a:pathLst>
              <a:path w="190500" h="990600">
                <a:moveTo>
                  <a:pt x="190500" y="800100"/>
                </a:moveTo>
                <a:lnTo>
                  <a:pt x="126936" y="800100"/>
                </a:lnTo>
                <a:lnTo>
                  <a:pt x="125730" y="0"/>
                </a:lnTo>
                <a:lnTo>
                  <a:pt x="62230" y="0"/>
                </a:lnTo>
                <a:lnTo>
                  <a:pt x="63436" y="800100"/>
                </a:lnTo>
                <a:lnTo>
                  <a:pt x="0" y="800100"/>
                </a:lnTo>
                <a:lnTo>
                  <a:pt x="95250" y="990600"/>
                </a:lnTo>
                <a:lnTo>
                  <a:pt x="190500" y="800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079240" y="2504440"/>
            <a:ext cx="1976755" cy="2071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96545" algn="r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Verdana"/>
                <a:cs typeface="Verdana"/>
              </a:rPr>
              <a:t>?</a:t>
            </a:r>
            <a:endParaRPr sz="3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250">
              <a:latin typeface="Verdana"/>
              <a:cs typeface="Verdana"/>
            </a:endParaRPr>
          </a:p>
          <a:p>
            <a:pPr marL="12700">
              <a:lnSpc>
                <a:spcPts val="3900"/>
              </a:lnSpc>
            </a:pPr>
            <a:r>
              <a:rPr sz="3600" dirty="0">
                <a:solidFill>
                  <a:srgbClr val="FFFFFF"/>
                </a:solidFill>
                <a:latin typeface="Verdana"/>
                <a:cs typeface="Verdana"/>
              </a:rPr>
              <a:t>?</a:t>
            </a:r>
            <a:endParaRPr sz="3600">
              <a:latin typeface="Verdana"/>
              <a:cs typeface="Verdana"/>
            </a:endParaRPr>
          </a:p>
          <a:p>
            <a:pPr marL="1714500">
              <a:lnSpc>
                <a:spcPts val="3900"/>
              </a:lnSpc>
            </a:pPr>
            <a:r>
              <a:rPr sz="3600" dirty="0">
                <a:solidFill>
                  <a:srgbClr val="FFFFFF"/>
                </a:solidFill>
                <a:latin typeface="Verdana"/>
                <a:cs typeface="Verdana"/>
              </a:rPr>
              <a:t>?</a:t>
            </a:r>
            <a:endParaRPr sz="3600">
              <a:latin typeface="Verdana"/>
              <a:cs typeface="Verdan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152525">
              <a:lnSpc>
                <a:spcPct val="100000"/>
              </a:lnSpc>
              <a:spcBef>
                <a:spcPts val="100"/>
              </a:spcBef>
            </a:pPr>
            <a:r>
              <a:rPr dirty="0"/>
              <a:t>Pixel</a:t>
            </a:r>
            <a:r>
              <a:rPr spc="-20" dirty="0"/>
              <a:t> </a:t>
            </a:r>
            <a:r>
              <a:rPr dirty="0"/>
              <a:t>Size</a:t>
            </a:r>
            <a:r>
              <a:rPr spc="-5" dirty="0"/>
              <a:t> </a:t>
            </a:r>
            <a:r>
              <a:rPr dirty="0"/>
              <a:t>/</a:t>
            </a:r>
            <a:r>
              <a:rPr spc="-5" dirty="0"/>
              <a:t> </a:t>
            </a:r>
            <a:r>
              <a:rPr dirty="0"/>
              <a:t>Spatial</a:t>
            </a:r>
            <a:r>
              <a:rPr spc="-5" dirty="0"/>
              <a:t> </a:t>
            </a:r>
            <a:r>
              <a:rPr spc="-10" dirty="0"/>
              <a:t>Calibration</a:t>
            </a:r>
          </a:p>
        </p:txBody>
      </p:sp>
      <p:sp>
        <p:nvSpPr>
          <p:cNvPr id="15" name="object 15"/>
          <p:cNvSpPr/>
          <p:nvPr/>
        </p:nvSpPr>
        <p:spPr>
          <a:xfrm>
            <a:off x="328929" y="1445260"/>
            <a:ext cx="12344400" cy="1270"/>
          </a:xfrm>
          <a:custGeom>
            <a:avLst/>
            <a:gdLst/>
            <a:ahLst/>
            <a:cxnLst/>
            <a:rect l="l" t="t" r="r" b="b"/>
            <a:pathLst>
              <a:path w="12344400" h="1269">
                <a:moveTo>
                  <a:pt x="0" y="0"/>
                </a:moveTo>
                <a:lnTo>
                  <a:pt x="12344400" y="1270"/>
                </a:lnTo>
              </a:path>
            </a:pathLst>
          </a:custGeom>
          <a:ln w="50676">
            <a:solidFill>
              <a:srgbClr val="2C2C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71929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48B9F-9277-2948-3821-C5388F887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890" y="64769"/>
            <a:ext cx="11971019" cy="1661993"/>
          </a:xfrm>
        </p:spPr>
        <p:txBody>
          <a:bodyPr/>
          <a:lstStyle/>
          <a:p>
            <a:r>
              <a:rPr lang="en-US" dirty="0"/>
              <a:t>The digital image: Bit Depth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2F3DC830-EDAE-2BA3-F9D0-3E62EACB1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6890" y="1524000"/>
            <a:ext cx="1828800" cy="194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9FE21B3A-CA21-3560-EC6B-CB989728A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82800" y="3742316"/>
            <a:ext cx="2808312" cy="22689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9790F36C-70E8-3ACE-96FA-B5D0C1ED79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/>
          <a:srcRect l="8233" t="762" r="9440" b="15645"/>
          <a:stretch/>
        </p:blipFill>
        <p:spPr bwMode="auto">
          <a:xfrm>
            <a:off x="5892800" y="1402497"/>
            <a:ext cx="6096000" cy="4606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9A0AC8FE-74EF-FC3B-AE4A-21F8E9520C81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97000" y="6648715"/>
            <a:ext cx="6566497" cy="2539887"/>
          </a:xfrm>
          <a:prstGeom prst="rect">
            <a:avLst/>
          </a:prstGeom>
        </p:spPr>
      </p:pic>
      <p:sp>
        <p:nvSpPr>
          <p:cNvPr id="8" name="object 6">
            <a:extLst>
              <a:ext uri="{FF2B5EF4-FFF2-40B4-BE49-F238E27FC236}">
                <a16:creationId xmlns:a16="http://schemas.microsoft.com/office/drawing/2014/main" id="{852B06C6-A62B-6C55-BD70-7C37E9866A80}"/>
              </a:ext>
            </a:extLst>
          </p:cNvPr>
          <p:cNvSpPr txBox="1"/>
          <p:nvPr/>
        </p:nvSpPr>
        <p:spPr>
          <a:xfrm>
            <a:off x="643886" y="6917996"/>
            <a:ext cx="4328160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Photons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induce</a:t>
            </a:r>
            <a:r>
              <a:rPr sz="1600" b="1" spc="-5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transport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of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electrons.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latin typeface="Arial"/>
                <a:cs typeface="Arial"/>
              </a:rPr>
              <a:t>Transport</a:t>
            </a:r>
            <a:r>
              <a:rPr sz="1600" b="1" spc="-7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of</a:t>
            </a:r>
            <a:r>
              <a:rPr sz="1600" b="1" spc="-7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electrons</a:t>
            </a:r>
            <a:r>
              <a:rPr sz="1600" b="1" spc="-7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generates</a:t>
            </a:r>
            <a:r>
              <a:rPr sz="1600" b="1" spc="-8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voltage.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Generated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voltage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is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proportional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to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number </a:t>
            </a:r>
            <a:r>
              <a:rPr sz="1600" b="1" dirty="0">
                <a:latin typeface="Arial"/>
                <a:cs typeface="Arial"/>
              </a:rPr>
              <a:t>of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incoming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photons.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9" name="Picture 8" descr="A picture containing chart&#10;&#10;Description automatically generated">
            <a:extLst>
              <a:ext uri="{FF2B5EF4-FFF2-40B4-BE49-F238E27FC236}">
                <a16:creationId xmlns:a16="http://schemas.microsoft.com/office/drawing/2014/main" id="{CC4F7C9A-1006-7745-A9F1-5812A4F0366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09" t="8605" b="12245"/>
          <a:stretch/>
        </p:blipFill>
        <p:spPr>
          <a:xfrm>
            <a:off x="9398000" y="6324600"/>
            <a:ext cx="27432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5850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4669" y="1267460"/>
            <a:ext cx="11935460" cy="736600"/>
            <a:chOff x="534669" y="1267460"/>
            <a:chExt cx="11935460" cy="736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4669" y="1282700"/>
              <a:ext cx="11935460" cy="72135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8480" y="1267459"/>
              <a:ext cx="11927840" cy="17780"/>
            </a:xfrm>
            <a:custGeom>
              <a:avLst/>
              <a:gdLst/>
              <a:ahLst/>
              <a:cxnLst/>
              <a:rect l="l" t="t" r="r" b="b"/>
              <a:pathLst>
                <a:path w="11927840" h="1778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17780"/>
                  </a:lnTo>
                  <a:lnTo>
                    <a:pt x="11927840" y="1778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D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8479" y="128524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DE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8479" y="129413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DD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8479" y="130302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DC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8479" y="131191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DB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8479" y="132080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DA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8479" y="132969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D9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8479" y="133858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D8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38479" y="134747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D7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38479" y="135636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D6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8479" y="136525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D5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8479" y="137414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D4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38479" y="138303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D3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8479" y="139192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D2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38479" y="140081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D1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38479" y="140970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D0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8479" y="141859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CF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8479" y="142748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CE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38479" y="143637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CD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8480" y="1445259"/>
              <a:ext cx="11927840" cy="17780"/>
            </a:xfrm>
            <a:custGeom>
              <a:avLst/>
              <a:gdLst/>
              <a:ahLst/>
              <a:cxnLst/>
              <a:rect l="l" t="t" r="r" b="b"/>
              <a:pathLst>
                <a:path w="11927840" h="1778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17780"/>
                  </a:lnTo>
                  <a:lnTo>
                    <a:pt x="11927840" y="1778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CC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38479" y="146304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CA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38479" y="147193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C9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8479" y="148082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C8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8479" y="148971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C7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38479" y="149860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C6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38479" y="150749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C5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38479" y="151638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C4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38479" y="152527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C3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8479" y="153416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C2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8479" y="154305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C1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38479" y="155194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C0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38479" y="156083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BF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38479" y="156972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BE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38479" y="157861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BD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38479" y="158750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BC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38479" y="159639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BB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38479" y="160528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BA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38479" y="161417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B9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38479" y="1623060"/>
              <a:ext cx="11927840" cy="10160"/>
            </a:xfrm>
            <a:custGeom>
              <a:avLst/>
              <a:gdLst/>
              <a:ahLst/>
              <a:cxnLst/>
              <a:rect l="l" t="t" r="r" b="b"/>
              <a:pathLst>
                <a:path w="11927840" h="10160">
                  <a:moveTo>
                    <a:pt x="1192784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11927840" y="1016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B8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38479" y="163322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B7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38479" y="1642110"/>
              <a:ext cx="11927840" cy="7620"/>
            </a:xfrm>
            <a:custGeom>
              <a:avLst/>
              <a:gdLst/>
              <a:ahLst/>
              <a:cxnLst/>
              <a:rect l="l" t="t" r="r" b="b"/>
              <a:pathLst>
                <a:path w="11927840" h="7619">
                  <a:moveTo>
                    <a:pt x="1192784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11927840" y="762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B6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38479" y="164973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B5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38479" y="1658620"/>
              <a:ext cx="11927840" cy="10160"/>
            </a:xfrm>
            <a:custGeom>
              <a:avLst/>
              <a:gdLst/>
              <a:ahLst/>
              <a:cxnLst/>
              <a:rect l="l" t="t" r="r" b="b"/>
              <a:pathLst>
                <a:path w="11927840" h="10160">
                  <a:moveTo>
                    <a:pt x="11927840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11927840" y="1015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B4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38479" y="166878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B3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38479" y="1677670"/>
              <a:ext cx="11927840" cy="7620"/>
            </a:xfrm>
            <a:custGeom>
              <a:avLst/>
              <a:gdLst/>
              <a:ahLst/>
              <a:cxnLst/>
              <a:rect l="l" t="t" r="r" b="b"/>
              <a:pathLst>
                <a:path w="11927840" h="7619">
                  <a:moveTo>
                    <a:pt x="1192784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11927840" y="762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B2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38479" y="1685290"/>
              <a:ext cx="11927840" cy="10160"/>
            </a:xfrm>
            <a:custGeom>
              <a:avLst/>
              <a:gdLst/>
              <a:ahLst/>
              <a:cxnLst/>
              <a:rect l="l" t="t" r="r" b="b"/>
              <a:pathLst>
                <a:path w="11927840" h="10160">
                  <a:moveTo>
                    <a:pt x="11927840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11927840" y="1015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B1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38479" y="169545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B0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38479" y="170434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AF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38479" y="171323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AE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38479" y="172212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AD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38479" y="173101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AC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38479" y="173990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AB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38479" y="174879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AA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38479" y="175768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A9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38479" y="176657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A8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38479" y="177546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A7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38479" y="178435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A6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38479" y="179324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A5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38479" y="180213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A4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38479" y="181102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A3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38479" y="181991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A2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38479" y="182880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A1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38479" y="183769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A0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38479" y="184658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9F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38479" y="185547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9E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38479" y="186436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9D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38479" y="187325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9C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38479" y="188214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9B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38479" y="189103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9A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38479" y="189992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99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38479" y="190881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99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38479" y="191770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97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38479" y="192659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96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38479" y="193548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95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38479" y="194437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94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38479" y="195326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93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538479" y="196215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92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538479" y="197104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91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539750" y="1267460"/>
            <a:ext cx="11925300" cy="668131"/>
          </a:xfrm>
          <a:prstGeom prst="rect">
            <a:avLst/>
          </a:prstGeom>
          <a:ln w="9344">
            <a:solidFill>
              <a:srgbClr val="00CC97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9"/>
              </a:spcBef>
            </a:pPr>
            <a:r>
              <a:rPr sz="4000" b="1" dirty="0">
                <a:latin typeface="Century Gothic"/>
                <a:cs typeface="Century Gothic"/>
              </a:rPr>
              <a:t>Bit</a:t>
            </a:r>
            <a:r>
              <a:rPr sz="4000" b="1" spc="-15" dirty="0">
                <a:latin typeface="Century Gothic"/>
                <a:cs typeface="Century Gothic"/>
              </a:rPr>
              <a:t> </a:t>
            </a:r>
            <a:r>
              <a:rPr sz="4000" b="1" spc="-10" dirty="0">
                <a:latin typeface="Century Gothic"/>
                <a:cs typeface="Century Gothic"/>
              </a:rPr>
              <a:t>Depth</a:t>
            </a:r>
            <a:endParaRPr sz="4000" dirty="0">
              <a:latin typeface="Century Gothic"/>
              <a:cs typeface="Century Gothic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706119" y="2513329"/>
            <a:ext cx="5190490" cy="1244600"/>
            <a:chOff x="706119" y="2513329"/>
            <a:chExt cx="5190490" cy="1244600"/>
          </a:xfrm>
        </p:grpSpPr>
        <p:pic>
          <p:nvPicPr>
            <p:cNvPr id="84" name="object 8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6119" y="2529839"/>
              <a:ext cx="5190082" cy="1228090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711200" y="2513329"/>
              <a:ext cx="5180330" cy="50800"/>
            </a:xfrm>
            <a:custGeom>
              <a:avLst/>
              <a:gdLst/>
              <a:ahLst/>
              <a:cxnLst/>
              <a:rect l="l" t="t" r="r" b="b"/>
              <a:pathLst>
                <a:path w="5180330" h="50800">
                  <a:moveTo>
                    <a:pt x="518033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0" y="50800"/>
                  </a:lnTo>
                  <a:lnTo>
                    <a:pt x="5180330" y="50800"/>
                  </a:lnTo>
                  <a:lnTo>
                    <a:pt x="5180330" y="25400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11199" y="2564129"/>
              <a:ext cx="5180330" cy="24130"/>
            </a:xfrm>
            <a:custGeom>
              <a:avLst/>
              <a:gdLst/>
              <a:ahLst/>
              <a:cxnLst/>
              <a:rect l="l" t="t" r="r" b="b"/>
              <a:pathLst>
                <a:path w="5180330" h="24130">
                  <a:moveTo>
                    <a:pt x="518033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5180330" y="24129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11199" y="2588259"/>
              <a:ext cx="5180330" cy="25400"/>
            </a:xfrm>
            <a:custGeom>
              <a:avLst/>
              <a:gdLst/>
              <a:ahLst/>
              <a:cxnLst/>
              <a:rect l="l" t="t" r="r" b="b"/>
              <a:pathLst>
                <a:path w="5180330" h="25400">
                  <a:moveTo>
                    <a:pt x="518033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180330" y="25400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11199" y="2613659"/>
              <a:ext cx="5180330" cy="24130"/>
            </a:xfrm>
            <a:custGeom>
              <a:avLst/>
              <a:gdLst/>
              <a:ahLst/>
              <a:cxnLst/>
              <a:rect l="l" t="t" r="r" b="b"/>
              <a:pathLst>
                <a:path w="5180330" h="24130">
                  <a:moveTo>
                    <a:pt x="5180330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5180330" y="24130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11199" y="2637789"/>
              <a:ext cx="5180330" cy="25400"/>
            </a:xfrm>
            <a:custGeom>
              <a:avLst/>
              <a:gdLst/>
              <a:ahLst/>
              <a:cxnLst/>
              <a:rect l="l" t="t" r="r" b="b"/>
              <a:pathLst>
                <a:path w="5180330" h="25400">
                  <a:moveTo>
                    <a:pt x="518033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180330" y="25400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11199" y="2663189"/>
              <a:ext cx="5180330" cy="24130"/>
            </a:xfrm>
            <a:custGeom>
              <a:avLst/>
              <a:gdLst/>
              <a:ahLst/>
              <a:cxnLst/>
              <a:rect l="l" t="t" r="r" b="b"/>
              <a:pathLst>
                <a:path w="5180330" h="24130">
                  <a:moveTo>
                    <a:pt x="518033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5180330" y="24129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11199" y="2687319"/>
              <a:ext cx="5180330" cy="25400"/>
            </a:xfrm>
            <a:custGeom>
              <a:avLst/>
              <a:gdLst/>
              <a:ahLst/>
              <a:cxnLst/>
              <a:rect l="l" t="t" r="r" b="b"/>
              <a:pathLst>
                <a:path w="5180330" h="25400">
                  <a:moveTo>
                    <a:pt x="518033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180330" y="25400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711199" y="2712719"/>
              <a:ext cx="5180330" cy="25400"/>
            </a:xfrm>
            <a:custGeom>
              <a:avLst/>
              <a:gdLst/>
              <a:ahLst/>
              <a:cxnLst/>
              <a:rect l="l" t="t" r="r" b="b"/>
              <a:pathLst>
                <a:path w="5180330" h="25400">
                  <a:moveTo>
                    <a:pt x="518033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180330" y="25400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11199" y="2738119"/>
              <a:ext cx="5180330" cy="24130"/>
            </a:xfrm>
            <a:custGeom>
              <a:avLst/>
              <a:gdLst/>
              <a:ahLst/>
              <a:cxnLst/>
              <a:rect l="l" t="t" r="r" b="b"/>
              <a:pathLst>
                <a:path w="5180330" h="24130">
                  <a:moveTo>
                    <a:pt x="518033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5180330" y="24129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11199" y="2762249"/>
              <a:ext cx="5180330" cy="25400"/>
            </a:xfrm>
            <a:custGeom>
              <a:avLst/>
              <a:gdLst/>
              <a:ahLst/>
              <a:cxnLst/>
              <a:rect l="l" t="t" r="r" b="b"/>
              <a:pathLst>
                <a:path w="5180330" h="25400">
                  <a:moveTo>
                    <a:pt x="518033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180330" y="25400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711199" y="2787649"/>
              <a:ext cx="5180330" cy="24130"/>
            </a:xfrm>
            <a:custGeom>
              <a:avLst/>
              <a:gdLst/>
              <a:ahLst/>
              <a:cxnLst/>
              <a:rect l="l" t="t" r="r" b="b"/>
              <a:pathLst>
                <a:path w="5180330" h="24130">
                  <a:moveTo>
                    <a:pt x="518033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5180330" y="24129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711199" y="2811779"/>
              <a:ext cx="5180330" cy="25400"/>
            </a:xfrm>
            <a:custGeom>
              <a:avLst/>
              <a:gdLst/>
              <a:ahLst/>
              <a:cxnLst/>
              <a:rect l="l" t="t" r="r" b="b"/>
              <a:pathLst>
                <a:path w="5180330" h="25400">
                  <a:moveTo>
                    <a:pt x="518033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180330" y="25400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711199" y="2837179"/>
              <a:ext cx="5180330" cy="25400"/>
            </a:xfrm>
            <a:custGeom>
              <a:avLst/>
              <a:gdLst/>
              <a:ahLst/>
              <a:cxnLst/>
              <a:rect l="l" t="t" r="r" b="b"/>
              <a:pathLst>
                <a:path w="5180330" h="25400">
                  <a:moveTo>
                    <a:pt x="518033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180330" y="25400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711199" y="2862579"/>
              <a:ext cx="5180330" cy="24130"/>
            </a:xfrm>
            <a:custGeom>
              <a:avLst/>
              <a:gdLst/>
              <a:ahLst/>
              <a:cxnLst/>
              <a:rect l="l" t="t" r="r" b="b"/>
              <a:pathLst>
                <a:path w="5180330" h="24130">
                  <a:moveTo>
                    <a:pt x="518033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5180330" y="24129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711199" y="2886709"/>
              <a:ext cx="5180330" cy="25400"/>
            </a:xfrm>
            <a:custGeom>
              <a:avLst/>
              <a:gdLst/>
              <a:ahLst/>
              <a:cxnLst/>
              <a:rect l="l" t="t" r="r" b="b"/>
              <a:pathLst>
                <a:path w="5180330" h="25400">
                  <a:moveTo>
                    <a:pt x="518033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180330" y="25400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711199" y="2912109"/>
              <a:ext cx="5180330" cy="25400"/>
            </a:xfrm>
            <a:custGeom>
              <a:avLst/>
              <a:gdLst/>
              <a:ahLst/>
              <a:cxnLst/>
              <a:rect l="l" t="t" r="r" b="b"/>
              <a:pathLst>
                <a:path w="5180330" h="25400">
                  <a:moveTo>
                    <a:pt x="518033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180330" y="25400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711199" y="2937509"/>
              <a:ext cx="5180330" cy="24130"/>
            </a:xfrm>
            <a:custGeom>
              <a:avLst/>
              <a:gdLst/>
              <a:ahLst/>
              <a:cxnLst/>
              <a:rect l="l" t="t" r="r" b="b"/>
              <a:pathLst>
                <a:path w="5180330" h="24130">
                  <a:moveTo>
                    <a:pt x="5180330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5180330" y="24130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711199" y="2961639"/>
              <a:ext cx="5180330" cy="25400"/>
            </a:xfrm>
            <a:custGeom>
              <a:avLst/>
              <a:gdLst/>
              <a:ahLst/>
              <a:cxnLst/>
              <a:rect l="l" t="t" r="r" b="b"/>
              <a:pathLst>
                <a:path w="5180330" h="25400">
                  <a:moveTo>
                    <a:pt x="518033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180330" y="25400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11199" y="2987039"/>
              <a:ext cx="5180330" cy="24130"/>
            </a:xfrm>
            <a:custGeom>
              <a:avLst/>
              <a:gdLst/>
              <a:ahLst/>
              <a:cxnLst/>
              <a:rect l="l" t="t" r="r" b="b"/>
              <a:pathLst>
                <a:path w="5180330" h="24130">
                  <a:moveTo>
                    <a:pt x="518033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5180330" y="24129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11199" y="3011169"/>
              <a:ext cx="5180330" cy="25400"/>
            </a:xfrm>
            <a:custGeom>
              <a:avLst/>
              <a:gdLst/>
              <a:ahLst/>
              <a:cxnLst/>
              <a:rect l="l" t="t" r="r" b="b"/>
              <a:pathLst>
                <a:path w="5180330" h="25400">
                  <a:moveTo>
                    <a:pt x="518033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180330" y="25400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711199" y="3036569"/>
              <a:ext cx="5180330" cy="25400"/>
            </a:xfrm>
            <a:custGeom>
              <a:avLst/>
              <a:gdLst/>
              <a:ahLst/>
              <a:cxnLst/>
              <a:rect l="l" t="t" r="r" b="b"/>
              <a:pathLst>
                <a:path w="5180330" h="25400">
                  <a:moveTo>
                    <a:pt x="518033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180330" y="25400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711199" y="3061969"/>
              <a:ext cx="5180330" cy="24130"/>
            </a:xfrm>
            <a:custGeom>
              <a:avLst/>
              <a:gdLst/>
              <a:ahLst/>
              <a:cxnLst/>
              <a:rect l="l" t="t" r="r" b="b"/>
              <a:pathLst>
                <a:path w="5180330" h="24130">
                  <a:moveTo>
                    <a:pt x="518033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5180330" y="24129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711199" y="3086099"/>
              <a:ext cx="5180330" cy="25400"/>
            </a:xfrm>
            <a:custGeom>
              <a:avLst/>
              <a:gdLst/>
              <a:ahLst/>
              <a:cxnLst/>
              <a:rect l="l" t="t" r="r" b="b"/>
              <a:pathLst>
                <a:path w="5180330" h="25400">
                  <a:moveTo>
                    <a:pt x="518033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180330" y="25400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711199" y="3111499"/>
              <a:ext cx="5180330" cy="24130"/>
            </a:xfrm>
            <a:custGeom>
              <a:avLst/>
              <a:gdLst/>
              <a:ahLst/>
              <a:cxnLst/>
              <a:rect l="l" t="t" r="r" b="b"/>
              <a:pathLst>
                <a:path w="5180330" h="24130">
                  <a:moveTo>
                    <a:pt x="518033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5180330" y="24129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711199" y="3135629"/>
              <a:ext cx="5180330" cy="25400"/>
            </a:xfrm>
            <a:custGeom>
              <a:avLst/>
              <a:gdLst/>
              <a:ahLst/>
              <a:cxnLst/>
              <a:rect l="l" t="t" r="r" b="b"/>
              <a:pathLst>
                <a:path w="5180330" h="25400">
                  <a:moveTo>
                    <a:pt x="518033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180330" y="25400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711199" y="3161029"/>
              <a:ext cx="5180330" cy="24130"/>
            </a:xfrm>
            <a:custGeom>
              <a:avLst/>
              <a:gdLst/>
              <a:ahLst/>
              <a:cxnLst/>
              <a:rect l="l" t="t" r="r" b="b"/>
              <a:pathLst>
                <a:path w="5180330" h="24130">
                  <a:moveTo>
                    <a:pt x="518033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5180330" y="24129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711199" y="3185159"/>
              <a:ext cx="5180330" cy="25400"/>
            </a:xfrm>
            <a:custGeom>
              <a:avLst/>
              <a:gdLst/>
              <a:ahLst/>
              <a:cxnLst/>
              <a:rect l="l" t="t" r="r" b="b"/>
              <a:pathLst>
                <a:path w="5180330" h="25400">
                  <a:moveTo>
                    <a:pt x="518033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180330" y="25400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711199" y="3210559"/>
              <a:ext cx="5180330" cy="25400"/>
            </a:xfrm>
            <a:custGeom>
              <a:avLst/>
              <a:gdLst/>
              <a:ahLst/>
              <a:cxnLst/>
              <a:rect l="l" t="t" r="r" b="b"/>
              <a:pathLst>
                <a:path w="5180330" h="25400">
                  <a:moveTo>
                    <a:pt x="518033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180330" y="25400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711199" y="3235959"/>
              <a:ext cx="5180330" cy="24130"/>
            </a:xfrm>
            <a:custGeom>
              <a:avLst/>
              <a:gdLst/>
              <a:ahLst/>
              <a:cxnLst/>
              <a:rect l="l" t="t" r="r" b="b"/>
              <a:pathLst>
                <a:path w="5180330" h="24129">
                  <a:moveTo>
                    <a:pt x="5180330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5180330" y="24130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711199" y="3260089"/>
              <a:ext cx="5180330" cy="25400"/>
            </a:xfrm>
            <a:custGeom>
              <a:avLst/>
              <a:gdLst/>
              <a:ahLst/>
              <a:cxnLst/>
              <a:rect l="l" t="t" r="r" b="b"/>
              <a:pathLst>
                <a:path w="5180330" h="25400">
                  <a:moveTo>
                    <a:pt x="518033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180330" y="25400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711199" y="3285489"/>
              <a:ext cx="5180330" cy="24130"/>
            </a:xfrm>
            <a:custGeom>
              <a:avLst/>
              <a:gdLst/>
              <a:ahLst/>
              <a:cxnLst/>
              <a:rect l="l" t="t" r="r" b="b"/>
              <a:pathLst>
                <a:path w="5180330" h="24129">
                  <a:moveTo>
                    <a:pt x="5180330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5180330" y="24130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711199" y="3309619"/>
              <a:ext cx="5180330" cy="25400"/>
            </a:xfrm>
            <a:custGeom>
              <a:avLst/>
              <a:gdLst/>
              <a:ahLst/>
              <a:cxnLst/>
              <a:rect l="l" t="t" r="r" b="b"/>
              <a:pathLst>
                <a:path w="5180330" h="25400">
                  <a:moveTo>
                    <a:pt x="518033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180330" y="25400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711200" y="3335019"/>
              <a:ext cx="5180330" cy="49530"/>
            </a:xfrm>
            <a:custGeom>
              <a:avLst/>
              <a:gdLst/>
              <a:ahLst/>
              <a:cxnLst/>
              <a:rect l="l" t="t" r="r" b="b"/>
              <a:pathLst>
                <a:path w="5180330" h="49529">
                  <a:moveTo>
                    <a:pt x="518033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0" y="49530"/>
                  </a:lnTo>
                  <a:lnTo>
                    <a:pt x="5180330" y="49530"/>
                  </a:lnTo>
                  <a:lnTo>
                    <a:pt x="5180330" y="25400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711199" y="3384549"/>
              <a:ext cx="5180330" cy="25400"/>
            </a:xfrm>
            <a:custGeom>
              <a:avLst/>
              <a:gdLst/>
              <a:ahLst/>
              <a:cxnLst/>
              <a:rect l="l" t="t" r="r" b="b"/>
              <a:pathLst>
                <a:path w="5180330" h="25400">
                  <a:moveTo>
                    <a:pt x="518033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180330" y="25400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711199" y="3409949"/>
              <a:ext cx="5180330" cy="25400"/>
            </a:xfrm>
            <a:custGeom>
              <a:avLst/>
              <a:gdLst/>
              <a:ahLst/>
              <a:cxnLst/>
              <a:rect l="l" t="t" r="r" b="b"/>
              <a:pathLst>
                <a:path w="5180330" h="25400">
                  <a:moveTo>
                    <a:pt x="518033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180330" y="25400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11199" y="3435349"/>
              <a:ext cx="5180330" cy="24130"/>
            </a:xfrm>
            <a:custGeom>
              <a:avLst/>
              <a:gdLst/>
              <a:ahLst/>
              <a:cxnLst/>
              <a:rect l="l" t="t" r="r" b="b"/>
              <a:pathLst>
                <a:path w="5180330" h="24129">
                  <a:moveTo>
                    <a:pt x="518033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5180330" y="24129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11199" y="3459479"/>
              <a:ext cx="5180330" cy="25400"/>
            </a:xfrm>
            <a:custGeom>
              <a:avLst/>
              <a:gdLst/>
              <a:ahLst/>
              <a:cxnLst/>
              <a:rect l="l" t="t" r="r" b="b"/>
              <a:pathLst>
                <a:path w="5180330" h="25400">
                  <a:moveTo>
                    <a:pt x="518033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180330" y="25400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11199" y="3484879"/>
              <a:ext cx="5180330" cy="24130"/>
            </a:xfrm>
            <a:custGeom>
              <a:avLst/>
              <a:gdLst/>
              <a:ahLst/>
              <a:cxnLst/>
              <a:rect l="l" t="t" r="r" b="b"/>
              <a:pathLst>
                <a:path w="5180330" h="24129">
                  <a:moveTo>
                    <a:pt x="5180330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5180330" y="24130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711199" y="3509009"/>
              <a:ext cx="5180330" cy="25400"/>
            </a:xfrm>
            <a:custGeom>
              <a:avLst/>
              <a:gdLst/>
              <a:ahLst/>
              <a:cxnLst/>
              <a:rect l="l" t="t" r="r" b="b"/>
              <a:pathLst>
                <a:path w="5180330" h="25400">
                  <a:moveTo>
                    <a:pt x="518033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180330" y="25400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711199" y="3534409"/>
              <a:ext cx="5180330" cy="24130"/>
            </a:xfrm>
            <a:custGeom>
              <a:avLst/>
              <a:gdLst/>
              <a:ahLst/>
              <a:cxnLst/>
              <a:rect l="l" t="t" r="r" b="b"/>
              <a:pathLst>
                <a:path w="5180330" h="24129">
                  <a:moveTo>
                    <a:pt x="518033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5180330" y="24129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711199" y="3558539"/>
              <a:ext cx="5180330" cy="25400"/>
            </a:xfrm>
            <a:custGeom>
              <a:avLst/>
              <a:gdLst/>
              <a:ahLst/>
              <a:cxnLst/>
              <a:rect l="l" t="t" r="r" b="b"/>
              <a:pathLst>
                <a:path w="5180330" h="25400">
                  <a:moveTo>
                    <a:pt x="518033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180330" y="25400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711199" y="3583939"/>
              <a:ext cx="5180330" cy="25400"/>
            </a:xfrm>
            <a:custGeom>
              <a:avLst/>
              <a:gdLst/>
              <a:ahLst/>
              <a:cxnLst/>
              <a:rect l="l" t="t" r="r" b="b"/>
              <a:pathLst>
                <a:path w="5180330" h="25400">
                  <a:moveTo>
                    <a:pt x="518033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180330" y="25400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711199" y="3609339"/>
              <a:ext cx="5180330" cy="24130"/>
            </a:xfrm>
            <a:custGeom>
              <a:avLst/>
              <a:gdLst/>
              <a:ahLst/>
              <a:cxnLst/>
              <a:rect l="l" t="t" r="r" b="b"/>
              <a:pathLst>
                <a:path w="5180330" h="24129">
                  <a:moveTo>
                    <a:pt x="5180330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5180330" y="24130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711199" y="3633469"/>
              <a:ext cx="5180330" cy="25400"/>
            </a:xfrm>
            <a:custGeom>
              <a:avLst/>
              <a:gdLst/>
              <a:ahLst/>
              <a:cxnLst/>
              <a:rect l="l" t="t" r="r" b="b"/>
              <a:pathLst>
                <a:path w="5180330" h="25400">
                  <a:moveTo>
                    <a:pt x="518033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180330" y="25400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711199" y="3658869"/>
              <a:ext cx="5180330" cy="24130"/>
            </a:xfrm>
            <a:custGeom>
              <a:avLst/>
              <a:gdLst/>
              <a:ahLst/>
              <a:cxnLst/>
              <a:rect l="l" t="t" r="r" b="b"/>
              <a:pathLst>
                <a:path w="5180330" h="24129">
                  <a:moveTo>
                    <a:pt x="518033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5180330" y="24129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711199" y="3682999"/>
              <a:ext cx="5180330" cy="25400"/>
            </a:xfrm>
            <a:custGeom>
              <a:avLst/>
              <a:gdLst/>
              <a:ahLst/>
              <a:cxnLst/>
              <a:rect l="l" t="t" r="r" b="b"/>
              <a:pathLst>
                <a:path w="5180330" h="25400">
                  <a:moveTo>
                    <a:pt x="518033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180330" y="25400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711199" y="3708399"/>
              <a:ext cx="5180330" cy="25400"/>
            </a:xfrm>
            <a:custGeom>
              <a:avLst/>
              <a:gdLst/>
              <a:ahLst/>
              <a:cxnLst/>
              <a:rect l="l" t="t" r="r" b="b"/>
              <a:pathLst>
                <a:path w="5180330" h="25400">
                  <a:moveTo>
                    <a:pt x="518033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180330" y="25400"/>
                  </a:lnTo>
                  <a:lnTo>
                    <a:pt x="5180330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2" name="object 132"/>
          <p:cNvSpPr txBox="1"/>
          <p:nvPr/>
        </p:nvSpPr>
        <p:spPr>
          <a:xfrm>
            <a:off x="711200" y="2514600"/>
            <a:ext cx="5180330" cy="121793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1297305" marR="287655" indent="-1000760">
              <a:lnSpc>
                <a:spcPts val="4310"/>
              </a:lnSpc>
              <a:spcBef>
                <a:spcPts val="470"/>
              </a:spcBef>
              <a:tabLst>
                <a:tab pos="2057400" algn="l"/>
              </a:tabLst>
            </a:pPr>
            <a:r>
              <a:rPr sz="4000" dirty="0">
                <a:latin typeface="Century Gothic"/>
                <a:cs typeface="Century Gothic"/>
              </a:rPr>
              <a:t>Measured</a:t>
            </a:r>
            <a:r>
              <a:rPr sz="4000" spc="-35" dirty="0">
                <a:latin typeface="Century Gothic"/>
                <a:cs typeface="Century Gothic"/>
              </a:rPr>
              <a:t> </a:t>
            </a:r>
            <a:r>
              <a:rPr sz="4000" spc="-10" dirty="0">
                <a:latin typeface="Century Gothic"/>
                <a:cs typeface="Century Gothic"/>
              </a:rPr>
              <a:t>intensity </a:t>
            </a:r>
            <a:r>
              <a:rPr sz="4000" spc="-25" dirty="0">
                <a:latin typeface="Century Gothic"/>
                <a:cs typeface="Century Gothic"/>
              </a:rPr>
              <a:t>by</a:t>
            </a:r>
            <a:r>
              <a:rPr sz="4000" dirty="0">
                <a:latin typeface="Century Gothic"/>
                <a:cs typeface="Century Gothic"/>
              </a:rPr>
              <a:t>	</a:t>
            </a:r>
            <a:r>
              <a:rPr sz="4000" spc="-10" dirty="0">
                <a:latin typeface="Century Gothic"/>
                <a:cs typeface="Century Gothic"/>
              </a:rPr>
              <a:t>detector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133" name="object 133"/>
          <p:cNvSpPr/>
          <p:nvPr/>
        </p:nvSpPr>
        <p:spPr>
          <a:xfrm>
            <a:off x="1013460" y="4265929"/>
            <a:ext cx="1066800" cy="2667000"/>
          </a:xfrm>
          <a:custGeom>
            <a:avLst/>
            <a:gdLst/>
            <a:ahLst/>
            <a:cxnLst/>
            <a:rect l="l" t="t" r="r" b="b"/>
            <a:pathLst>
              <a:path w="1066800" h="2667000">
                <a:moveTo>
                  <a:pt x="800100" y="0"/>
                </a:moveTo>
                <a:lnTo>
                  <a:pt x="266700" y="0"/>
                </a:lnTo>
                <a:lnTo>
                  <a:pt x="266700" y="2066290"/>
                </a:lnTo>
                <a:lnTo>
                  <a:pt x="0" y="2066290"/>
                </a:lnTo>
                <a:lnTo>
                  <a:pt x="533400" y="2667000"/>
                </a:lnTo>
                <a:lnTo>
                  <a:pt x="1066800" y="2066290"/>
                </a:lnTo>
                <a:lnTo>
                  <a:pt x="800100" y="2066290"/>
                </a:lnTo>
                <a:lnTo>
                  <a:pt x="80010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4" name="object 134"/>
          <p:cNvGrpSpPr/>
          <p:nvPr/>
        </p:nvGrpSpPr>
        <p:grpSpPr>
          <a:xfrm>
            <a:off x="7181850" y="2512060"/>
            <a:ext cx="5267960" cy="2311400"/>
            <a:chOff x="7181850" y="2512060"/>
            <a:chExt cx="5267960" cy="2311400"/>
          </a:xfrm>
        </p:grpSpPr>
        <p:pic>
          <p:nvPicPr>
            <p:cNvPr id="135" name="object 1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81850" y="2527300"/>
              <a:ext cx="5267959" cy="2296160"/>
            </a:xfrm>
            <a:prstGeom prst="rect">
              <a:avLst/>
            </a:prstGeom>
          </p:spPr>
        </p:pic>
        <p:sp>
          <p:nvSpPr>
            <p:cNvPr id="136" name="object 136"/>
            <p:cNvSpPr/>
            <p:nvPr/>
          </p:nvSpPr>
          <p:spPr>
            <a:xfrm>
              <a:off x="7185660" y="2512059"/>
              <a:ext cx="5259070" cy="93980"/>
            </a:xfrm>
            <a:custGeom>
              <a:avLst/>
              <a:gdLst/>
              <a:ahLst/>
              <a:cxnLst/>
              <a:rect l="l" t="t" r="r" b="b"/>
              <a:pathLst>
                <a:path w="5259070" h="93980">
                  <a:moveTo>
                    <a:pt x="5259070" y="0"/>
                  </a:moveTo>
                  <a:lnTo>
                    <a:pt x="0" y="0"/>
                  </a:lnTo>
                  <a:lnTo>
                    <a:pt x="0" y="46990"/>
                  </a:lnTo>
                  <a:lnTo>
                    <a:pt x="0" y="93980"/>
                  </a:lnTo>
                  <a:lnTo>
                    <a:pt x="5259070" y="93980"/>
                  </a:lnTo>
                  <a:lnTo>
                    <a:pt x="5259070" y="4699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7185660" y="2606040"/>
              <a:ext cx="5259070" cy="46990"/>
            </a:xfrm>
            <a:custGeom>
              <a:avLst/>
              <a:gdLst/>
              <a:ahLst/>
              <a:cxnLst/>
              <a:rect l="l" t="t" r="r" b="b"/>
              <a:pathLst>
                <a:path w="5259070" h="46989">
                  <a:moveTo>
                    <a:pt x="52590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5259070" y="4698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7185660" y="2653030"/>
              <a:ext cx="5259070" cy="45720"/>
            </a:xfrm>
            <a:custGeom>
              <a:avLst/>
              <a:gdLst/>
              <a:ahLst/>
              <a:cxnLst/>
              <a:rect l="l" t="t" r="r" b="b"/>
              <a:pathLst>
                <a:path w="5259070" h="45719">
                  <a:moveTo>
                    <a:pt x="525907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5259070" y="4572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7185660" y="2698750"/>
              <a:ext cx="5259070" cy="46990"/>
            </a:xfrm>
            <a:custGeom>
              <a:avLst/>
              <a:gdLst/>
              <a:ahLst/>
              <a:cxnLst/>
              <a:rect l="l" t="t" r="r" b="b"/>
              <a:pathLst>
                <a:path w="5259070" h="46989">
                  <a:moveTo>
                    <a:pt x="5259070" y="0"/>
                  </a:moveTo>
                  <a:lnTo>
                    <a:pt x="0" y="0"/>
                  </a:lnTo>
                  <a:lnTo>
                    <a:pt x="0" y="46990"/>
                  </a:lnTo>
                  <a:lnTo>
                    <a:pt x="5259070" y="4699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7185660" y="2745740"/>
              <a:ext cx="5259070" cy="46990"/>
            </a:xfrm>
            <a:custGeom>
              <a:avLst/>
              <a:gdLst/>
              <a:ahLst/>
              <a:cxnLst/>
              <a:rect l="l" t="t" r="r" b="b"/>
              <a:pathLst>
                <a:path w="5259070" h="46989">
                  <a:moveTo>
                    <a:pt x="52590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5259070" y="4698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7185660" y="2792730"/>
              <a:ext cx="5259070" cy="45720"/>
            </a:xfrm>
            <a:custGeom>
              <a:avLst/>
              <a:gdLst/>
              <a:ahLst/>
              <a:cxnLst/>
              <a:rect l="l" t="t" r="r" b="b"/>
              <a:pathLst>
                <a:path w="5259070" h="45719">
                  <a:moveTo>
                    <a:pt x="525907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5259070" y="4572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7185660" y="2838450"/>
              <a:ext cx="5259070" cy="46990"/>
            </a:xfrm>
            <a:custGeom>
              <a:avLst/>
              <a:gdLst/>
              <a:ahLst/>
              <a:cxnLst/>
              <a:rect l="l" t="t" r="r" b="b"/>
              <a:pathLst>
                <a:path w="5259070" h="46989">
                  <a:moveTo>
                    <a:pt x="5259070" y="0"/>
                  </a:moveTo>
                  <a:lnTo>
                    <a:pt x="0" y="0"/>
                  </a:lnTo>
                  <a:lnTo>
                    <a:pt x="0" y="46990"/>
                  </a:lnTo>
                  <a:lnTo>
                    <a:pt x="5259070" y="4699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7185660" y="2885440"/>
              <a:ext cx="5259070" cy="46990"/>
            </a:xfrm>
            <a:custGeom>
              <a:avLst/>
              <a:gdLst/>
              <a:ahLst/>
              <a:cxnLst/>
              <a:rect l="l" t="t" r="r" b="b"/>
              <a:pathLst>
                <a:path w="5259070" h="46989">
                  <a:moveTo>
                    <a:pt x="52590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5259070" y="4698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7185660" y="2932430"/>
              <a:ext cx="5259070" cy="46990"/>
            </a:xfrm>
            <a:custGeom>
              <a:avLst/>
              <a:gdLst/>
              <a:ahLst/>
              <a:cxnLst/>
              <a:rect l="l" t="t" r="r" b="b"/>
              <a:pathLst>
                <a:path w="5259070" h="46989">
                  <a:moveTo>
                    <a:pt x="5259070" y="0"/>
                  </a:moveTo>
                  <a:lnTo>
                    <a:pt x="0" y="0"/>
                  </a:lnTo>
                  <a:lnTo>
                    <a:pt x="0" y="46990"/>
                  </a:lnTo>
                  <a:lnTo>
                    <a:pt x="5259070" y="4699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7185660" y="2979420"/>
              <a:ext cx="5259070" cy="46990"/>
            </a:xfrm>
            <a:custGeom>
              <a:avLst/>
              <a:gdLst/>
              <a:ahLst/>
              <a:cxnLst/>
              <a:rect l="l" t="t" r="r" b="b"/>
              <a:pathLst>
                <a:path w="5259070" h="46989">
                  <a:moveTo>
                    <a:pt x="52590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5259070" y="4698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7185660" y="3026410"/>
              <a:ext cx="5259070" cy="45720"/>
            </a:xfrm>
            <a:custGeom>
              <a:avLst/>
              <a:gdLst/>
              <a:ahLst/>
              <a:cxnLst/>
              <a:rect l="l" t="t" r="r" b="b"/>
              <a:pathLst>
                <a:path w="5259070" h="45719">
                  <a:moveTo>
                    <a:pt x="525907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5259070" y="4572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7185660" y="3072130"/>
              <a:ext cx="5259070" cy="46990"/>
            </a:xfrm>
            <a:custGeom>
              <a:avLst/>
              <a:gdLst/>
              <a:ahLst/>
              <a:cxnLst/>
              <a:rect l="l" t="t" r="r" b="b"/>
              <a:pathLst>
                <a:path w="5259070" h="46989">
                  <a:moveTo>
                    <a:pt x="5259070" y="0"/>
                  </a:moveTo>
                  <a:lnTo>
                    <a:pt x="0" y="0"/>
                  </a:lnTo>
                  <a:lnTo>
                    <a:pt x="0" y="46990"/>
                  </a:lnTo>
                  <a:lnTo>
                    <a:pt x="5259070" y="4699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7185660" y="3119120"/>
              <a:ext cx="5259070" cy="46990"/>
            </a:xfrm>
            <a:custGeom>
              <a:avLst/>
              <a:gdLst/>
              <a:ahLst/>
              <a:cxnLst/>
              <a:rect l="l" t="t" r="r" b="b"/>
              <a:pathLst>
                <a:path w="5259070" h="46989">
                  <a:moveTo>
                    <a:pt x="52590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5259070" y="4698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7185660" y="3166110"/>
              <a:ext cx="5259070" cy="46990"/>
            </a:xfrm>
            <a:custGeom>
              <a:avLst/>
              <a:gdLst/>
              <a:ahLst/>
              <a:cxnLst/>
              <a:rect l="l" t="t" r="r" b="b"/>
              <a:pathLst>
                <a:path w="5259070" h="46989">
                  <a:moveTo>
                    <a:pt x="5259070" y="0"/>
                  </a:moveTo>
                  <a:lnTo>
                    <a:pt x="0" y="0"/>
                  </a:lnTo>
                  <a:lnTo>
                    <a:pt x="0" y="46990"/>
                  </a:lnTo>
                  <a:lnTo>
                    <a:pt x="5259070" y="4699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7185660" y="3213100"/>
              <a:ext cx="5259070" cy="45720"/>
            </a:xfrm>
            <a:custGeom>
              <a:avLst/>
              <a:gdLst/>
              <a:ahLst/>
              <a:cxnLst/>
              <a:rect l="l" t="t" r="r" b="b"/>
              <a:pathLst>
                <a:path w="5259070" h="45720">
                  <a:moveTo>
                    <a:pt x="525907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5259070" y="4572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7185660" y="3258820"/>
              <a:ext cx="5259070" cy="46990"/>
            </a:xfrm>
            <a:custGeom>
              <a:avLst/>
              <a:gdLst/>
              <a:ahLst/>
              <a:cxnLst/>
              <a:rect l="l" t="t" r="r" b="b"/>
              <a:pathLst>
                <a:path w="5259070" h="46989">
                  <a:moveTo>
                    <a:pt x="52590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5259070" y="4698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7185660" y="3305810"/>
              <a:ext cx="5259070" cy="46990"/>
            </a:xfrm>
            <a:custGeom>
              <a:avLst/>
              <a:gdLst/>
              <a:ahLst/>
              <a:cxnLst/>
              <a:rect l="l" t="t" r="r" b="b"/>
              <a:pathLst>
                <a:path w="5259070" h="46989">
                  <a:moveTo>
                    <a:pt x="52590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5259070" y="4698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7185660" y="3352800"/>
              <a:ext cx="5259070" cy="46990"/>
            </a:xfrm>
            <a:custGeom>
              <a:avLst/>
              <a:gdLst/>
              <a:ahLst/>
              <a:cxnLst/>
              <a:rect l="l" t="t" r="r" b="b"/>
              <a:pathLst>
                <a:path w="5259070" h="46989">
                  <a:moveTo>
                    <a:pt x="52590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5259070" y="4698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7185660" y="3399790"/>
              <a:ext cx="5259070" cy="45720"/>
            </a:xfrm>
            <a:custGeom>
              <a:avLst/>
              <a:gdLst/>
              <a:ahLst/>
              <a:cxnLst/>
              <a:rect l="l" t="t" r="r" b="b"/>
              <a:pathLst>
                <a:path w="5259070" h="45720">
                  <a:moveTo>
                    <a:pt x="525907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5259070" y="4572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7185660" y="3445510"/>
              <a:ext cx="5259070" cy="46990"/>
            </a:xfrm>
            <a:custGeom>
              <a:avLst/>
              <a:gdLst/>
              <a:ahLst/>
              <a:cxnLst/>
              <a:rect l="l" t="t" r="r" b="b"/>
              <a:pathLst>
                <a:path w="5259070" h="46989">
                  <a:moveTo>
                    <a:pt x="52590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5259070" y="4698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7185660" y="3492500"/>
              <a:ext cx="5259070" cy="46990"/>
            </a:xfrm>
            <a:custGeom>
              <a:avLst/>
              <a:gdLst/>
              <a:ahLst/>
              <a:cxnLst/>
              <a:rect l="l" t="t" r="r" b="b"/>
              <a:pathLst>
                <a:path w="5259070" h="46989">
                  <a:moveTo>
                    <a:pt x="52590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5259070" y="4698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7185660" y="3539490"/>
              <a:ext cx="5259070" cy="46990"/>
            </a:xfrm>
            <a:custGeom>
              <a:avLst/>
              <a:gdLst/>
              <a:ahLst/>
              <a:cxnLst/>
              <a:rect l="l" t="t" r="r" b="b"/>
              <a:pathLst>
                <a:path w="5259070" h="46989">
                  <a:moveTo>
                    <a:pt x="52590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5259070" y="4698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7185660" y="3586480"/>
              <a:ext cx="5259070" cy="45720"/>
            </a:xfrm>
            <a:custGeom>
              <a:avLst/>
              <a:gdLst/>
              <a:ahLst/>
              <a:cxnLst/>
              <a:rect l="l" t="t" r="r" b="b"/>
              <a:pathLst>
                <a:path w="5259070" h="45720">
                  <a:moveTo>
                    <a:pt x="525907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5259070" y="4572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7185660" y="3632200"/>
              <a:ext cx="5259070" cy="46990"/>
            </a:xfrm>
            <a:custGeom>
              <a:avLst/>
              <a:gdLst/>
              <a:ahLst/>
              <a:cxnLst/>
              <a:rect l="l" t="t" r="r" b="b"/>
              <a:pathLst>
                <a:path w="5259070" h="46989">
                  <a:moveTo>
                    <a:pt x="52590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5259070" y="4698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7185660" y="3679190"/>
              <a:ext cx="5259070" cy="46990"/>
            </a:xfrm>
            <a:custGeom>
              <a:avLst/>
              <a:gdLst/>
              <a:ahLst/>
              <a:cxnLst/>
              <a:rect l="l" t="t" r="r" b="b"/>
              <a:pathLst>
                <a:path w="5259070" h="46989">
                  <a:moveTo>
                    <a:pt x="52590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5259070" y="4698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7185660" y="3726180"/>
              <a:ext cx="5259070" cy="46990"/>
            </a:xfrm>
            <a:custGeom>
              <a:avLst/>
              <a:gdLst/>
              <a:ahLst/>
              <a:cxnLst/>
              <a:rect l="l" t="t" r="r" b="b"/>
              <a:pathLst>
                <a:path w="5259070" h="46989">
                  <a:moveTo>
                    <a:pt x="5259070" y="0"/>
                  </a:moveTo>
                  <a:lnTo>
                    <a:pt x="0" y="0"/>
                  </a:lnTo>
                  <a:lnTo>
                    <a:pt x="0" y="46990"/>
                  </a:lnTo>
                  <a:lnTo>
                    <a:pt x="5259070" y="4699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7185660" y="3773170"/>
              <a:ext cx="5259070" cy="46990"/>
            </a:xfrm>
            <a:custGeom>
              <a:avLst/>
              <a:gdLst/>
              <a:ahLst/>
              <a:cxnLst/>
              <a:rect l="l" t="t" r="r" b="b"/>
              <a:pathLst>
                <a:path w="5259070" h="46989">
                  <a:moveTo>
                    <a:pt x="52590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5259070" y="4698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7185660" y="3820160"/>
              <a:ext cx="5259070" cy="45720"/>
            </a:xfrm>
            <a:custGeom>
              <a:avLst/>
              <a:gdLst/>
              <a:ahLst/>
              <a:cxnLst/>
              <a:rect l="l" t="t" r="r" b="b"/>
              <a:pathLst>
                <a:path w="5259070" h="45720">
                  <a:moveTo>
                    <a:pt x="5259070" y="0"/>
                  </a:moveTo>
                  <a:lnTo>
                    <a:pt x="0" y="0"/>
                  </a:lnTo>
                  <a:lnTo>
                    <a:pt x="0" y="45719"/>
                  </a:lnTo>
                  <a:lnTo>
                    <a:pt x="5259070" y="4571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7185660" y="3865880"/>
              <a:ext cx="5259070" cy="46990"/>
            </a:xfrm>
            <a:custGeom>
              <a:avLst/>
              <a:gdLst/>
              <a:ahLst/>
              <a:cxnLst/>
              <a:rect l="l" t="t" r="r" b="b"/>
              <a:pathLst>
                <a:path w="5259070" h="46989">
                  <a:moveTo>
                    <a:pt x="5259070" y="0"/>
                  </a:moveTo>
                  <a:lnTo>
                    <a:pt x="0" y="0"/>
                  </a:lnTo>
                  <a:lnTo>
                    <a:pt x="0" y="46990"/>
                  </a:lnTo>
                  <a:lnTo>
                    <a:pt x="5259070" y="4699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7185660" y="3912870"/>
              <a:ext cx="5259070" cy="46990"/>
            </a:xfrm>
            <a:custGeom>
              <a:avLst/>
              <a:gdLst/>
              <a:ahLst/>
              <a:cxnLst/>
              <a:rect l="l" t="t" r="r" b="b"/>
              <a:pathLst>
                <a:path w="5259070" h="46989">
                  <a:moveTo>
                    <a:pt x="52590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5259070" y="4698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7185660" y="3959860"/>
              <a:ext cx="5259070" cy="46990"/>
            </a:xfrm>
            <a:custGeom>
              <a:avLst/>
              <a:gdLst/>
              <a:ahLst/>
              <a:cxnLst/>
              <a:rect l="l" t="t" r="r" b="b"/>
              <a:pathLst>
                <a:path w="5259070" h="46989">
                  <a:moveTo>
                    <a:pt x="52590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5259070" y="4698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7185660" y="4006850"/>
              <a:ext cx="5259070" cy="45720"/>
            </a:xfrm>
            <a:custGeom>
              <a:avLst/>
              <a:gdLst/>
              <a:ahLst/>
              <a:cxnLst/>
              <a:rect l="l" t="t" r="r" b="b"/>
              <a:pathLst>
                <a:path w="5259070" h="45720">
                  <a:moveTo>
                    <a:pt x="525907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5259070" y="4572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7185660" y="4052569"/>
              <a:ext cx="5259070" cy="93980"/>
            </a:xfrm>
            <a:custGeom>
              <a:avLst/>
              <a:gdLst/>
              <a:ahLst/>
              <a:cxnLst/>
              <a:rect l="l" t="t" r="r" b="b"/>
              <a:pathLst>
                <a:path w="5259070" h="93979">
                  <a:moveTo>
                    <a:pt x="5259070" y="0"/>
                  </a:moveTo>
                  <a:lnTo>
                    <a:pt x="0" y="0"/>
                  </a:lnTo>
                  <a:lnTo>
                    <a:pt x="0" y="46990"/>
                  </a:lnTo>
                  <a:lnTo>
                    <a:pt x="0" y="93980"/>
                  </a:lnTo>
                  <a:lnTo>
                    <a:pt x="5259070" y="93980"/>
                  </a:lnTo>
                  <a:lnTo>
                    <a:pt x="5259070" y="4699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7185660" y="4146550"/>
              <a:ext cx="5259070" cy="46990"/>
            </a:xfrm>
            <a:custGeom>
              <a:avLst/>
              <a:gdLst/>
              <a:ahLst/>
              <a:cxnLst/>
              <a:rect l="l" t="t" r="r" b="b"/>
              <a:pathLst>
                <a:path w="5259070" h="46989">
                  <a:moveTo>
                    <a:pt x="52590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5259070" y="4698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7185660" y="4193539"/>
              <a:ext cx="5259070" cy="45720"/>
            </a:xfrm>
            <a:custGeom>
              <a:avLst/>
              <a:gdLst/>
              <a:ahLst/>
              <a:cxnLst/>
              <a:rect l="l" t="t" r="r" b="b"/>
              <a:pathLst>
                <a:path w="5259070" h="45720">
                  <a:moveTo>
                    <a:pt x="525907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5259070" y="4572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7185660" y="4239260"/>
              <a:ext cx="5259070" cy="46990"/>
            </a:xfrm>
            <a:custGeom>
              <a:avLst/>
              <a:gdLst/>
              <a:ahLst/>
              <a:cxnLst/>
              <a:rect l="l" t="t" r="r" b="b"/>
              <a:pathLst>
                <a:path w="5259070" h="46989">
                  <a:moveTo>
                    <a:pt x="52590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5259070" y="4698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7185660" y="4286250"/>
              <a:ext cx="5259070" cy="46990"/>
            </a:xfrm>
            <a:custGeom>
              <a:avLst/>
              <a:gdLst/>
              <a:ahLst/>
              <a:cxnLst/>
              <a:rect l="l" t="t" r="r" b="b"/>
              <a:pathLst>
                <a:path w="5259070" h="46989">
                  <a:moveTo>
                    <a:pt x="52590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5259070" y="4698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7185660" y="4333239"/>
              <a:ext cx="5259070" cy="46990"/>
            </a:xfrm>
            <a:custGeom>
              <a:avLst/>
              <a:gdLst/>
              <a:ahLst/>
              <a:cxnLst/>
              <a:rect l="l" t="t" r="r" b="b"/>
              <a:pathLst>
                <a:path w="5259070" h="46989">
                  <a:moveTo>
                    <a:pt x="52590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5259070" y="4698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7185660" y="4380230"/>
              <a:ext cx="5259070" cy="45720"/>
            </a:xfrm>
            <a:custGeom>
              <a:avLst/>
              <a:gdLst/>
              <a:ahLst/>
              <a:cxnLst/>
              <a:rect l="l" t="t" r="r" b="b"/>
              <a:pathLst>
                <a:path w="5259070" h="45720">
                  <a:moveTo>
                    <a:pt x="525907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5259070" y="4572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7185660" y="4425950"/>
              <a:ext cx="5259070" cy="46990"/>
            </a:xfrm>
            <a:custGeom>
              <a:avLst/>
              <a:gdLst/>
              <a:ahLst/>
              <a:cxnLst/>
              <a:rect l="l" t="t" r="r" b="b"/>
              <a:pathLst>
                <a:path w="5259070" h="46989">
                  <a:moveTo>
                    <a:pt x="52590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5259070" y="4698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7185660" y="4472939"/>
              <a:ext cx="5259070" cy="46990"/>
            </a:xfrm>
            <a:custGeom>
              <a:avLst/>
              <a:gdLst/>
              <a:ahLst/>
              <a:cxnLst/>
              <a:rect l="l" t="t" r="r" b="b"/>
              <a:pathLst>
                <a:path w="5259070" h="46989">
                  <a:moveTo>
                    <a:pt x="52590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5259070" y="4698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7185660" y="4519930"/>
              <a:ext cx="5259070" cy="46990"/>
            </a:xfrm>
            <a:custGeom>
              <a:avLst/>
              <a:gdLst/>
              <a:ahLst/>
              <a:cxnLst/>
              <a:rect l="l" t="t" r="r" b="b"/>
              <a:pathLst>
                <a:path w="5259070" h="46989">
                  <a:moveTo>
                    <a:pt x="5259070" y="0"/>
                  </a:moveTo>
                  <a:lnTo>
                    <a:pt x="0" y="0"/>
                  </a:lnTo>
                  <a:lnTo>
                    <a:pt x="0" y="46990"/>
                  </a:lnTo>
                  <a:lnTo>
                    <a:pt x="5259070" y="4699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7185660" y="4566920"/>
              <a:ext cx="5259070" cy="46990"/>
            </a:xfrm>
            <a:custGeom>
              <a:avLst/>
              <a:gdLst/>
              <a:ahLst/>
              <a:cxnLst/>
              <a:rect l="l" t="t" r="r" b="b"/>
              <a:pathLst>
                <a:path w="5259070" h="46989">
                  <a:moveTo>
                    <a:pt x="52590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5259070" y="4698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7185660" y="4613910"/>
              <a:ext cx="5259070" cy="45720"/>
            </a:xfrm>
            <a:custGeom>
              <a:avLst/>
              <a:gdLst/>
              <a:ahLst/>
              <a:cxnLst/>
              <a:rect l="l" t="t" r="r" b="b"/>
              <a:pathLst>
                <a:path w="5259070" h="45720">
                  <a:moveTo>
                    <a:pt x="5259070" y="0"/>
                  </a:moveTo>
                  <a:lnTo>
                    <a:pt x="0" y="0"/>
                  </a:lnTo>
                  <a:lnTo>
                    <a:pt x="0" y="45719"/>
                  </a:lnTo>
                  <a:lnTo>
                    <a:pt x="5259070" y="4571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7185660" y="4659630"/>
              <a:ext cx="5259070" cy="46990"/>
            </a:xfrm>
            <a:custGeom>
              <a:avLst/>
              <a:gdLst/>
              <a:ahLst/>
              <a:cxnLst/>
              <a:rect l="l" t="t" r="r" b="b"/>
              <a:pathLst>
                <a:path w="5259070" h="46989">
                  <a:moveTo>
                    <a:pt x="5259070" y="0"/>
                  </a:moveTo>
                  <a:lnTo>
                    <a:pt x="0" y="0"/>
                  </a:lnTo>
                  <a:lnTo>
                    <a:pt x="0" y="46990"/>
                  </a:lnTo>
                  <a:lnTo>
                    <a:pt x="5259070" y="4699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7185660" y="4706620"/>
              <a:ext cx="5259070" cy="46990"/>
            </a:xfrm>
            <a:custGeom>
              <a:avLst/>
              <a:gdLst/>
              <a:ahLst/>
              <a:cxnLst/>
              <a:rect l="l" t="t" r="r" b="b"/>
              <a:pathLst>
                <a:path w="5259070" h="46989">
                  <a:moveTo>
                    <a:pt x="52590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5259070" y="4698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7185660" y="4753610"/>
              <a:ext cx="5259070" cy="46990"/>
            </a:xfrm>
            <a:custGeom>
              <a:avLst/>
              <a:gdLst/>
              <a:ahLst/>
              <a:cxnLst/>
              <a:rect l="l" t="t" r="r" b="b"/>
              <a:pathLst>
                <a:path w="5259070" h="46989">
                  <a:moveTo>
                    <a:pt x="52590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5259070" y="4698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3" name="object 183"/>
          <p:cNvSpPr txBox="1"/>
          <p:nvPr/>
        </p:nvSpPr>
        <p:spPr>
          <a:xfrm>
            <a:off x="7186930" y="2513329"/>
            <a:ext cx="5257800" cy="22860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R="171450" algn="ctr">
              <a:lnSpc>
                <a:spcPct val="100000"/>
              </a:lnSpc>
              <a:spcBef>
                <a:spcPts val="110"/>
              </a:spcBef>
            </a:pPr>
            <a:r>
              <a:rPr sz="3200" dirty="0">
                <a:latin typeface="Century Gothic"/>
                <a:cs typeface="Century Gothic"/>
              </a:rPr>
              <a:t>“Bucket”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spc="-20" dirty="0">
                <a:latin typeface="Century Gothic"/>
                <a:cs typeface="Century Gothic"/>
              </a:rPr>
              <a:t>holds</a:t>
            </a:r>
            <a:endParaRPr sz="3200">
              <a:latin typeface="Century Gothic"/>
              <a:cs typeface="Century Gothic"/>
            </a:endParaRPr>
          </a:p>
          <a:p>
            <a:pPr marR="60325" algn="ctr">
              <a:lnSpc>
                <a:spcPct val="100000"/>
              </a:lnSpc>
              <a:spcBef>
                <a:spcPts val="390"/>
              </a:spcBef>
            </a:pPr>
            <a:r>
              <a:rPr sz="3200" spc="-10" dirty="0">
                <a:latin typeface="Century Gothic"/>
                <a:cs typeface="Century Gothic"/>
              </a:rPr>
              <a:t>0-</a:t>
            </a:r>
            <a:r>
              <a:rPr sz="3200" dirty="0">
                <a:latin typeface="Century Gothic"/>
                <a:cs typeface="Century Gothic"/>
              </a:rPr>
              <a:t>9</a:t>
            </a:r>
            <a:r>
              <a:rPr sz="3200" spc="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electrons</a:t>
            </a:r>
            <a:endParaRPr sz="3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750">
              <a:latin typeface="Century Gothic"/>
              <a:cs typeface="Century Gothic"/>
            </a:endParaRPr>
          </a:p>
          <a:p>
            <a:pPr marR="60325" algn="ctr">
              <a:lnSpc>
                <a:spcPct val="100000"/>
              </a:lnSpc>
            </a:pPr>
            <a:r>
              <a:rPr sz="3200" dirty="0">
                <a:latin typeface="Century Gothic"/>
                <a:cs typeface="Century Gothic"/>
              </a:rPr>
              <a:t>5</a:t>
            </a:r>
            <a:r>
              <a:rPr sz="3200" spc="-3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electrons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counted</a:t>
            </a:r>
            <a:endParaRPr sz="3200">
              <a:latin typeface="Century Gothic"/>
              <a:cs typeface="Century Gothic"/>
            </a:endParaRPr>
          </a:p>
        </p:txBody>
      </p:sp>
      <p:grpSp>
        <p:nvGrpSpPr>
          <p:cNvPr id="184" name="object 184"/>
          <p:cNvGrpSpPr/>
          <p:nvPr/>
        </p:nvGrpSpPr>
        <p:grpSpPr>
          <a:xfrm>
            <a:off x="703987" y="7449819"/>
            <a:ext cx="5193030" cy="1337310"/>
            <a:chOff x="703987" y="7449819"/>
            <a:chExt cx="5193030" cy="1337310"/>
          </a:xfrm>
        </p:grpSpPr>
        <p:pic>
          <p:nvPicPr>
            <p:cNvPr id="185" name="object 18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3987" y="7465059"/>
              <a:ext cx="5192622" cy="1321662"/>
            </a:xfrm>
            <a:prstGeom prst="rect">
              <a:avLst/>
            </a:prstGeom>
          </p:spPr>
        </p:pic>
        <p:sp>
          <p:nvSpPr>
            <p:cNvPr id="186" name="object 186"/>
            <p:cNvSpPr/>
            <p:nvPr/>
          </p:nvSpPr>
          <p:spPr>
            <a:xfrm>
              <a:off x="708660" y="7449819"/>
              <a:ext cx="5182870" cy="53340"/>
            </a:xfrm>
            <a:custGeom>
              <a:avLst/>
              <a:gdLst/>
              <a:ahLst/>
              <a:cxnLst/>
              <a:rect l="l" t="t" r="r" b="b"/>
              <a:pathLst>
                <a:path w="5182870" h="53340">
                  <a:moveTo>
                    <a:pt x="5182870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0" y="53340"/>
                  </a:lnTo>
                  <a:lnTo>
                    <a:pt x="5182870" y="53340"/>
                  </a:lnTo>
                  <a:lnTo>
                    <a:pt x="5182870" y="26670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708659" y="750315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5182870" y="26670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708659" y="752982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5182870" y="26670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708659" y="755649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5182870" y="26669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708659" y="758316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5182870" y="26669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708659" y="760983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5182870" y="26669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708659" y="763650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5182870" y="26670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708659" y="766317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5182870" y="26670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708659" y="7689849"/>
              <a:ext cx="5182870" cy="27940"/>
            </a:xfrm>
            <a:custGeom>
              <a:avLst/>
              <a:gdLst/>
              <a:ahLst/>
              <a:cxnLst/>
              <a:rect l="l" t="t" r="r" b="b"/>
              <a:pathLst>
                <a:path w="5182870" h="27940">
                  <a:moveTo>
                    <a:pt x="5182870" y="0"/>
                  </a:moveTo>
                  <a:lnTo>
                    <a:pt x="0" y="0"/>
                  </a:lnTo>
                  <a:lnTo>
                    <a:pt x="0" y="27939"/>
                  </a:lnTo>
                  <a:lnTo>
                    <a:pt x="5182870" y="27939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708659" y="771778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5182870" y="26669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708659" y="774445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5182870" y="26670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708659" y="777112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5182870" y="26670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708659" y="779779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5182870" y="26669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708659" y="782446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5182870" y="26669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708659" y="785113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5182870" y="26669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708659" y="787780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5182870" y="26670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708659" y="790447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5182870" y="26670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708659" y="7931149"/>
              <a:ext cx="5182870" cy="27940"/>
            </a:xfrm>
            <a:custGeom>
              <a:avLst/>
              <a:gdLst/>
              <a:ahLst/>
              <a:cxnLst/>
              <a:rect l="l" t="t" r="r" b="b"/>
              <a:pathLst>
                <a:path w="5182870" h="27940">
                  <a:moveTo>
                    <a:pt x="5182870" y="0"/>
                  </a:moveTo>
                  <a:lnTo>
                    <a:pt x="0" y="0"/>
                  </a:lnTo>
                  <a:lnTo>
                    <a:pt x="0" y="27939"/>
                  </a:lnTo>
                  <a:lnTo>
                    <a:pt x="5182870" y="27939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708659" y="795908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5182870" y="26669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708659" y="798575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5182870" y="26670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708659" y="801242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5182870" y="26670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708659" y="803909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5182870" y="26669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708659" y="806576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5182870" y="26669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708659" y="809243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5182870" y="26669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708659" y="811910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5182870" y="26670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708659" y="814577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5182870" y="26670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708659" y="817244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5182870" y="26669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708659" y="819911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5182870" y="26669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708659" y="822578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5182870" y="26669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708659" y="8252459"/>
              <a:ext cx="5182870" cy="27940"/>
            </a:xfrm>
            <a:custGeom>
              <a:avLst/>
              <a:gdLst/>
              <a:ahLst/>
              <a:cxnLst/>
              <a:rect l="l" t="t" r="r" b="b"/>
              <a:pathLst>
                <a:path w="5182870" h="27940">
                  <a:moveTo>
                    <a:pt x="5182870" y="0"/>
                  </a:moveTo>
                  <a:lnTo>
                    <a:pt x="0" y="0"/>
                  </a:lnTo>
                  <a:lnTo>
                    <a:pt x="0" y="27940"/>
                  </a:lnTo>
                  <a:lnTo>
                    <a:pt x="5182870" y="27940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708659" y="828039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5182870" y="26669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708659" y="830706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5182870" y="26669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708660" y="8333739"/>
              <a:ext cx="5182870" cy="53340"/>
            </a:xfrm>
            <a:custGeom>
              <a:avLst/>
              <a:gdLst/>
              <a:ahLst/>
              <a:cxnLst/>
              <a:rect l="l" t="t" r="r" b="b"/>
              <a:pathLst>
                <a:path w="5182870" h="53340">
                  <a:moveTo>
                    <a:pt x="5182870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0" y="53340"/>
                  </a:lnTo>
                  <a:lnTo>
                    <a:pt x="5182870" y="53340"/>
                  </a:lnTo>
                  <a:lnTo>
                    <a:pt x="5182870" y="26670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708659" y="838707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5182870" y="26670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708659" y="841374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5182870" y="26669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708659" y="844041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5182870" y="26669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708659" y="846708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5182870" y="26669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708659" y="8493759"/>
              <a:ext cx="5182870" cy="27940"/>
            </a:xfrm>
            <a:custGeom>
              <a:avLst/>
              <a:gdLst/>
              <a:ahLst/>
              <a:cxnLst/>
              <a:rect l="l" t="t" r="r" b="b"/>
              <a:pathLst>
                <a:path w="5182870" h="27940">
                  <a:moveTo>
                    <a:pt x="5182870" y="0"/>
                  </a:moveTo>
                  <a:lnTo>
                    <a:pt x="0" y="0"/>
                  </a:lnTo>
                  <a:lnTo>
                    <a:pt x="0" y="27940"/>
                  </a:lnTo>
                  <a:lnTo>
                    <a:pt x="5182870" y="27940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708659" y="852169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5182870" y="26669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708659" y="854836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5182870" y="26669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708659" y="857503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5182870" y="26669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708659" y="860170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5182870" y="26670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708659" y="862837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5182870" y="26670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708659" y="865504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5182870" y="26669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708659" y="868171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5182870" y="26669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708659" y="8708389"/>
              <a:ext cx="5182870" cy="26670"/>
            </a:xfrm>
            <a:custGeom>
              <a:avLst/>
              <a:gdLst/>
              <a:ahLst/>
              <a:cxnLst/>
              <a:rect l="l" t="t" r="r" b="b"/>
              <a:pathLst>
                <a:path w="5182870" h="26670">
                  <a:moveTo>
                    <a:pt x="5182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5182870" y="26669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2"/>
            <p:cNvSpPr/>
            <p:nvPr/>
          </p:nvSpPr>
          <p:spPr>
            <a:xfrm>
              <a:off x="708659" y="8735059"/>
              <a:ext cx="5182870" cy="27940"/>
            </a:xfrm>
            <a:custGeom>
              <a:avLst/>
              <a:gdLst/>
              <a:ahLst/>
              <a:cxnLst/>
              <a:rect l="l" t="t" r="r" b="b"/>
              <a:pathLst>
                <a:path w="5182870" h="27940">
                  <a:moveTo>
                    <a:pt x="5182870" y="0"/>
                  </a:moveTo>
                  <a:lnTo>
                    <a:pt x="0" y="0"/>
                  </a:lnTo>
                  <a:lnTo>
                    <a:pt x="0" y="27940"/>
                  </a:lnTo>
                  <a:lnTo>
                    <a:pt x="5182870" y="27940"/>
                  </a:lnTo>
                  <a:lnTo>
                    <a:pt x="5182870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3" name="object 233"/>
          <p:cNvSpPr txBox="1"/>
          <p:nvPr/>
        </p:nvSpPr>
        <p:spPr>
          <a:xfrm>
            <a:off x="708659" y="7449819"/>
            <a:ext cx="5181600" cy="131191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 marL="1483360" marR="137795" indent="-1402080">
              <a:lnSpc>
                <a:spcPts val="4320"/>
              </a:lnSpc>
              <a:spcBef>
                <a:spcPts val="565"/>
              </a:spcBef>
            </a:pPr>
            <a:r>
              <a:rPr sz="4000" dirty="0">
                <a:latin typeface="Century Gothic"/>
                <a:cs typeface="Century Gothic"/>
              </a:rPr>
              <a:t>Corresponding</a:t>
            </a:r>
            <a:r>
              <a:rPr sz="4000" spc="-30" dirty="0">
                <a:latin typeface="Century Gothic"/>
                <a:cs typeface="Century Gothic"/>
              </a:rPr>
              <a:t> </a:t>
            </a:r>
            <a:r>
              <a:rPr sz="4000" spc="-10" dirty="0">
                <a:latin typeface="Century Gothic"/>
                <a:cs typeface="Century Gothic"/>
              </a:rPr>
              <a:t>level </a:t>
            </a:r>
            <a:r>
              <a:rPr sz="4000" dirty="0">
                <a:latin typeface="Century Gothic"/>
                <a:cs typeface="Century Gothic"/>
              </a:rPr>
              <a:t>in </a:t>
            </a:r>
            <a:r>
              <a:rPr sz="4000" spc="-20" dirty="0">
                <a:latin typeface="Century Gothic"/>
                <a:cs typeface="Century Gothic"/>
              </a:rPr>
              <a:t>image</a:t>
            </a:r>
            <a:endParaRPr sz="4000">
              <a:latin typeface="Century Gothic"/>
              <a:cs typeface="Century Gothic"/>
            </a:endParaRPr>
          </a:p>
        </p:txBody>
      </p:sp>
      <p:grpSp>
        <p:nvGrpSpPr>
          <p:cNvPr id="234" name="object 234"/>
          <p:cNvGrpSpPr/>
          <p:nvPr/>
        </p:nvGrpSpPr>
        <p:grpSpPr>
          <a:xfrm>
            <a:off x="7181850" y="6869430"/>
            <a:ext cx="5267960" cy="2668270"/>
            <a:chOff x="7181850" y="6869430"/>
            <a:chExt cx="5267960" cy="2668270"/>
          </a:xfrm>
        </p:grpSpPr>
        <p:pic>
          <p:nvPicPr>
            <p:cNvPr id="235" name="object 2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81850" y="6885940"/>
              <a:ext cx="5267959" cy="2651760"/>
            </a:xfrm>
            <a:prstGeom prst="rect">
              <a:avLst/>
            </a:prstGeom>
          </p:spPr>
        </p:pic>
        <p:sp>
          <p:nvSpPr>
            <p:cNvPr id="236" name="object 236"/>
            <p:cNvSpPr/>
            <p:nvPr/>
          </p:nvSpPr>
          <p:spPr>
            <a:xfrm>
              <a:off x="7185660" y="6869430"/>
              <a:ext cx="5259070" cy="107950"/>
            </a:xfrm>
            <a:custGeom>
              <a:avLst/>
              <a:gdLst/>
              <a:ahLst/>
              <a:cxnLst/>
              <a:rect l="l" t="t" r="r" b="b"/>
              <a:pathLst>
                <a:path w="5259070" h="107950">
                  <a:moveTo>
                    <a:pt x="5259070" y="0"/>
                  </a:moveTo>
                  <a:lnTo>
                    <a:pt x="0" y="0"/>
                  </a:lnTo>
                  <a:lnTo>
                    <a:pt x="0" y="54610"/>
                  </a:lnTo>
                  <a:lnTo>
                    <a:pt x="0" y="107950"/>
                  </a:lnTo>
                  <a:lnTo>
                    <a:pt x="5259070" y="107950"/>
                  </a:lnTo>
                  <a:lnTo>
                    <a:pt x="5259070" y="5461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37"/>
            <p:cNvSpPr/>
            <p:nvPr/>
          </p:nvSpPr>
          <p:spPr>
            <a:xfrm>
              <a:off x="7185660" y="6977380"/>
              <a:ext cx="5259070" cy="54610"/>
            </a:xfrm>
            <a:custGeom>
              <a:avLst/>
              <a:gdLst/>
              <a:ahLst/>
              <a:cxnLst/>
              <a:rect l="l" t="t" r="r" b="b"/>
              <a:pathLst>
                <a:path w="5259070" h="54609">
                  <a:moveTo>
                    <a:pt x="5259070" y="0"/>
                  </a:moveTo>
                  <a:lnTo>
                    <a:pt x="0" y="0"/>
                  </a:lnTo>
                  <a:lnTo>
                    <a:pt x="0" y="54610"/>
                  </a:lnTo>
                  <a:lnTo>
                    <a:pt x="5259070" y="5461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238"/>
            <p:cNvSpPr/>
            <p:nvPr/>
          </p:nvSpPr>
          <p:spPr>
            <a:xfrm>
              <a:off x="7185660" y="7031990"/>
              <a:ext cx="5259070" cy="53340"/>
            </a:xfrm>
            <a:custGeom>
              <a:avLst/>
              <a:gdLst/>
              <a:ahLst/>
              <a:cxnLst/>
              <a:rect l="l" t="t" r="r" b="b"/>
              <a:pathLst>
                <a:path w="5259070" h="53340">
                  <a:moveTo>
                    <a:pt x="5259070" y="0"/>
                  </a:moveTo>
                  <a:lnTo>
                    <a:pt x="0" y="0"/>
                  </a:lnTo>
                  <a:lnTo>
                    <a:pt x="0" y="53339"/>
                  </a:lnTo>
                  <a:lnTo>
                    <a:pt x="5259070" y="5333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7185660" y="7085330"/>
              <a:ext cx="5259070" cy="54610"/>
            </a:xfrm>
            <a:custGeom>
              <a:avLst/>
              <a:gdLst/>
              <a:ahLst/>
              <a:cxnLst/>
              <a:rect l="l" t="t" r="r" b="b"/>
              <a:pathLst>
                <a:path w="5259070" h="54609">
                  <a:moveTo>
                    <a:pt x="5259070" y="0"/>
                  </a:moveTo>
                  <a:lnTo>
                    <a:pt x="0" y="0"/>
                  </a:lnTo>
                  <a:lnTo>
                    <a:pt x="0" y="54610"/>
                  </a:lnTo>
                  <a:lnTo>
                    <a:pt x="5259070" y="5461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7185660" y="7139940"/>
              <a:ext cx="5259070" cy="53340"/>
            </a:xfrm>
            <a:custGeom>
              <a:avLst/>
              <a:gdLst/>
              <a:ahLst/>
              <a:cxnLst/>
              <a:rect l="l" t="t" r="r" b="b"/>
              <a:pathLst>
                <a:path w="5259070" h="53340">
                  <a:moveTo>
                    <a:pt x="5259070" y="0"/>
                  </a:moveTo>
                  <a:lnTo>
                    <a:pt x="0" y="0"/>
                  </a:lnTo>
                  <a:lnTo>
                    <a:pt x="0" y="53339"/>
                  </a:lnTo>
                  <a:lnTo>
                    <a:pt x="5259070" y="5333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7185660" y="7193280"/>
              <a:ext cx="5259070" cy="53340"/>
            </a:xfrm>
            <a:custGeom>
              <a:avLst/>
              <a:gdLst/>
              <a:ahLst/>
              <a:cxnLst/>
              <a:rect l="l" t="t" r="r" b="b"/>
              <a:pathLst>
                <a:path w="5259070" h="53340">
                  <a:moveTo>
                    <a:pt x="5259070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5259070" y="5334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7185660" y="7246620"/>
              <a:ext cx="5259070" cy="54610"/>
            </a:xfrm>
            <a:custGeom>
              <a:avLst/>
              <a:gdLst/>
              <a:ahLst/>
              <a:cxnLst/>
              <a:rect l="l" t="t" r="r" b="b"/>
              <a:pathLst>
                <a:path w="5259070" h="54609">
                  <a:moveTo>
                    <a:pt x="5259070" y="0"/>
                  </a:moveTo>
                  <a:lnTo>
                    <a:pt x="0" y="0"/>
                  </a:lnTo>
                  <a:lnTo>
                    <a:pt x="0" y="54609"/>
                  </a:lnTo>
                  <a:lnTo>
                    <a:pt x="5259070" y="5460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7185660" y="7301230"/>
              <a:ext cx="5259070" cy="53340"/>
            </a:xfrm>
            <a:custGeom>
              <a:avLst/>
              <a:gdLst/>
              <a:ahLst/>
              <a:cxnLst/>
              <a:rect l="l" t="t" r="r" b="b"/>
              <a:pathLst>
                <a:path w="5259070" h="53340">
                  <a:moveTo>
                    <a:pt x="5259070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5259070" y="5334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7185660" y="7354570"/>
              <a:ext cx="5259070" cy="54610"/>
            </a:xfrm>
            <a:custGeom>
              <a:avLst/>
              <a:gdLst/>
              <a:ahLst/>
              <a:cxnLst/>
              <a:rect l="l" t="t" r="r" b="b"/>
              <a:pathLst>
                <a:path w="5259070" h="54609">
                  <a:moveTo>
                    <a:pt x="5259070" y="0"/>
                  </a:moveTo>
                  <a:lnTo>
                    <a:pt x="0" y="0"/>
                  </a:lnTo>
                  <a:lnTo>
                    <a:pt x="0" y="54609"/>
                  </a:lnTo>
                  <a:lnTo>
                    <a:pt x="5259070" y="5460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7185660" y="7409180"/>
              <a:ext cx="5259070" cy="54610"/>
            </a:xfrm>
            <a:custGeom>
              <a:avLst/>
              <a:gdLst/>
              <a:ahLst/>
              <a:cxnLst/>
              <a:rect l="l" t="t" r="r" b="b"/>
              <a:pathLst>
                <a:path w="5259070" h="54609">
                  <a:moveTo>
                    <a:pt x="5259070" y="0"/>
                  </a:moveTo>
                  <a:lnTo>
                    <a:pt x="0" y="0"/>
                  </a:lnTo>
                  <a:lnTo>
                    <a:pt x="0" y="54610"/>
                  </a:lnTo>
                  <a:lnTo>
                    <a:pt x="5259070" y="5461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46"/>
            <p:cNvSpPr/>
            <p:nvPr/>
          </p:nvSpPr>
          <p:spPr>
            <a:xfrm>
              <a:off x="7185660" y="7463790"/>
              <a:ext cx="5259070" cy="53340"/>
            </a:xfrm>
            <a:custGeom>
              <a:avLst/>
              <a:gdLst/>
              <a:ahLst/>
              <a:cxnLst/>
              <a:rect l="l" t="t" r="r" b="b"/>
              <a:pathLst>
                <a:path w="5259070" h="53340">
                  <a:moveTo>
                    <a:pt x="5259070" y="0"/>
                  </a:moveTo>
                  <a:lnTo>
                    <a:pt x="0" y="0"/>
                  </a:lnTo>
                  <a:lnTo>
                    <a:pt x="0" y="53339"/>
                  </a:lnTo>
                  <a:lnTo>
                    <a:pt x="5259070" y="5333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" name="object 247"/>
            <p:cNvSpPr/>
            <p:nvPr/>
          </p:nvSpPr>
          <p:spPr>
            <a:xfrm>
              <a:off x="7185660" y="7517130"/>
              <a:ext cx="5259070" cy="54610"/>
            </a:xfrm>
            <a:custGeom>
              <a:avLst/>
              <a:gdLst/>
              <a:ahLst/>
              <a:cxnLst/>
              <a:rect l="l" t="t" r="r" b="b"/>
              <a:pathLst>
                <a:path w="5259070" h="54609">
                  <a:moveTo>
                    <a:pt x="5259070" y="0"/>
                  </a:moveTo>
                  <a:lnTo>
                    <a:pt x="0" y="0"/>
                  </a:lnTo>
                  <a:lnTo>
                    <a:pt x="0" y="54610"/>
                  </a:lnTo>
                  <a:lnTo>
                    <a:pt x="5259070" y="5461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48"/>
            <p:cNvSpPr/>
            <p:nvPr/>
          </p:nvSpPr>
          <p:spPr>
            <a:xfrm>
              <a:off x="7185660" y="7571740"/>
              <a:ext cx="5259070" cy="53340"/>
            </a:xfrm>
            <a:custGeom>
              <a:avLst/>
              <a:gdLst/>
              <a:ahLst/>
              <a:cxnLst/>
              <a:rect l="l" t="t" r="r" b="b"/>
              <a:pathLst>
                <a:path w="5259070" h="53340">
                  <a:moveTo>
                    <a:pt x="5259070" y="0"/>
                  </a:moveTo>
                  <a:lnTo>
                    <a:pt x="0" y="0"/>
                  </a:lnTo>
                  <a:lnTo>
                    <a:pt x="0" y="53339"/>
                  </a:lnTo>
                  <a:lnTo>
                    <a:pt x="5259070" y="5333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49"/>
            <p:cNvSpPr/>
            <p:nvPr/>
          </p:nvSpPr>
          <p:spPr>
            <a:xfrm>
              <a:off x="7185660" y="7625080"/>
              <a:ext cx="5259070" cy="53340"/>
            </a:xfrm>
            <a:custGeom>
              <a:avLst/>
              <a:gdLst/>
              <a:ahLst/>
              <a:cxnLst/>
              <a:rect l="l" t="t" r="r" b="b"/>
              <a:pathLst>
                <a:path w="5259070" h="53340">
                  <a:moveTo>
                    <a:pt x="5259070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5259070" y="5334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" name="object 250"/>
            <p:cNvSpPr/>
            <p:nvPr/>
          </p:nvSpPr>
          <p:spPr>
            <a:xfrm>
              <a:off x="7185660" y="7678420"/>
              <a:ext cx="5259070" cy="54610"/>
            </a:xfrm>
            <a:custGeom>
              <a:avLst/>
              <a:gdLst/>
              <a:ahLst/>
              <a:cxnLst/>
              <a:rect l="l" t="t" r="r" b="b"/>
              <a:pathLst>
                <a:path w="5259070" h="54609">
                  <a:moveTo>
                    <a:pt x="5259070" y="0"/>
                  </a:moveTo>
                  <a:lnTo>
                    <a:pt x="0" y="0"/>
                  </a:lnTo>
                  <a:lnTo>
                    <a:pt x="0" y="54609"/>
                  </a:lnTo>
                  <a:lnTo>
                    <a:pt x="5259070" y="5460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1"/>
            <p:cNvSpPr/>
            <p:nvPr/>
          </p:nvSpPr>
          <p:spPr>
            <a:xfrm>
              <a:off x="7185660" y="7733030"/>
              <a:ext cx="5259070" cy="53340"/>
            </a:xfrm>
            <a:custGeom>
              <a:avLst/>
              <a:gdLst/>
              <a:ahLst/>
              <a:cxnLst/>
              <a:rect l="l" t="t" r="r" b="b"/>
              <a:pathLst>
                <a:path w="5259070" h="53340">
                  <a:moveTo>
                    <a:pt x="5259070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5259070" y="5334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7185660" y="7786370"/>
              <a:ext cx="5259070" cy="54610"/>
            </a:xfrm>
            <a:custGeom>
              <a:avLst/>
              <a:gdLst/>
              <a:ahLst/>
              <a:cxnLst/>
              <a:rect l="l" t="t" r="r" b="b"/>
              <a:pathLst>
                <a:path w="5259070" h="54609">
                  <a:moveTo>
                    <a:pt x="5259070" y="0"/>
                  </a:moveTo>
                  <a:lnTo>
                    <a:pt x="0" y="0"/>
                  </a:lnTo>
                  <a:lnTo>
                    <a:pt x="0" y="54609"/>
                  </a:lnTo>
                  <a:lnTo>
                    <a:pt x="5259070" y="5460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" name="object 253"/>
            <p:cNvSpPr/>
            <p:nvPr/>
          </p:nvSpPr>
          <p:spPr>
            <a:xfrm>
              <a:off x="7185660" y="7840980"/>
              <a:ext cx="5259070" cy="53340"/>
            </a:xfrm>
            <a:custGeom>
              <a:avLst/>
              <a:gdLst/>
              <a:ahLst/>
              <a:cxnLst/>
              <a:rect l="l" t="t" r="r" b="b"/>
              <a:pathLst>
                <a:path w="5259070" h="53340">
                  <a:moveTo>
                    <a:pt x="5259070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5259070" y="5334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" name="object 254"/>
            <p:cNvSpPr/>
            <p:nvPr/>
          </p:nvSpPr>
          <p:spPr>
            <a:xfrm>
              <a:off x="7185660" y="7894320"/>
              <a:ext cx="5259070" cy="54610"/>
            </a:xfrm>
            <a:custGeom>
              <a:avLst/>
              <a:gdLst/>
              <a:ahLst/>
              <a:cxnLst/>
              <a:rect l="l" t="t" r="r" b="b"/>
              <a:pathLst>
                <a:path w="5259070" h="54609">
                  <a:moveTo>
                    <a:pt x="5259070" y="0"/>
                  </a:moveTo>
                  <a:lnTo>
                    <a:pt x="0" y="0"/>
                  </a:lnTo>
                  <a:lnTo>
                    <a:pt x="0" y="54609"/>
                  </a:lnTo>
                  <a:lnTo>
                    <a:pt x="5259070" y="5460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" name="object 255"/>
            <p:cNvSpPr/>
            <p:nvPr/>
          </p:nvSpPr>
          <p:spPr>
            <a:xfrm>
              <a:off x="7185660" y="7948930"/>
              <a:ext cx="5259070" cy="53340"/>
            </a:xfrm>
            <a:custGeom>
              <a:avLst/>
              <a:gdLst/>
              <a:ahLst/>
              <a:cxnLst/>
              <a:rect l="l" t="t" r="r" b="b"/>
              <a:pathLst>
                <a:path w="5259070" h="53340">
                  <a:moveTo>
                    <a:pt x="5259070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5259070" y="5334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6" name="object 256"/>
            <p:cNvSpPr/>
            <p:nvPr/>
          </p:nvSpPr>
          <p:spPr>
            <a:xfrm>
              <a:off x="7185660" y="8002270"/>
              <a:ext cx="5259070" cy="54610"/>
            </a:xfrm>
            <a:custGeom>
              <a:avLst/>
              <a:gdLst/>
              <a:ahLst/>
              <a:cxnLst/>
              <a:rect l="l" t="t" r="r" b="b"/>
              <a:pathLst>
                <a:path w="5259070" h="54609">
                  <a:moveTo>
                    <a:pt x="5259070" y="0"/>
                  </a:moveTo>
                  <a:lnTo>
                    <a:pt x="0" y="0"/>
                  </a:lnTo>
                  <a:lnTo>
                    <a:pt x="0" y="54609"/>
                  </a:lnTo>
                  <a:lnTo>
                    <a:pt x="5259070" y="5460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257"/>
            <p:cNvSpPr/>
            <p:nvPr/>
          </p:nvSpPr>
          <p:spPr>
            <a:xfrm>
              <a:off x="7185660" y="8056880"/>
              <a:ext cx="5259070" cy="53340"/>
            </a:xfrm>
            <a:custGeom>
              <a:avLst/>
              <a:gdLst/>
              <a:ahLst/>
              <a:cxnLst/>
              <a:rect l="l" t="t" r="r" b="b"/>
              <a:pathLst>
                <a:path w="5259070" h="53340">
                  <a:moveTo>
                    <a:pt x="5259070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5259070" y="5334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258"/>
            <p:cNvSpPr/>
            <p:nvPr/>
          </p:nvSpPr>
          <p:spPr>
            <a:xfrm>
              <a:off x="7185660" y="8110220"/>
              <a:ext cx="5259070" cy="54610"/>
            </a:xfrm>
            <a:custGeom>
              <a:avLst/>
              <a:gdLst/>
              <a:ahLst/>
              <a:cxnLst/>
              <a:rect l="l" t="t" r="r" b="b"/>
              <a:pathLst>
                <a:path w="5259070" h="54609">
                  <a:moveTo>
                    <a:pt x="5259070" y="0"/>
                  </a:moveTo>
                  <a:lnTo>
                    <a:pt x="0" y="0"/>
                  </a:lnTo>
                  <a:lnTo>
                    <a:pt x="0" y="54609"/>
                  </a:lnTo>
                  <a:lnTo>
                    <a:pt x="5259070" y="5460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9" name="object 259"/>
            <p:cNvSpPr/>
            <p:nvPr/>
          </p:nvSpPr>
          <p:spPr>
            <a:xfrm>
              <a:off x="7185660" y="8164830"/>
              <a:ext cx="5259070" cy="53340"/>
            </a:xfrm>
            <a:custGeom>
              <a:avLst/>
              <a:gdLst/>
              <a:ahLst/>
              <a:cxnLst/>
              <a:rect l="l" t="t" r="r" b="b"/>
              <a:pathLst>
                <a:path w="5259070" h="53340">
                  <a:moveTo>
                    <a:pt x="5259070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5259070" y="5334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7185660" y="8218170"/>
              <a:ext cx="5259070" cy="54610"/>
            </a:xfrm>
            <a:custGeom>
              <a:avLst/>
              <a:gdLst/>
              <a:ahLst/>
              <a:cxnLst/>
              <a:rect l="l" t="t" r="r" b="b"/>
              <a:pathLst>
                <a:path w="5259070" h="54609">
                  <a:moveTo>
                    <a:pt x="5259070" y="0"/>
                  </a:moveTo>
                  <a:lnTo>
                    <a:pt x="0" y="0"/>
                  </a:lnTo>
                  <a:lnTo>
                    <a:pt x="0" y="54609"/>
                  </a:lnTo>
                  <a:lnTo>
                    <a:pt x="5259070" y="5460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1" name="object 261"/>
            <p:cNvSpPr/>
            <p:nvPr/>
          </p:nvSpPr>
          <p:spPr>
            <a:xfrm>
              <a:off x="7185660" y="8272780"/>
              <a:ext cx="5259070" cy="53340"/>
            </a:xfrm>
            <a:custGeom>
              <a:avLst/>
              <a:gdLst/>
              <a:ahLst/>
              <a:cxnLst/>
              <a:rect l="l" t="t" r="r" b="b"/>
              <a:pathLst>
                <a:path w="5259070" h="53340">
                  <a:moveTo>
                    <a:pt x="5259070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5259070" y="5334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2" name="object 262"/>
            <p:cNvSpPr/>
            <p:nvPr/>
          </p:nvSpPr>
          <p:spPr>
            <a:xfrm>
              <a:off x="7185660" y="8326120"/>
              <a:ext cx="5259070" cy="53340"/>
            </a:xfrm>
            <a:custGeom>
              <a:avLst/>
              <a:gdLst/>
              <a:ahLst/>
              <a:cxnLst/>
              <a:rect l="l" t="t" r="r" b="b"/>
              <a:pathLst>
                <a:path w="5259070" h="53340">
                  <a:moveTo>
                    <a:pt x="5259070" y="0"/>
                  </a:moveTo>
                  <a:lnTo>
                    <a:pt x="0" y="0"/>
                  </a:lnTo>
                  <a:lnTo>
                    <a:pt x="0" y="53339"/>
                  </a:lnTo>
                  <a:lnTo>
                    <a:pt x="5259070" y="5333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3" name="object 263"/>
            <p:cNvSpPr/>
            <p:nvPr/>
          </p:nvSpPr>
          <p:spPr>
            <a:xfrm>
              <a:off x="7185660" y="8379460"/>
              <a:ext cx="5259070" cy="54610"/>
            </a:xfrm>
            <a:custGeom>
              <a:avLst/>
              <a:gdLst/>
              <a:ahLst/>
              <a:cxnLst/>
              <a:rect l="l" t="t" r="r" b="b"/>
              <a:pathLst>
                <a:path w="5259070" h="54609">
                  <a:moveTo>
                    <a:pt x="5259070" y="0"/>
                  </a:moveTo>
                  <a:lnTo>
                    <a:pt x="0" y="0"/>
                  </a:lnTo>
                  <a:lnTo>
                    <a:pt x="0" y="54610"/>
                  </a:lnTo>
                  <a:lnTo>
                    <a:pt x="5259070" y="5461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4" name="object 264"/>
            <p:cNvSpPr/>
            <p:nvPr/>
          </p:nvSpPr>
          <p:spPr>
            <a:xfrm>
              <a:off x="7185660" y="8434070"/>
              <a:ext cx="5259070" cy="54610"/>
            </a:xfrm>
            <a:custGeom>
              <a:avLst/>
              <a:gdLst/>
              <a:ahLst/>
              <a:cxnLst/>
              <a:rect l="l" t="t" r="r" b="b"/>
              <a:pathLst>
                <a:path w="5259070" h="54609">
                  <a:moveTo>
                    <a:pt x="5259070" y="0"/>
                  </a:moveTo>
                  <a:lnTo>
                    <a:pt x="0" y="0"/>
                  </a:lnTo>
                  <a:lnTo>
                    <a:pt x="0" y="54609"/>
                  </a:lnTo>
                  <a:lnTo>
                    <a:pt x="5259070" y="5460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5" name="object 265"/>
            <p:cNvSpPr/>
            <p:nvPr/>
          </p:nvSpPr>
          <p:spPr>
            <a:xfrm>
              <a:off x="7185660" y="8488680"/>
              <a:ext cx="5259070" cy="53340"/>
            </a:xfrm>
            <a:custGeom>
              <a:avLst/>
              <a:gdLst/>
              <a:ahLst/>
              <a:cxnLst/>
              <a:rect l="l" t="t" r="r" b="b"/>
              <a:pathLst>
                <a:path w="5259070" h="53340">
                  <a:moveTo>
                    <a:pt x="5259070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5259070" y="5334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6" name="object 266"/>
            <p:cNvSpPr/>
            <p:nvPr/>
          </p:nvSpPr>
          <p:spPr>
            <a:xfrm>
              <a:off x="7185660" y="8542020"/>
              <a:ext cx="5259070" cy="54610"/>
            </a:xfrm>
            <a:custGeom>
              <a:avLst/>
              <a:gdLst/>
              <a:ahLst/>
              <a:cxnLst/>
              <a:rect l="l" t="t" r="r" b="b"/>
              <a:pathLst>
                <a:path w="5259070" h="54609">
                  <a:moveTo>
                    <a:pt x="5259070" y="0"/>
                  </a:moveTo>
                  <a:lnTo>
                    <a:pt x="0" y="0"/>
                  </a:lnTo>
                  <a:lnTo>
                    <a:pt x="0" y="54609"/>
                  </a:lnTo>
                  <a:lnTo>
                    <a:pt x="5259070" y="5460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7" name="object 267"/>
            <p:cNvSpPr/>
            <p:nvPr/>
          </p:nvSpPr>
          <p:spPr>
            <a:xfrm>
              <a:off x="7185660" y="8596630"/>
              <a:ext cx="5259070" cy="53340"/>
            </a:xfrm>
            <a:custGeom>
              <a:avLst/>
              <a:gdLst/>
              <a:ahLst/>
              <a:cxnLst/>
              <a:rect l="l" t="t" r="r" b="b"/>
              <a:pathLst>
                <a:path w="5259070" h="53340">
                  <a:moveTo>
                    <a:pt x="5259070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5259070" y="5334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8" name="object 268"/>
            <p:cNvSpPr/>
            <p:nvPr/>
          </p:nvSpPr>
          <p:spPr>
            <a:xfrm>
              <a:off x="7185660" y="8649970"/>
              <a:ext cx="5259070" cy="107950"/>
            </a:xfrm>
            <a:custGeom>
              <a:avLst/>
              <a:gdLst/>
              <a:ahLst/>
              <a:cxnLst/>
              <a:rect l="l" t="t" r="r" b="b"/>
              <a:pathLst>
                <a:path w="5259070" h="107950">
                  <a:moveTo>
                    <a:pt x="5259070" y="0"/>
                  </a:moveTo>
                  <a:lnTo>
                    <a:pt x="0" y="0"/>
                  </a:lnTo>
                  <a:lnTo>
                    <a:pt x="0" y="54610"/>
                  </a:lnTo>
                  <a:lnTo>
                    <a:pt x="0" y="107950"/>
                  </a:lnTo>
                  <a:lnTo>
                    <a:pt x="5259070" y="107950"/>
                  </a:lnTo>
                  <a:lnTo>
                    <a:pt x="5259070" y="5461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9" name="object 269"/>
            <p:cNvSpPr/>
            <p:nvPr/>
          </p:nvSpPr>
          <p:spPr>
            <a:xfrm>
              <a:off x="7185660" y="8757920"/>
              <a:ext cx="5259070" cy="53340"/>
            </a:xfrm>
            <a:custGeom>
              <a:avLst/>
              <a:gdLst/>
              <a:ahLst/>
              <a:cxnLst/>
              <a:rect l="l" t="t" r="r" b="b"/>
              <a:pathLst>
                <a:path w="5259070" h="53340">
                  <a:moveTo>
                    <a:pt x="5259070" y="0"/>
                  </a:moveTo>
                  <a:lnTo>
                    <a:pt x="0" y="0"/>
                  </a:lnTo>
                  <a:lnTo>
                    <a:pt x="0" y="53339"/>
                  </a:lnTo>
                  <a:lnTo>
                    <a:pt x="5259070" y="5333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0" name="object 270"/>
            <p:cNvSpPr/>
            <p:nvPr/>
          </p:nvSpPr>
          <p:spPr>
            <a:xfrm>
              <a:off x="7185660" y="8811260"/>
              <a:ext cx="5259070" cy="54610"/>
            </a:xfrm>
            <a:custGeom>
              <a:avLst/>
              <a:gdLst/>
              <a:ahLst/>
              <a:cxnLst/>
              <a:rect l="l" t="t" r="r" b="b"/>
              <a:pathLst>
                <a:path w="5259070" h="54609">
                  <a:moveTo>
                    <a:pt x="5259070" y="0"/>
                  </a:moveTo>
                  <a:lnTo>
                    <a:pt x="0" y="0"/>
                  </a:lnTo>
                  <a:lnTo>
                    <a:pt x="0" y="54610"/>
                  </a:lnTo>
                  <a:lnTo>
                    <a:pt x="5259070" y="5461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1" name="object 271"/>
            <p:cNvSpPr/>
            <p:nvPr/>
          </p:nvSpPr>
          <p:spPr>
            <a:xfrm>
              <a:off x="7185660" y="8865870"/>
              <a:ext cx="5259070" cy="53340"/>
            </a:xfrm>
            <a:custGeom>
              <a:avLst/>
              <a:gdLst/>
              <a:ahLst/>
              <a:cxnLst/>
              <a:rect l="l" t="t" r="r" b="b"/>
              <a:pathLst>
                <a:path w="5259070" h="53340">
                  <a:moveTo>
                    <a:pt x="5259070" y="0"/>
                  </a:moveTo>
                  <a:lnTo>
                    <a:pt x="0" y="0"/>
                  </a:lnTo>
                  <a:lnTo>
                    <a:pt x="0" y="53339"/>
                  </a:lnTo>
                  <a:lnTo>
                    <a:pt x="5259070" y="5333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2" name="object 272"/>
            <p:cNvSpPr/>
            <p:nvPr/>
          </p:nvSpPr>
          <p:spPr>
            <a:xfrm>
              <a:off x="7185660" y="8919210"/>
              <a:ext cx="5259070" cy="54610"/>
            </a:xfrm>
            <a:custGeom>
              <a:avLst/>
              <a:gdLst/>
              <a:ahLst/>
              <a:cxnLst/>
              <a:rect l="l" t="t" r="r" b="b"/>
              <a:pathLst>
                <a:path w="5259070" h="54609">
                  <a:moveTo>
                    <a:pt x="5259070" y="0"/>
                  </a:moveTo>
                  <a:lnTo>
                    <a:pt x="0" y="0"/>
                  </a:lnTo>
                  <a:lnTo>
                    <a:pt x="0" y="54610"/>
                  </a:lnTo>
                  <a:lnTo>
                    <a:pt x="5259070" y="5461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3" name="object 273"/>
            <p:cNvSpPr/>
            <p:nvPr/>
          </p:nvSpPr>
          <p:spPr>
            <a:xfrm>
              <a:off x="7185660" y="8973820"/>
              <a:ext cx="5259070" cy="53340"/>
            </a:xfrm>
            <a:custGeom>
              <a:avLst/>
              <a:gdLst/>
              <a:ahLst/>
              <a:cxnLst/>
              <a:rect l="l" t="t" r="r" b="b"/>
              <a:pathLst>
                <a:path w="5259070" h="53340">
                  <a:moveTo>
                    <a:pt x="5259070" y="0"/>
                  </a:moveTo>
                  <a:lnTo>
                    <a:pt x="0" y="0"/>
                  </a:lnTo>
                  <a:lnTo>
                    <a:pt x="0" y="53339"/>
                  </a:lnTo>
                  <a:lnTo>
                    <a:pt x="5259070" y="5333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74"/>
            <p:cNvSpPr/>
            <p:nvPr/>
          </p:nvSpPr>
          <p:spPr>
            <a:xfrm>
              <a:off x="7185660" y="9027160"/>
              <a:ext cx="5259070" cy="54610"/>
            </a:xfrm>
            <a:custGeom>
              <a:avLst/>
              <a:gdLst/>
              <a:ahLst/>
              <a:cxnLst/>
              <a:rect l="l" t="t" r="r" b="b"/>
              <a:pathLst>
                <a:path w="5259070" h="54609">
                  <a:moveTo>
                    <a:pt x="5259070" y="0"/>
                  </a:moveTo>
                  <a:lnTo>
                    <a:pt x="0" y="0"/>
                  </a:lnTo>
                  <a:lnTo>
                    <a:pt x="0" y="54610"/>
                  </a:lnTo>
                  <a:lnTo>
                    <a:pt x="5259070" y="5461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5" name="object 275"/>
            <p:cNvSpPr/>
            <p:nvPr/>
          </p:nvSpPr>
          <p:spPr>
            <a:xfrm>
              <a:off x="7185660" y="9081770"/>
              <a:ext cx="5259070" cy="53340"/>
            </a:xfrm>
            <a:custGeom>
              <a:avLst/>
              <a:gdLst/>
              <a:ahLst/>
              <a:cxnLst/>
              <a:rect l="l" t="t" r="r" b="b"/>
              <a:pathLst>
                <a:path w="5259070" h="53340">
                  <a:moveTo>
                    <a:pt x="5259070" y="0"/>
                  </a:moveTo>
                  <a:lnTo>
                    <a:pt x="0" y="0"/>
                  </a:lnTo>
                  <a:lnTo>
                    <a:pt x="0" y="53339"/>
                  </a:lnTo>
                  <a:lnTo>
                    <a:pt x="5259070" y="5333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6" name="object 276"/>
            <p:cNvSpPr/>
            <p:nvPr/>
          </p:nvSpPr>
          <p:spPr>
            <a:xfrm>
              <a:off x="7185660" y="9135110"/>
              <a:ext cx="5259070" cy="54610"/>
            </a:xfrm>
            <a:custGeom>
              <a:avLst/>
              <a:gdLst/>
              <a:ahLst/>
              <a:cxnLst/>
              <a:rect l="l" t="t" r="r" b="b"/>
              <a:pathLst>
                <a:path w="5259070" h="54609">
                  <a:moveTo>
                    <a:pt x="5259070" y="0"/>
                  </a:moveTo>
                  <a:lnTo>
                    <a:pt x="0" y="0"/>
                  </a:lnTo>
                  <a:lnTo>
                    <a:pt x="0" y="54610"/>
                  </a:lnTo>
                  <a:lnTo>
                    <a:pt x="5259070" y="5461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7" name="object 277"/>
            <p:cNvSpPr/>
            <p:nvPr/>
          </p:nvSpPr>
          <p:spPr>
            <a:xfrm>
              <a:off x="7185660" y="9189720"/>
              <a:ext cx="5259070" cy="53340"/>
            </a:xfrm>
            <a:custGeom>
              <a:avLst/>
              <a:gdLst/>
              <a:ahLst/>
              <a:cxnLst/>
              <a:rect l="l" t="t" r="r" b="b"/>
              <a:pathLst>
                <a:path w="5259070" h="53340">
                  <a:moveTo>
                    <a:pt x="5259070" y="0"/>
                  </a:moveTo>
                  <a:lnTo>
                    <a:pt x="0" y="0"/>
                  </a:lnTo>
                  <a:lnTo>
                    <a:pt x="0" y="53339"/>
                  </a:lnTo>
                  <a:lnTo>
                    <a:pt x="5259070" y="5333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8" name="object 278"/>
            <p:cNvSpPr/>
            <p:nvPr/>
          </p:nvSpPr>
          <p:spPr>
            <a:xfrm>
              <a:off x="7185660" y="9243060"/>
              <a:ext cx="5259070" cy="54610"/>
            </a:xfrm>
            <a:custGeom>
              <a:avLst/>
              <a:gdLst/>
              <a:ahLst/>
              <a:cxnLst/>
              <a:rect l="l" t="t" r="r" b="b"/>
              <a:pathLst>
                <a:path w="5259070" h="54609">
                  <a:moveTo>
                    <a:pt x="5259070" y="0"/>
                  </a:moveTo>
                  <a:lnTo>
                    <a:pt x="0" y="0"/>
                  </a:lnTo>
                  <a:lnTo>
                    <a:pt x="0" y="54610"/>
                  </a:lnTo>
                  <a:lnTo>
                    <a:pt x="5259070" y="5461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7185660" y="9297670"/>
              <a:ext cx="5259070" cy="53340"/>
            </a:xfrm>
            <a:custGeom>
              <a:avLst/>
              <a:gdLst/>
              <a:ahLst/>
              <a:cxnLst/>
              <a:rect l="l" t="t" r="r" b="b"/>
              <a:pathLst>
                <a:path w="5259070" h="53340">
                  <a:moveTo>
                    <a:pt x="5259070" y="0"/>
                  </a:moveTo>
                  <a:lnTo>
                    <a:pt x="0" y="0"/>
                  </a:lnTo>
                  <a:lnTo>
                    <a:pt x="0" y="53339"/>
                  </a:lnTo>
                  <a:lnTo>
                    <a:pt x="5259070" y="5333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280"/>
            <p:cNvSpPr/>
            <p:nvPr/>
          </p:nvSpPr>
          <p:spPr>
            <a:xfrm>
              <a:off x="7185660" y="9351010"/>
              <a:ext cx="5259070" cy="54610"/>
            </a:xfrm>
            <a:custGeom>
              <a:avLst/>
              <a:gdLst/>
              <a:ahLst/>
              <a:cxnLst/>
              <a:rect l="l" t="t" r="r" b="b"/>
              <a:pathLst>
                <a:path w="5259070" h="54609">
                  <a:moveTo>
                    <a:pt x="5259070" y="0"/>
                  </a:moveTo>
                  <a:lnTo>
                    <a:pt x="0" y="0"/>
                  </a:lnTo>
                  <a:lnTo>
                    <a:pt x="0" y="54610"/>
                  </a:lnTo>
                  <a:lnTo>
                    <a:pt x="5259070" y="5461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1" name="object 281"/>
            <p:cNvSpPr/>
            <p:nvPr/>
          </p:nvSpPr>
          <p:spPr>
            <a:xfrm>
              <a:off x="7185660" y="9405620"/>
              <a:ext cx="5259070" cy="53340"/>
            </a:xfrm>
            <a:custGeom>
              <a:avLst/>
              <a:gdLst/>
              <a:ahLst/>
              <a:cxnLst/>
              <a:rect l="l" t="t" r="r" b="b"/>
              <a:pathLst>
                <a:path w="5259070" h="53340">
                  <a:moveTo>
                    <a:pt x="5259070" y="0"/>
                  </a:moveTo>
                  <a:lnTo>
                    <a:pt x="0" y="0"/>
                  </a:lnTo>
                  <a:lnTo>
                    <a:pt x="0" y="53339"/>
                  </a:lnTo>
                  <a:lnTo>
                    <a:pt x="5259070" y="5333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2" name="object 282"/>
            <p:cNvSpPr/>
            <p:nvPr/>
          </p:nvSpPr>
          <p:spPr>
            <a:xfrm>
              <a:off x="7185660" y="9458960"/>
              <a:ext cx="5259070" cy="54610"/>
            </a:xfrm>
            <a:custGeom>
              <a:avLst/>
              <a:gdLst/>
              <a:ahLst/>
              <a:cxnLst/>
              <a:rect l="l" t="t" r="r" b="b"/>
              <a:pathLst>
                <a:path w="5259070" h="54609">
                  <a:moveTo>
                    <a:pt x="5259070" y="0"/>
                  </a:moveTo>
                  <a:lnTo>
                    <a:pt x="0" y="0"/>
                  </a:lnTo>
                  <a:lnTo>
                    <a:pt x="0" y="54610"/>
                  </a:lnTo>
                  <a:lnTo>
                    <a:pt x="5259070" y="5461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3" name="object 283"/>
          <p:cNvSpPr txBox="1"/>
          <p:nvPr/>
        </p:nvSpPr>
        <p:spPr>
          <a:xfrm>
            <a:off x="7186930" y="6870700"/>
            <a:ext cx="5257800" cy="26416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R="61594" algn="ctr">
              <a:lnSpc>
                <a:spcPct val="100000"/>
              </a:lnSpc>
              <a:spcBef>
                <a:spcPts val="110"/>
              </a:spcBef>
            </a:pPr>
            <a:r>
              <a:rPr sz="3200" dirty="0">
                <a:latin typeface="Century Gothic"/>
                <a:cs typeface="Century Gothic"/>
              </a:rPr>
              <a:t>Bit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depth: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10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(0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to </a:t>
            </a:r>
            <a:r>
              <a:rPr sz="3200" spc="-10" dirty="0">
                <a:latin typeface="Century Gothic"/>
                <a:cs typeface="Century Gothic"/>
              </a:rPr>
              <a:t>9)levels</a:t>
            </a:r>
            <a:endParaRPr sz="3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450">
              <a:latin typeface="Century Gothic"/>
              <a:cs typeface="Century Gothic"/>
            </a:endParaRPr>
          </a:p>
          <a:p>
            <a:pPr marL="1002665" marR="1062990" algn="ctr">
              <a:lnSpc>
                <a:spcPct val="109900"/>
              </a:lnSpc>
              <a:spcBef>
                <a:spcPts val="5"/>
              </a:spcBef>
            </a:pPr>
            <a:r>
              <a:rPr sz="3200" dirty="0">
                <a:latin typeface="Century Gothic"/>
                <a:cs typeface="Century Gothic"/>
              </a:rPr>
              <a:t>Level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5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selected </a:t>
            </a:r>
            <a:r>
              <a:rPr sz="3200" spc="-25" dirty="0">
                <a:latin typeface="Century Gothic"/>
                <a:cs typeface="Century Gothic"/>
              </a:rPr>
              <a:t>for</a:t>
            </a:r>
            <a:endParaRPr sz="3200">
              <a:latin typeface="Century Gothic"/>
              <a:cs typeface="Century Gothic"/>
            </a:endParaRPr>
          </a:p>
          <a:p>
            <a:pPr marR="58419" algn="ctr">
              <a:lnSpc>
                <a:spcPts val="3020"/>
              </a:lnSpc>
              <a:tabLst>
                <a:tab pos="1934210" algn="l"/>
              </a:tabLst>
            </a:pPr>
            <a:r>
              <a:rPr sz="2800" spc="-40" dirty="0">
                <a:latin typeface="Century Gothic"/>
                <a:cs typeface="Century Gothic"/>
              </a:rPr>
              <a:t>RAW</a:t>
            </a:r>
            <a:r>
              <a:rPr sz="2800" spc="-140" dirty="0">
                <a:latin typeface="Century Gothic"/>
                <a:cs typeface="Century Gothic"/>
              </a:rPr>
              <a:t> </a:t>
            </a:r>
            <a:r>
              <a:rPr sz="2800" spc="-20" dirty="0">
                <a:latin typeface="Century Gothic"/>
                <a:cs typeface="Century Gothic"/>
              </a:rPr>
              <a:t>data</a:t>
            </a:r>
            <a:r>
              <a:rPr sz="2800" dirty="0">
                <a:latin typeface="Century Gothic"/>
                <a:cs typeface="Century Gothic"/>
              </a:rPr>
              <a:t>	</a:t>
            </a:r>
            <a:r>
              <a:rPr sz="2800" spc="-10" dirty="0">
                <a:latin typeface="Century Gothic"/>
                <a:cs typeface="Century Gothic"/>
              </a:rPr>
              <a:t>“image”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284" name="object 284"/>
          <p:cNvSpPr/>
          <p:nvPr/>
        </p:nvSpPr>
        <p:spPr>
          <a:xfrm>
            <a:off x="9395459" y="5027929"/>
            <a:ext cx="763270" cy="1676400"/>
          </a:xfrm>
          <a:custGeom>
            <a:avLst/>
            <a:gdLst/>
            <a:ahLst/>
            <a:cxnLst/>
            <a:rect l="l" t="t" r="r" b="b"/>
            <a:pathLst>
              <a:path w="763270" h="1676400">
                <a:moveTo>
                  <a:pt x="572770" y="0"/>
                </a:moveTo>
                <a:lnTo>
                  <a:pt x="190500" y="0"/>
                </a:lnTo>
                <a:lnTo>
                  <a:pt x="190500" y="1247140"/>
                </a:lnTo>
                <a:lnTo>
                  <a:pt x="0" y="1247140"/>
                </a:lnTo>
                <a:lnTo>
                  <a:pt x="381000" y="1676400"/>
                </a:lnTo>
                <a:lnTo>
                  <a:pt x="763270" y="1247140"/>
                </a:lnTo>
                <a:lnTo>
                  <a:pt x="572770" y="1247140"/>
                </a:lnTo>
                <a:lnTo>
                  <a:pt x="57277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5" name="object 285"/>
          <p:cNvGrpSpPr/>
          <p:nvPr/>
        </p:nvGrpSpPr>
        <p:grpSpPr>
          <a:xfrm>
            <a:off x="2354579" y="5026659"/>
            <a:ext cx="2447290" cy="574040"/>
            <a:chOff x="2354579" y="5026659"/>
            <a:chExt cx="2447290" cy="574040"/>
          </a:xfrm>
        </p:grpSpPr>
        <p:pic>
          <p:nvPicPr>
            <p:cNvPr id="286" name="object 28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54579" y="5041899"/>
              <a:ext cx="2447290" cy="558800"/>
            </a:xfrm>
            <a:prstGeom prst="rect">
              <a:avLst/>
            </a:prstGeom>
          </p:spPr>
        </p:pic>
        <p:sp>
          <p:nvSpPr>
            <p:cNvPr id="287" name="object 287"/>
            <p:cNvSpPr/>
            <p:nvPr/>
          </p:nvSpPr>
          <p:spPr>
            <a:xfrm>
              <a:off x="2358390" y="5026659"/>
              <a:ext cx="2438400" cy="13970"/>
            </a:xfrm>
            <a:custGeom>
              <a:avLst/>
              <a:gdLst/>
              <a:ahLst/>
              <a:cxnLst/>
              <a:rect l="l" t="t" r="r" b="b"/>
              <a:pathLst>
                <a:path w="2438400" h="13970">
                  <a:moveTo>
                    <a:pt x="243840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3970"/>
                  </a:lnTo>
                  <a:lnTo>
                    <a:pt x="2438400" y="13970"/>
                  </a:lnTo>
                  <a:lnTo>
                    <a:pt x="2438400" y="762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E0E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88"/>
            <p:cNvSpPr/>
            <p:nvPr/>
          </p:nvSpPr>
          <p:spPr>
            <a:xfrm>
              <a:off x="2358389" y="504062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2438400" y="762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DF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9" name="object 289"/>
            <p:cNvSpPr/>
            <p:nvPr/>
          </p:nvSpPr>
          <p:spPr>
            <a:xfrm>
              <a:off x="2358389" y="504824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2438400" y="762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DED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0" name="object 290"/>
            <p:cNvSpPr/>
            <p:nvPr/>
          </p:nvSpPr>
          <p:spPr>
            <a:xfrm>
              <a:off x="2358389" y="5055869"/>
              <a:ext cx="2438400" cy="6350"/>
            </a:xfrm>
            <a:custGeom>
              <a:avLst/>
              <a:gdLst/>
              <a:ahLst/>
              <a:cxnLst/>
              <a:rect l="l" t="t" r="r" b="b"/>
              <a:pathLst>
                <a:path w="2438400" h="6350">
                  <a:moveTo>
                    <a:pt x="243840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2438400" y="635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DDD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1" name="object 291"/>
            <p:cNvSpPr/>
            <p:nvPr/>
          </p:nvSpPr>
          <p:spPr>
            <a:xfrm>
              <a:off x="2358389" y="506221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2438400" y="7619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DCD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2" name="object 292"/>
            <p:cNvSpPr/>
            <p:nvPr/>
          </p:nvSpPr>
          <p:spPr>
            <a:xfrm>
              <a:off x="2358389" y="506983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2438400" y="762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DBD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3" name="object 293"/>
            <p:cNvSpPr/>
            <p:nvPr/>
          </p:nvSpPr>
          <p:spPr>
            <a:xfrm>
              <a:off x="2358389" y="507745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2438400" y="7619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DAD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4" name="object 294"/>
            <p:cNvSpPr/>
            <p:nvPr/>
          </p:nvSpPr>
          <p:spPr>
            <a:xfrm>
              <a:off x="2358389" y="5085079"/>
              <a:ext cx="2438400" cy="6350"/>
            </a:xfrm>
            <a:custGeom>
              <a:avLst/>
              <a:gdLst/>
              <a:ahLst/>
              <a:cxnLst/>
              <a:rect l="l" t="t" r="r" b="b"/>
              <a:pathLst>
                <a:path w="2438400" h="6350">
                  <a:moveTo>
                    <a:pt x="243840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2438400" y="635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D9D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5" name="object 295"/>
            <p:cNvSpPr/>
            <p:nvPr/>
          </p:nvSpPr>
          <p:spPr>
            <a:xfrm>
              <a:off x="2358389" y="509142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2438400" y="762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D8D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6" name="object 296"/>
            <p:cNvSpPr/>
            <p:nvPr/>
          </p:nvSpPr>
          <p:spPr>
            <a:xfrm>
              <a:off x="2358389" y="509904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2438400" y="762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D7D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7" name="object 297"/>
            <p:cNvSpPr/>
            <p:nvPr/>
          </p:nvSpPr>
          <p:spPr>
            <a:xfrm>
              <a:off x="2358389" y="5106669"/>
              <a:ext cx="2438400" cy="6350"/>
            </a:xfrm>
            <a:custGeom>
              <a:avLst/>
              <a:gdLst/>
              <a:ahLst/>
              <a:cxnLst/>
              <a:rect l="l" t="t" r="r" b="b"/>
              <a:pathLst>
                <a:path w="2438400" h="6350">
                  <a:moveTo>
                    <a:pt x="243840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2438400" y="635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D6D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8" name="object 298"/>
            <p:cNvSpPr/>
            <p:nvPr/>
          </p:nvSpPr>
          <p:spPr>
            <a:xfrm>
              <a:off x="2358389" y="511301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2438400" y="7619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9" name="object 299"/>
            <p:cNvSpPr/>
            <p:nvPr/>
          </p:nvSpPr>
          <p:spPr>
            <a:xfrm>
              <a:off x="2358389" y="512063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2438400" y="762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D4D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0" name="object 300"/>
            <p:cNvSpPr/>
            <p:nvPr/>
          </p:nvSpPr>
          <p:spPr>
            <a:xfrm>
              <a:off x="2358389" y="5128259"/>
              <a:ext cx="2438400" cy="6350"/>
            </a:xfrm>
            <a:custGeom>
              <a:avLst/>
              <a:gdLst/>
              <a:ahLst/>
              <a:cxnLst/>
              <a:rect l="l" t="t" r="r" b="b"/>
              <a:pathLst>
                <a:path w="2438400" h="6350">
                  <a:moveTo>
                    <a:pt x="243840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2438400" y="635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D3D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1" name="object 301"/>
            <p:cNvSpPr/>
            <p:nvPr/>
          </p:nvSpPr>
          <p:spPr>
            <a:xfrm>
              <a:off x="2358389" y="513460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2438400" y="7619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D2D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2" name="object 302"/>
            <p:cNvSpPr/>
            <p:nvPr/>
          </p:nvSpPr>
          <p:spPr>
            <a:xfrm>
              <a:off x="2358389" y="514222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2438400" y="762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D1D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3" name="object 303"/>
            <p:cNvSpPr/>
            <p:nvPr/>
          </p:nvSpPr>
          <p:spPr>
            <a:xfrm>
              <a:off x="2358389" y="514984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2438400" y="762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D0D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4" name="object 304"/>
            <p:cNvSpPr/>
            <p:nvPr/>
          </p:nvSpPr>
          <p:spPr>
            <a:xfrm>
              <a:off x="2358389" y="5157469"/>
              <a:ext cx="2438400" cy="6350"/>
            </a:xfrm>
            <a:custGeom>
              <a:avLst/>
              <a:gdLst/>
              <a:ahLst/>
              <a:cxnLst/>
              <a:rect l="l" t="t" r="r" b="b"/>
              <a:pathLst>
                <a:path w="2438400" h="6350">
                  <a:moveTo>
                    <a:pt x="243840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2438400" y="635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CFC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5" name="object 305"/>
            <p:cNvSpPr/>
            <p:nvPr/>
          </p:nvSpPr>
          <p:spPr>
            <a:xfrm>
              <a:off x="2358389" y="516381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2438400" y="7619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CEC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6" name="object 306"/>
            <p:cNvSpPr/>
            <p:nvPr/>
          </p:nvSpPr>
          <p:spPr>
            <a:xfrm>
              <a:off x="2358389" y="517143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2438400" y="762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CDC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7" name="object 307"/>
            <p:cNvSpPr/>
            <p:nvPr/>
          </p:nvSpPr>
          <p:spPr>
            <a:xfrm>
              <a:off x="2358390" y="5179059"/>
              <a:ext cx="2438400" cy="13970"/>
            </a:xfrm>
            <a:custGeom>
              <a:avLst/>
              <a:gdLst/>
              <a:ahLst/>
              <a:cxnLst/>
              <a:rect l="l" t="t" r="r" b="b"/>
              <a:pathLst>
                <a:path w="2438400" h="13970">
                  <a:moveTo>
                    <a:pt x="243840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0" y="13970"/>
                  </a:lnTo>
                  <a:lnTo>
                    <a:pt x="2438400" y="13970"/>
                  </a:lnTo>
                  <a:lnTo>
                    <a:pt x="2438400" y="635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308"/>
            <p:cNvSpPr/>
            <p:nvPr/>
          </p:nvSpPr>
          <p:spPr>
            <a:xfrm>
              <a:off x="2358389" y="519302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2438400" y="762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CAC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9" name="object 309"/>
            <p:cNvSpPr/>
            <p:nvPr/>
          </p:nvSpPr>
          <p:spPr>
            <a:xfrm>
              <a:off x="2358389" y="520064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2438400" y="762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C9C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0" name="object 310"/>
            <p:cNvSpPr/>
            <p:nvPr/>
          </p:nvSpPr>
          <p:spPr>
            <a:xfrm>
              <a:off x="2358389" y="5208269"/>
              <a:ext cx="2438400" cy="6350"/>
            </a:xfrm>
            <a:custGeom>
              <a:avLst/>
              <a:gdLst/>
              <a:ahLst/>
              <a:cxnLst/>
              <a:rect l="l" t="t" r="r" b="b"/>
              <a:pathLst>
                <a:path w="2438400" h="6350">
                  <a:moveTo>
                    <a:pt x="243840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2438400" y="635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C8C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1" name="object 311"/>
            <p:cNvSpPr/>
            <p:nvPr/>
          </p:nvSpPr>
          <p:spPr>
            <a:xfrm>
              <a:off x="2358389" y="521461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2438400" y="7619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C7C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2" name="object 312"/>
            <p:cNvSpPr/>
            <p:nvPr/>
          </p:nvSpPr>
          <p:spPr>
            <a:xfrm>
              <a:off x="2358389" y="522223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2438400" y="762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C6C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3" name="object 313"/>
            <p:cNvSpPr/>
            <p:nvPr/>
          </p:nvSpPr>
          <p:spPr>
            <a:xfrm>
              <a:off x="2358389" y="5229859"/>
              <a:ext cx="2438400" cy="6350"/>
            </a:xfrm>
            <a:custGeom>
              <a:avLst/>
              <a:gdLst/>
              <a:ahLst/>
              <a:cxnLst/>
              <a:rect l="l" t="t" r="r" b="b"/>
              <a:pathLst>
                <a:path w="2438400" h="6350">
                  <a:moveTo>
                    <a:pt x="243840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2438400" y="635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C5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4" name="object 314"/>
            <p:cNvSpPr/>
            <p:nvPr/>
          </p:nvSpPr>
          <p:spPr>
            <a:xfrm>
              <a:off x="2358389" y="523620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2438400" y="7619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C4C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5" name="object 315"/>
            <p:cNvSpPr/>
            <p:nvPr/>
          </p:nvSpPr>
          <p:spPr>
            <a:xfrm>
              <a:off x="2358389" y="524382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2438400" y="762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C3C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6" name="object 316"/>
            <p:cNvSpPr/>
            <p:nvPr/>
          </p:nvSpPr>
          <p:spPr>
            <a:xfrm>
              <a:off x="2358389" y="525144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2438400" y="762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C2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317"/>
            <p:cNvSpPr/>
            <p:nvPr/>
          </p:nvSpPr>
          <p:spPr>
            <a:xfrm>
              <a:off x="2358389" y="5259069"/>
              <a:ext cx="2438400" cy="6350"/>
            </a:xfrm>
            <a:custGeom>
              <a:avLst/>
              <a:gdLst/>
              <a:ahLst/>
              <a:cxnLst/>
              <a:rect l="l" t="t" r="r" b="b"/>
              <a:pathLst>
                <a:path w="2438400" h="6350">
                  <a:moveTo>
                    <a:pt x="243840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2438400" y="635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C1C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8" name="object 318"/>
            <p:cNvSpPr/>
            <p:nvPr/>
          </p:nvSpPr>
          <p:spPr>
            <a:xfrm>
              <a:off x="2358389" y="526541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2438400" y="7619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C0C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9" name="object 319"/>
            <p:cNvSpPr/>
            <p:nvPr/>
          </p:nvSpPr>
          <p:spPr>
            <a:xfrm>
              <a:off x="2358389" y="527303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2438400" y="762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0" name="object 320"/>
            <p:cNvSpPr/>
            <p:nvPr/>
          </p:nvSpPr>
          <p:spPr>
            <a:xfrm>
              <a:off x="2358389" y="5280659"/>
              <a:ext cx="2438400" cy="6350"/>
            </a:xfrm>
            <a:custGeom>
              <a:avLst/>
              <a:gdLst/>
              <a:ahLst/>
              <a:cxnLst/>
              <a:rect l="l" t="t" r="r" b="b"/>
              <a:pathLst>
                <a:path w="2438400" h="6350">
                  <a:moveTo>
                    <a:pt x="243840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2438400" y="635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BEB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1" name="object 321"/>
            <p:cNvSpPr/>
            <p:nvPr/>
          </p:nvSpPr>
          <p:spPr>
            <a:xfrm>
              <a:off x="2358389" y="528700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2438400" y="7619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BDB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2" name="object 322"/>
            <p:cNvSpPr/>
            <p:nvPr/>
          </p:nvSpPr>
          <p:spPr>
            <a:xfrm>
              <a:off x="2358389" y="529462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2438400" y="762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BCB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3" name="object 323"/>
            <p:cNvSpPr/>
            <p:nvPr/>
          </p:nvSpPr>
          <p:spPr>
            <a:xfrm>
              <a:off x="2358389" y="530224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2438400" y="762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BBB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4" name="object 324"/>
            <p:cNvSpPr/>
            <p:nvPr/>
          </p:nvSpPr>
          <p:spPr>
            <a:xfrm>
              <a:off x="2358389" y="5309869"/>
              <a:ext cx="2438400" cy="6350"/>
            </a:xfrm>
            <a:custGeom>
              <a:avLst/>
              <a:gdLst/>
              <a:ahLst/>
              <a:cxnLst/>
              <a:rect l="l" t="t" r="r" b="b"/>
              <a:pathLst>
                <a:path w="2438400" h="6350">
                  <a:moveTo>
                    <a:pt x="243840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2438400" y="635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BAB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5" name="object 325"/>
            <p:cNvSpPr/>
            <p:nvPr/>
          </p:nvSpPr>
          <p:spPr>
            <a:xfrm>
              <a:off x="2358389" y="531621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2438400" y="7619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B9B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6" name="object 326"/>
            <p:cNvSpPr/>
            <p:nvPr/>
          </p:nvSpPr>
          <p:spPr>
            <a:xfrm>
              <a:off x="2358389" y="532383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2438400" y="762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B8B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7" name="object 327"/>
            <p:cNvSpPr/>
            <p:nvPr/>
          </p:nvSpPr>
          <p:spPr>
            <a:xfrm>
              <a:off x="2358389" y="5331459"/>
              <a:ext cx="2438400" cy="6350"/>
            </a:xfrm>
            <a:custGeom>
              <a:avLst/>
              <a:gdLst/>
              <a:ahLst/>
              <a:cxnLst/>
              <a:rect l="l" t="t" r="r" b="b"/>
              <a:pathLst>
                <a:path w="2438400" h="6350">
                  <a:moveTo>
                    <a:pt x="243840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2438400" y="635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B7B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8" name="object 328"/>
            <p:cNvSpPr/>
            <p:nvPr/>
          </p:nvSpPr>
          <p:spPr>
            <a:xfrm>
              <a:off x="2358389" y="533780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2438400" y="7619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B6B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9" name="object 329"/>
            <p:cNvSpPr/>
            <p:nvPr/>
          </p:nvSpPr>
          <p:spPr>
            <a:xfrm>
              <a:off x="2358389" y="534542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2438400" y="762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B5B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0" name="object 330"/>
            <p:cNvSpPr/>
            <p:nvPr/>
          </p:nvSpPr>
          <p:spPr>
            <a:xfrm>
              <a:off x="2358389" y="535304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2438400" y="762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B4B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1" name="object 331"/>
            <p:cNvSpPr/>
            <p:nvPr/>
          </p:nvSpPr>
          <p:spPr>
            <a:xfrm>
              <a:off x="2358389" y="5360669"/>
              <a:ext cx="2438400" cy="6350"/>
            </a:xfrm>
            <a:custGeom>
              <a:avLst/>
              <a:gdLst/>
              <a:ahLst/>
              <a:cxnLst/>
              <a:rect l="l" t="t" r="r" b="b"/>
              <a:pathLst>
                <a:path w="2438400" h="6350">
                  <a:moveTo>
                    <a:pt x="243840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2438400" y="635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B3B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2" name="object 332"/>
            <p:cNvSpPr/>
            <p:nvPr/>
          </p:nvSpPr>
          <p:spPr>
            <a:xfrm>
              <a:off x="2358389" y="536701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2438400" y="7619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B2B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3" name="object 333"/>
            <p:cNvSpPr/>
            <p:nvPr/>
          </p:nvSpPr>
          <p:spPr>
            <a:xfrm>
              <a:off x="2358389" y="537463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2438400" y="762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B1B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4" name="object 334"/>
            <p:cNvSpPr/>
            <p:nvPr/>
          </p:nvSpPr>
          <p:spPr>
            <a:xfrm>
              <a:off x="2358389" y="5382259"/>
              <a:ext cx="2438400" cy="6350"/>
            </a:xfrm>
            <a:custGeom>
              <a:avLst/>
              <a:gdLst/>
              <a:ahLst/>
              <a:cxnLst/>
              <a:rect l="l" t="t" r="r" b="b"/>
              <a:pathLst>
                <a:path w="2438400" h="6350">
                  <a:moveTo>
                    <a:pt x="243840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2438400" y="635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B0B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5" name="object 335"/>
            <p:cNvSpPr/>
            <p:nvPr/>
          </p:nvSpPr>
          <p:spPr>
            <a:xfrm>
              <a:off x="2358389" y="538860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2438400" y="7619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AFA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6" name="object 336"/>
            <p:cNvSpPr/>
            <p:nvPr/>
          </p:nvSpPr>
          <p:spPr>
            <a:xfrm>
              <a:off x="2358389" y="539622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2438400" y="762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AEA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7" name="object 337"/>
            <p:cNvSpPr/>
            <p:nvPr/>
          </p:nvSpPr>
          <p:spPr>
            <a:xfrm>
              <a:off x="2358389" y="5403849"/>
              <a:ext cx="2438400" cy="6350"/>
            </a:xfrm>
            <a:custGeom>
              <a:avLst/>
              <a:gdLst/>
              <a:ahLst/>
              <a:cxnLst/>
              <a:rect l="l" t="t" r="r" b="b"/>
              <a:pathLst>
                <a:path w="2438400" h="6350">
                  <a:moveTo>
                    <a:pt x="243840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2438400" y="635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ADA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8" name="object 338"/>
            <p:cNvSpPr/>
            <p:nvPr/>
          </p:nvSpPr>
          <p:spPr>
            <a:xfrm>
              <a:off x="2358389" y="541019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2438400" y="762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ACA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9" name="object 339"/>
            <p:cNvSpPr/>
            <p:nvPr/>
          </p:nvSpPr>
          <p:spPr>
            <a:xfrm>
              <a:off x="2358389" y="541781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2438400" y="7619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ABA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0" name="object 340"/>
            <p:cNvSpPr/>
            <p:nvPr/>
          </p:nvSpPr>
          <p:spPr>
            <a:xfrm>
              <a:off x="2358389" y="5425439"/>
              <a:ext cx="2438400" cy="6350"/>
            </a:xfrm>
            <a:custGeom>
              <a:avLst/>
              <a:gdLst/>
              <a:ahLst/>
              <a:cxnLst/>
              <a:rect l="l" t="t" r="r" b="b"/>
              <a:pathLst>
                <a:path w="2438400" h="6350">
                  <a:moveTo>
                    <a:pt x="243840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2438400" y="635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AAA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1" name="object 341"/>
            <p:cNvSpPr/>
            <p:nvPr/>
          </p:nvSpPr>
          <p:spPr>
            <a:xfrm>
              <a:off x="2358389" y="543178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2438400" y="762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A9A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2" name="object 342"/>
            <p:cNvSpPr/>
            <p:nvPr/>
          </p:nvSpPr>
          <p:spPr>
            <a:xfrm>
              <a:off x="2358389" y="543940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2438400" y="7619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A8A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3" name="object 343"/>
            <p:cNvSpPr/>
            <p:nvPr/>
          </p:nvSpPr>
          <p:spPr>
            <a:xfrm>
              <a:off x="2358389" y="5447029"/>
              <a:ext cx="2438400" cy="6350"/>
            </a:xfrm>
            <a:custGeom>
              <a:avLst/>
              <a:gdLst/>
              <a:ahLst/>
              <a:cxnLst/>
              <a:rect l="l" t="t" r="r" b="b"/>
              <a:pathLst>
                <a:path w="2438400" h="6350">
                  <a:moveTo>
                    <a:pt x="243840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2438400" y="635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A7A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4" name="object 344"/>
            <p:cNvSpPr/>
            <p:nvPr/>
          </p:nvSpPr>
          <p:spPr>
            <a:xfrm>
              <a:off x="2358389" y="545337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2438400" y="762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A6A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5" name="object 345"/>
            <p:cNvSpPr/>
            <p:nvPr/>
          </p:nvSpPr>
          <p:spPr>
            <a:xfrm>
              <a:off x="2358389" y="546099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2438400" y="762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A5A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6" name="object 346"/>
            <p:cNvSpPr/>
            <p:nvPr/>
          </p:nvSpPr>
          <p:spPr>
            <a:xfrm>
              <a:off x="2358389" y="546861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2438400" y="7619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A4A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7" name="object 347"/>
            <p:cNvSpPr/>
            <p:nvPr/>
          </p:nvSpPr>
          <p:spPr>
            <a:xfrm>
              <a:off x="2358389" y="5476239"/>
              <a:ext cx="2438400" cy="6350"/>
            </a:xfrm>
            <a:custGeom>
              <a:avLst/>
              <a:gdLst/>
              <a:ahLst/>
              <a:cxnLst/>
              <a:rect l="l" t="t" r="r" b="b"/>
              <a:pathLst>
                <a:path w="2438400" h="6350">
                  <a:moveTo>
                    <a:pt x="243840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2438400" y="635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A3A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8" name="object 348"/>
            <p:cNvSpPr/>
            <p:nvPr/>
          </p:nvSpPr>
          <p:spPr>
            <a:xfrm>
              <a:off x="2358389" y="548258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2438400" y="762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A2A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9" name="object 349"/>
            <p:cNvSpPr/>
            <p:nvPr/>
          </p:nvSpPr>
          <p:spPr>
            <a:xfrm>
              <a:off x="2358389" y="549020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2438400" y="7619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A1A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0" name="object 350"/>
            <p:cNvSpPr/>
            <p:nvPr/>
          </p:nvSpPr>
          <p:spPr>
            <a:xfrm>
              <a:off x="2358389" y="5497829"/>
              <a:ext cx="2438400" cy="6350"/>
            </a:xfrm>
            <a:custGeom>
              <a:avLst/>
              <a:gdLst/>
              <a:ahLst/>
              <a:cxnLst/>
              <a:rect l="l" t="t" r="r" b="b"/>
              <a:pathLst>
                <a:path w="2438400" h="6350">
                  <a:moveTo>
                    <a:pt x="243840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2438400" y="635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A0A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1" name="object 351"/>
            <p:cNvSpPr/>
            <p:nvPr/>
          </p:nvSpPr>
          <p:spPr>
            <a:xfrm>
              <a:off x="2358389" y="550417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2438400" y="762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9F9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2" name="object 352"/>
            <p:cNvSpPr/>
            <p:nvPr/>
          </p:nvSpPr>
          <p:spPr>
            <a:xfrm>
              <a:off x="2358389" y="551179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2438400" y="762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9E9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3" name="object 353"/>
            <p:cNvSpPr/>
            <p:nvPr/>
          </p:nvSpPr>
          <p:spPr>
            <a:xfrm>
              <a:off x="2358389" y="551941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2438400" y="7619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9D9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4" name="object 354"/>
            <p:cNvSpPr/>
            <p:nvPr/>
          </p:nvSpPr>
          <p:spPr>
            <a:xfrm>
              <a:off x="2358389" y="5527039"/>
              <a:ext cx="2438400" cy="6350"/>
            </a:xfrm>
            <a:custGeom>
              <a:avLst/>
              <a:gdLst/>
              <a:ahLst/>
              <a:cxnLst/>
              <a:rect l="l" t="t" r="r" b="b"/>
              <a:pathLst>
                <a:path w="2438400" h="6350">
                  <a:moveTo>
                    <a:pt x="243840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2438400" y="635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9C9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5" name="object 355"/>
            <p:cNvSpPr/>
            <p:nvPr/>
          </p:nvSpPr>
          <p:spPr>
            <a:xfrm>
              <a:off x="2358389" y="553338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2438400" y="762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9B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6" name="object 356"/>
            <p:cNvSpPr/>
            <p:nvPr/>
          </p:nvSpPr>
          <p:spPr>
            <a:xfrm>
              <a:off x="2358389" y="554100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2438400" y="7619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9A9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7" name="object 357"/>
            <p:cNvSpPr/>
            <p:nvPr/>
          </p:nvSpPr>
          <p:spPr>
            <a:xfrm>
              <a:off x="2358390" y="5548629"/>
              <a:ext cx="2438400" cy="13970"/>
            </a:xfrm>
            <a:custGeom>
              <a:avLst/>
              <a:gdLst/>
              <a:ahLst/>
              <a:cxnLst/>
              <a:rect l="l" t="t" r="r" b="b"/>
              <a:pathLst>
                <a:path w="2438400" h="13970">
                  <a:moveTo>
                    <a:pt x="243840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0" y="13970"/>
                  </a:lnTo>
                  <a:lnTo>
                    <a:pt x="2438400" y="13970"/>
                  </a:lnTo>
                  <a:lnTo>
                    <a:pt x="2438400" y="635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99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8" name="object 358"/>
            <p:cNvSpPr/>
            <p:nvPr/>
          </p:nvSpPr>
          <p:spPr>
            <a:xfrm>
              <a:off x="2358389" y="5562599"/>
              <a:ext cx="2438400" cy="7620"/>
            </a:xfrm>
            <a:custGeom>
              <a:avLst/>
              <a:gdLst/>
              <a:ahLst/>
              <a:cxnLst/>
              <a:rect l="l" t="t" r="r" b="b"/>
              <a:pathLst>
                <a:path w="2438400" h="7620">
                  <a:moveTo>
                    <a:pt x="243840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2438400" y="762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979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9" name="object 359"/>
            <p:cNvSpPr/>
            <p:nvPr/>
          </p:nvSpPr>
          <p:spPr>
            <a:xfrm>
              <a:off x="2358389" y="5570219"/>
              <a:ext cx="2438400" cy="6350"/>
            </a:xfrm>
            <a:custGeom>
              <a:avLst/>
              <a:gdLst/>
              <a:ahLst/>
              <a:cxnLst/>
              <a:rect l="l" t="t" r="r" b="b"/>
              <a:pathLst>
                <a:path w="2438400" h="6350">
                  <a:moveTo>
                    <a:pt x="243840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2438400" y="635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96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0" name="object 360"/>
          <p:cNvSpPr txBox="1"/>
          <p:nvPr/>
        </p:nvSpPr>
        <p:spPr>
          <a:xfrm>
            <a:off x="2358389" y="5027929"/>
            <a:ext cx="2437130" cy="548640"/>
          </a:xfrm>
          <a:prstGeom prst="rect">
            <a:avLst/>
          </a:prstGeom>
          <a:ln w="9344">
            <a:solidFill>
              <a:srgbClr val="2D2DC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 spc="-10" dirty="0">
                <a:latin typeface="Century Gothic"/>
                <a:cs typeface="Century Gothic"/>
              </a:rPr>
              <a:t>digitization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361" name="object 361"/>
          <p:cNvSpPr txBox="1">
            <a:spLocks noGrp="1"/>
          </p:cNvSpPr>
          <p:nvPr>
            <p:ph type="title"/>
          </p:nvPr>
        </p:nvSpPr>
        <p:spPr>
          <a:xfrm>
            <a:off x="2913379" y="93980"/>
            <a:ext cx="715327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“Intensity”</a:t>
            </a:r>
            <a:r>
              <a:rPr spc="-35" dirty="0"/>
              <a:t> </a:t>
            </a:r>
            <a:r>
              <a:rPr spc="-10" dirty="0"/>
              <a:t>Digitisation</a:t>
            </a:r>
          </a:p>
        </p:txBody>
      </p:sp>
      <p:sp>
        <p:nvSpPr>
          <p:cNvPr id="362" name="object 362"/>
          <p:cNvSpPr/>
          <p:nvPr/>
        </p:nvSpPr>
        <p:spPr>
          <a:xfrm>
            <a:off x="328929" y="1065530"/>
            <a:ext cx="12344400" cy="2540"/>
          </a:xfrm>
          <a:custGeom>
            <a:avLst/>
            <a:gdLst/>
            <a:ahLst/>
            <a:cxnLst/>
            <a:rect l="l" t="t" r="r" b="b"/>
            <a:pathLst>
              <a:path w="12344400" h="2540">
                <a:moveTo>
                  <a:pt x="0" y="0"/>
                </a:moveTo>
                <a:lnTo>
                  <a:pt x="12344400" y="2540"/>
                </a:lnTo>
              </a:path>
            </a:pathLst>
          </a:custGeom>
          <a:ln w="50676">
            <a:solidFill>
              <a:srgbClr val="2C2C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400699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8959" y="2280057"/>
            <a:ext cx="3356610" cy="1004569"/>
            <a:chOff x="568959" y="2280057"/>
            <a:chExt cx="3356610" cy="100456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8959" y="2298700"/>
              <a:ext cx="3356610" cy="98552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72770" y="2283459"/>
              <a:ext cx="3348990" cy="39370"/>
            </a:xfrm>
            <a:custGeom>
              <a:avLst/>
              <a:gdLst/>
              <a:ahLst/>
              <a:cxnLst/>
              <a:rect l="l" t="t" r="r" b="b"/>
              <a:pathLst>
                <a:path w="3348990" h="39369">
                  <a:moveTo>
                    <a:pt x="334899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39370"/>
                  </a:lnTo>
                  <a:lnTo>
                    <a:pt x="3348990" y="39370"/>
                  </a:lnTo>
                  <a:lnTo>
                    <a:pt x="3348990" y="2032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2769" y="2322830"/>
              <a:ext cx="3348990" cy="20320"/>
            </a:xfrm>
            <a:custGeom>
              <a:avLst/>
              <a:gdLst/>
              <a:ahLst/>
              <a:cxnLst/>
              <a:rect l="l" t="t" r="r" b="b"/>
              <a:pathLst>
                <a:path w="3348990" h="20319">
                  <a:moveTo>
                    <a:pt x="334899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348990" y="2032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2769" y="2343150"/>
              <a:ext cx="3348990" cy="20320"/>
            </a:xfrm>
            <a:custGeom>
              <a:avLst/>
              <a:gdLst/>
              <a:ahLst/>
              <a:cxnLst/>
              <a:rect l="l" t="t" r="r" b="b"/>
              <a:pathLst>
                <a:path w="3348990" h="20319">
                  <a:moveTo>
                    <a:pt x="334899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348990" y="2032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2769" y="2363470"/>
              <a:ext cx="3348990" cy="19050"/>
            </a:xfrm>
            <a:custGeom>
              <a:avLst/>
              <a:gdLst/>
              <a:ahLst/>
              <a:cxnLst/>
              <a:rect l="l" t="t" r="r" b="b"/>
              <a:pathLst>
                <a:path w="3348990" h="19050">
                  <a:moveTo>
                    <a:pt x="334899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348990" y="1905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2769" y="2382520"/>
              <a:ext cx="3348990" cy="20320"/>
            </a:xfrm>
            <a:custGeom>
              <a:avLst/>
              <a:gdLst/>
              <a:ahLst/>
              <a:cxnLst/>
              <a:rect l="l" t="t" r="r" b="b"/>
              <a:pathLst>
                <a:path w="3348990" h="20319">
                  <a:moveTo>
                    <a:pt x="334899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348990" y="2032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2769" y="2402840"/>
              <a:ext cx="3348990" cy="20320"/>
            </a:xfrm>
            <a:custGeom>
              <a:avLst/>
              <a:gdLst/>
              <a:ahLst/>
              <a:cxnLst/>
              <a:rect l="l" t="t" r="r" b="b"/>
              <a:pathLst>
                <a:path w="3348990" h="20319">
                  <a:moveTo>
                    <a:pt x="3348990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3348990" y="20319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2769" y="2423160"/>
              <a:ext cx="3348990" cy="20320"/>
            </a:xfrm>
            <a:custGeom>
              <a:avLst/>
              <a:gdLst/>
              <a:ahLst/>
              <a:cxnLst/>
              <a:rect l="l" t="t" r="r" b="b"/>
              <a:pathLst>
                <a:path w="3348990" h="20319">
                  <a:moveTo>
                    <a:pt x="334899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348990" y="2032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2769" y="2443480"/>
              <a:ext cx="3348990" cy="19050"/>
            </a:xfrm>
            <a:custGeom>
              <a:avLst/>
              <a:gdLst/>
              <a:ahLst/>
              <a:cxnLst/>
              <a:rect l="l" t="t" r="r" b="b"/>
              <a:pathLst>
                <a:path w="3348990" h="19050">
                  <a:moveTo>
                    <a:pt x="334899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348990" y="1905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2769" y="2462530"/>
              <a:ext cx="3348990" cy="20320"/>
            </a:xfrm>
            <a:custGeom>
              <a:avLst/>
              <a:gdLst/>
              <a:ahLst/>
              <a:cxnLst/>
              <a:rect l="l" t="t" r="r" b="b"/>
              <a:pathLst>
                <a:path w="3348990" h="20319">
                  <a:moveTo>
                    <a:pt x="334899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348990" y="2032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2769" y="2482850"/>
              <a:ext cx="3348990" cy="20320"/>
            </a:xfrm>
            <a:custGeom>
              <a:avLst/>
              <a:gdLst/>
              <a:ahLst/>
              <a:cxnLst/>
              <a:rect l="l" t="t" r="r" b="b"/>
              <a:pathLst>
                <a:path w="3348990" h="20319">
                  <a:moveTo>
                    <a:pt x="334899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348990" y="2032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2769" y="2503170"/>
              <a:ext cx="3348990" cy="19050"/>
            </a:xfrm>
            <a:custGeom>
              <a:avLst/>
              <a:gdLst/>
              <a:ahLst/>
              <a:cxnLst/>
              <a:rect l="l" t="t" r="r" b="b"/>
              <a:pathLst>
                <a:path w="3348990" h="19050">
                  <a:moveTo>
                    <a:pt x="334899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348990" y="1905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2769" y="2522220"/>
              <a:ext cx="3348990" cy="20320"/>
            </a:xfrm>
            <a:custGeom>
              <a:avLst/>
              <a:gdLst/>
              <a:ahLst/>
              <a:cxnLst/>
              <a:rect l="l" t="t" r="r" b="b"/>
              <a:pathLst>
                <a:path w="3348990" h="20319">
                  <a:moveTo>
                    <a:pt x="334899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348990" y="2032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72769" y="2542540"/>
              <a:ext cx="3348990" cy="20320"/>
            </a:xfrm>
            <a:custGeom>
              <a:avLst/>
              <a:gdLst/>
              <a:ahLst/>
              <a:cxnLst/>
              <a:rect l="l" t="t" r="r" b="b"/>
              <a:pathLst>
                <a:path w="3348990" h="20319">
                  <a:moveTo>
                    <a:pt x="3348990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3348990" y="20319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72769" y="2562860"/>
              <a:ext cx="3348990" cy="19050"/>
            </a:xfrm>
            <a:custGeom>
              <a:avLst/>
              <a:gdLst/>
              <a:ahLst/>
              <a:cxnLst/>
              <a:rect l="l" t="t" r="r" b="b"/>
              <a:pathLst>
                <a:path w="3348990" h="19050">
                  <a:moveTo>
                    <a:pt x="334899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348990" y="1905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72769" y="2581910"/>
              <a:ext cx="3348990" cy="20320"/>
            </a:xfrm>
            <a:custGeom>
              <a:avLst/>
              <a:gdLst/>
              <a:ahLst/>
              <a:cxnLst/>
              <a:rect l="l" t="t" r="r" b="b"/>
              <a:pathLst>
                <a:path w="3348990" h="20319">
                  <a:moveTo>
                    <a:pt x="334899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348990" y="2032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72769" y="2602230"/>
              <a:ext cx="3348990" cy="20320"/>
            </a:xfrm>
            <a:custGeom>
              <a:avLst/>
              <a:gdLst/>
              <a:ahLst/>
              <a:cxnLst/>
              <a:rect l="l" t="t" r="r" b="b"/>
              <a:pathLst>
                <a:path w="3348990" h="20319">
                  <a:moveTo>
                    <a:pt x="334899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348990" y="2032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2769" y="2622550"/>
              <a:ext cx="3348990" cy="19050"/>
            </a:xfrm>
            <a:custGeom>
              <a:avLst/>
              <a:gdLst/>
              <a:ahLst/>
              <a:cxnLst/>
              <a:rect l="l" t="t" r="r" b="b"/>
              <a:pathLst>
                <a:path w="3348990" h="19050">
                  <a:moveTo>
                    <a:pt x="334899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348990" y="1905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72769" y="2641600"/>
              <a:ext cx="3348990" cy="20320"/>
            </a:xfrm>
            <a:custGeom>
              <a:avLst/>
              <a:gdLst/>
              <a:ahLst/>
              <a:cxnLst/>
              <a:rect l="l" t="t" r="r" b="b"/>
              <a:pathLst>
                <a:path w="3348990" h="20319">
                  <a:moveTo>
                    <a:pt x="334899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348990" y="2032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2769" y="2661920"/>
              <a:ext cx="3348990" cy="20320"/>
            </a:xfrm>
            <a:custGeom>
              <a:avLst/>
              <a:gdLst/>
              <a:ahLst/>
              <a:cxnLst/>
              <a:rect l="l" t="t" r="r" b="b"/>
              <a:pathLst>
                <a:path w="3348990" h="20319">
                  <a:moveTo>
                    <a:pt x="334899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348990" y="2032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2769" y="2682240"/>
              <a:ext cx="3348990" cy="20320"/>
            </a:xfrm>
            <a:custGeom>
              <a:avLst/>
              <a:gdLst/>
              <a:ahLst/>
              <a:cxnLst/>
              <a:rect l="l" t="t" r="r" b="b"/>
              <a:pathLst>
                <a:path w="3348990" h="20319">
                  <a:moveTo>
                    <a:pt x="3348990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3348990" y="20319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72769" y="2702560"/>
              <a:ext cx="3348990" cy="19050"/>
            </a:xfrm>
            <a:custGeom>
              <a:avLst/>
              <a:gdLst/>
              <a:ahLst/>
              <a:cxnLst/>
              <a:rect l="l" t="t" r="r" b="b"/>
              <a:pathLst>
                <a:path w="3348990" h="19050">
                  <a:moveTo>
                    <a:pt x="334899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348990" y="1905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72769" y="2721610"/>
              <a:ext cx="3348990" cy="20320"/>
            </a:xfrm>
            <a:custGeom>
              <a:avLst/>
              <a:gdLst/>
              <a:ahLst/>
              <a:cxnLst/>
              <a:rect l="l" t="t" r="r" b="b"/>
              <a:pathLst>
                <a:path w="3348990" h="20319">
                  <a:moveTo>
                    <a:pt x="334899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348990" y="2032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72769" y="2741930"/>
              <a:ext cx="3348990" cy="20320"/>
            </a:xfrm>
            <a:custGeom>
              <a:avLst/>
              <a:gdLst/>
              <a:ahLst/>
              <a:cxnLst/>
              <a:rect l="l" t="t" r="r" b="b"/>
              <a:pathLst>
                <a:path w="3348990" h="20319">
                  <a:moveTo>
                    <a:pt x="334899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348990" y="2032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72769" y="2762250"/>
              <a:ext cx="3348990" cy="19050"/>
            </a:xfrm>
            <a:custGeom>
              <a:avLst/>
              <a:gdLst/>
              <a:ahLst/>
              <a:cxnLst/>
              <a:rect l="l" t="t" r="r" b="b"/>
              <a:pathLst>
                <a:path w="3348990" h="19050">
                  <a:moveTo>
                    <a:pt x="334899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348990" y="1905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72769" y="2781300"/>
              <a:ext cx="3348990" cy="20320"/>
            </a:xfrm>
            <a:custGeom>
              <a:avLst/>
              <a:gdLst/>
              <a:ahLst/>
              <a:cxnLst/>
              <a:rect l="l" t="t" r="r" b="b"/>
              <a:pathLst>
                <a:path w="3348990" h="20319">
                  <a:moveTo>
                    <a:pt x="334899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348990" y="2032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72769" y="2801620"/>
              <a:ext cx="3348990" cy="20320"/>
            </a:xfrm>
            <a:custGeom>
              <a:avLst/>
              <a:gdLst/>
              <a:ahLst/>
              <a:cxnLst/>
              <a:rect l="l" t="t" r="r" b="b"/>
              <a:pathLst>
                <a:path w="3348990" h="20319">
                  <a:moveTo>
                    <a:pt x="334899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348990" y="2032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72769" y="2821940"/>
              <a:ext cx="3348990" cy="19050"/>
            </a:xfrm>
            <a:custGeom>
              <a:avLst/>
              <a:gdLst/>
              <a:ahLst/>
              <a:cxnLst/>
              <a:rect l="l" t="t" r="r" b="b"/>
              <a:pathLst>
                <a:path w="3348990" h="19050">
                  <a:moveTo>
                    <a:pt x="334899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348990" y="1905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72769" y="2840990"/>
              <a:ext cx="3348990" cy="20320"/>
            </a:xfrm>
            <a:custGeom>
              <a:avLst/>
              <a:gdLst/>
              <a:ahLst/>
              <a:cxnLst/>
              <a:rect l="l" t="t" r="r" b="b"/>
              <a:pathLst>
                <a:path w="3348990" h="20319">
                  <a:moveTo>
                    <a:pt x="3348990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3348990" y="20319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72769" y="2861310"/>
              <a:ext cx="3348990" cy="20320"/>
            </a:xfrm>
            <a:custGeom>
              <a:avLst/>
              <a:gdLst/>
              <a:ahLst/>
              <a:cxnLst/>
              <a:rect l="l" t="t" r="r" b="b"/>
              <a:pathLst>
                <a:path w="3348990" h="20319">
                  <a:moveTo>
                    <a:pt x="334899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348990" y="2032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72769" y="2881630"/>
              <a:ext cx="3348990" cy="20320"/>
            </a:xfrm>
            <a:custGeom>
              <a:avLst/>
              <a:gdLst/>
              <a:ahLst/>
              <a:cxnLst/>
              <a:rect l="l" t="t" r="r" b="b"/>
              <a:pathLst>
                <a:path w="3348990" h="20319">
                  <a:moveTo>
                    <a:pt x="334899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348990" y="2032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72769" y="2901950"/>
              <a:ext cx="3348990" cy="19050"/>
            </a:xfrm>
            <a:custGeom>
              <a:avLst/>
              <a:gdLst/>
              <a:ahLst/>
              <a:cxnLst/>
              <a:rect l="l" t="t" r="r" b="b"/>
              <a:pathLst>
                <a:path w="3348990" h="19050">
                  <a:moveTo>
                    <a:pt x="334899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348990" y="1905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72769" y="2921000"/>
              <a:ext cx="3348990" cy="20320"/>
            </a:xfrm>
            <a:custGeom>
              <a:avLst/>
              <a:gdLst/>
              <a:ahLst/>
              <a:cxnLst/>
              <a:rect l="l" t="t" r="r" b="b"/>
              <a:pathLst>
                <a:path w="3348990" h="20319">
                  <a:moveTo>
                    <a:pt x="334899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348990" y="2032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72770" y="2941319"/>
              <a:ext cx="3348990" cy="39370"/>
            </a:xfrm>
            <a:custGeom>
              <a:avLst/>
              <a:gdLst/>
              <a:ahLst/>
              <a:cxnLst/>
              <a:rect l="l" t="t" r="r" b="b"/>
              <a:pathLst>
                <a:path w="3348990" h="39369">
                  <a:moveTo>
                    <a:pt x="334899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39370"/>
                  </a:lnTo>
                  <a:lnTo>
                    <a:pt x="3348990" y="39370"/>
                  </a:lnTo>
                  <a:lnTo>
                    <a:pt x="3348990" y="2032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72769" y="2980690"/>
              <a:ext cx="3348990" cy="20320"/>
            </a:xfrm>
            <a:custGeom>
              <a:avLst/>
              <a:gdLst/>
              <a:ahLst/>
              <a:cxnLst/>
              <a:rect l="l" t="t" r="r" b="b"/>
              <a:pathLst>
                <a:path w="3348990" h="20319">
                  <a:moveTo>
                    <a:pt x="3348990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3348990" y="20319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72769" y="3001010"/>
              <a:ext cx="3348990" cy="20320"/>
            </a:xfrm>
            <a:custGeom>
              <a:avLst/>
              <a:gdLst/>
              <a:ahLst/>
              <a:cxnLst/>
              <a:rect l="l" t="t" r="r" b="b"/>
              <a:pathLst>
                <a:path w="3348990" h="20319">
                  <a:moveTo>
                    <a:pt x="334899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348990" y="2032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72769" y="3021330"/>
              <a:ext cx="3348990" cy="19050"/>
            </a:xfrm>
            <a:custGeom>
              <a:avLst/>
              <a:gdLst/>
              <a:ahLst/>
              <a:cxnLst/>
              <a:rect l="l" t="t" r="r" b="b"/>
              <a:pathLst>
                <a:path w="3348990" h="19050">
                  <a:moveTo>
                    <a:pt x="334899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348990" y="1905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72769" y="3040380"/>
              <a:ext cx="3348990" cy="20320"/>
            </a:xfrm>
            <a:custGeom>
              <a:avLst/>
              <a:gdLst/>
              <a:ahLst/>
              <a:cxnLst/>
              <a:rect l="l" t="t" r="r" b="b"/>
              <a:pathLst>
                <a:path w="3348990" h="20319">
                  <a:moveTo>
                    <a:pt x="334899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348990" y="2032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72769" y="3060700"/>
              <a:ext cx="3348990" cy="20320"/>
            </a:xfrm>
            <a:custGeom>
              <a:avLst/>
              <a:gdLst/>
              <a:ahLst/>
              <a:cxnLst/>
              <a:rect l="l" t="t" r="r" b="b"/>
              <a:pathLst>
                <a:path w="3348990" h="20319">
                  <a:moveTo>
                    <a:pt x="334899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348990" y="2032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72769" y="3081020"/>
              <a:ext cx="3348990" cy="19050"/>
            </a:xfrm>
            <a:custGeom>
              <a:avLst/>
              <a:gdLst/>
              <a:ahLst/>
              <a:cxnLst/>
              <a:rect l="l" t="t" r="r" b="b"/>
              <a:pathLst>
                <a:path w="3348990" h="19050">
                  <a:moveTo>
                    <a:pt x="334899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348990" y="1905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2769" y="3100070"/>
              <a:ext cx="3348990" cy="20320"/>
            </a:xfrm>
            <a:custGeom>
              <a:avLst/>
              <a:gdLst/>
              <a:ahLst/>
              <a:cxnLst/>
              <a:rect l="l" t="t" r="r" b="b"/>
              <a:pathLst>
                <a:path w="3348990" h="20319">
                  <a:moveTo>
                    <a:pt x="334899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348990" y="2032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72769" y="3120390"/>
              <a:ext cx="3348990" cy="20320"/>
            </a:xfrm>
            <a:custGeom>
              <a:avLst/>
              <a:gdLst/>
              <a:ahLst/>
              <a:cxnLst/>
              <a:rect l="l" t="t" r="r" b="b"/>
              <a:pathLst>
                <a:path w="3348990" h="20319">
                  <a:moveTo>
                    <a:pt x="3348990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3348990" y="20319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72769" y="3140710"/>
              <a:ext cx="3348990" cy="20320"/>
            </a:xfrm>
            <a:custGeom>
              <a:avLst/>
              <a:gdLst/>
              <a:ahLst/>
              <a:cxnLst/>
              <a:rect l="l" t="t" r="r" b="b"/>
              <a:pathLst>
                <a:path w="3348990" h="20319">
                  <a:moveTo>
                    <a:pt x="334899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348990" y="2032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72769" y="3161030"/>
              <a:ext cx="3348990" cy="19050"/>
            </a:xfrm>
            <a:custGeom>
              <a:avLst/>
              <a:gdLst/>
              <a:ahLst/>
              <a:cxnLst/>
              <a:rect l="l" t="t" r="r" b="b"/>
              <a:pathLst>
                <a:path w="3348990" h="19050">
                  <a:moveTo>
                    <a:pt x="334899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348990" y="1905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72769" y="3180080"/>
              <a:ext cx="3348990" cy="20320"/>
            </a:xfrm>
            <a:custGeom>
              <a:avLst/>
              <a:gdLst/>
              <a:ahLst/>
              <a:cxnLst/>
              <a:rect l="l" t="t" r="r" b="b"/>
              <a:pathLst>
                <a:path w="3348990" h="20319">
                  <a:moveTo>
                    <a:pt x="334899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348990" y="2032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72769" y="3200400"/>
              <a:ext cx="3348990" cy="20320"/>
            </a:xfrm>
            <a:custGeom>
              <a:avLst/>
              <a:gdLst/>
              <a:ahLst/>
              <a:cxnLst/>
              <a:rect l="l" t="t" r="r" b="b"/>
              <a:pathLst>
                <a:path w="3348990" h="20319">
                  <a:moveTo>
                    <a:pt x="334899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348990" y="2032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72769" y="3220720"/>
              <a:ext cx="3348990" cy="19050"/>
            </a:xfrm>
            <a:custGeom>
              <a:avLst/>
              <a:gdLst/>
              <a:ahLst/>
              <a:cxnLst/>
              <a:rect l="l" t="t" r="r" b="b"/>
              <a:pathLst>
                <a:path w="3348990" h="19050">
                  <a:moveTo>
                    <a:pt x="334899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348990" y="19050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72769" y="3239770"/>
              <a:ext cx="3348990" cy="20320"/>
            </a:xfrm>
            <a:custGeom>
              <a:avLst/>
              <a:gdLst/>
              <a:ahLst/>
              <a:cxnLst/>
              <a:rect l="l" t="t" r="r" b="b"/>
              <a:pathLst>
                <a:path w="3348990" h="20320">
                  <a:moveTo>
                    <a:pt x="3348990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3348990" y="20319"/>
                  </a:lnTo>
                  <a:lnTo>
                    <a:pt x="3348990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74039" y="2284730"/>
              <a:ext cx="3346450" cy="974090"/>
            </a:xfrm>
            <a:custGeom>
              <a:avLst/>
              <a:gdLst/>
              <a:ahLst/>
              <a:cxnLst/>
              <a:rect l="l" t="t" r="r" b="b"/>
              <a:pathLst>
                <a:path w="3346450" h="974089">
                  <a:moveTo>
                    <a:pt x="1673860" y="974090"/>
                  </a:moveTo>
                  <a:lnTo>
                    <a:pt x="0" y="974090"/>
                  </a:lnTo>
                  <a:lnTo>
                    <a:pt x="0" y="0"/>
                  </a:lnTo>
                  <a:lnTo>
                    <a:pt x="3346450" y="0"/>
                  </a:lnTo>
                  <a:lnTo>
                    <a:pt x="3346450" y="974090"/>
                  </a:lnTo>
                  <a:lnTo>
                    <a:pt x="1673860" y="97409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574040" y="2272030"/>
            <a:ext cx="3342004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entury Gothic"/>
                <a:cs typeface="Century Gothic"/>
              </a:rPr>
              <a:t>“digital“</a:t>
            </a:r>
            <a:r>
              <a:rPr sz="3200" spc="-3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intensity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78712" y="2758440"/>
            <a:ext cx="33375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465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entury Gothic"/>
                <a:cs typeface="Century Gothic"/>
              </a:rPr>
              <a:t>resolution:</a:t>
            </a:r>
            <a:r>
              <a:rPr sz="3200" spc="-35" dirty="0">
                <a:latin typeface="Century Gothic"/>
                <a:cs typeface="Century Gothic"/>
              </a:rPr>
              <a:t> </a:t>
            </a:r>
            <a:r>
              <a:rPr sz="3200" spc="-25" dirty="0">
                <a:latin typeface="Century Gothic"/>
                <a:cs typeface="Century Gothic"/>
              </a:rPr>
              <a:t>10</a:t>
            </a:r>
            <a:endParaRPr sz="3200">
              <a:latin typeface="Century Gothic"/>
              <a:cs typeface="Century Gothic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8909050" y="2283460"/>
            <a:ext cx="3540760" cy="1000760"/>
            <a:chOff x="8909050" y="2283460"/>
            <a:chExt cx="3540760" cy="1000760"/>
          </a:xfrm>
        </p:grpSpPr>
        <p:pic>
          <p:nvPicPr>
            <p:cNvPr id="55" name="object 5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09050" y="2298700"/>
              <a:ext cx="3540759" cy="985520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8912860" y="2283459"/>
              <a:ext cx="3531870" cy="39370"/>
            </a:xfrm>
            <a:custGeom>
              <a:avLst/>
              <a:gdLst/>
              <a:ahLst/>
              <a:cxnLst/>
              <a:rect l="l" t="t" r="r" b="b"/>
              <a:pathLst>
                <a:path w="3531870" h="39369">
                  <a:moveTo>
                    <a:pt x="353187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39370"/>
                  </a:lnTo>
                  <a:lnTo>
                    <a:pt x="3531870" y="39370"/>
                  </a:lnTo>
                  <a:lnTo>
                    <a:pt x="3531870" y="2032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912860" y="2322830"/>
              <a:ext cx="3531870" cy="20320"/>
            </a:xfrm>
            <a:custGeom>
              <a:avLst/>
              <a:gdLst/>
              <a:ahLst/>
              <a:cxnLst/>
              <a:rect l="l" t="t" r="r" b="b"/>
              <a:pathLst>
                <a:path w="3531870" h="20319">
                  <a:moveTo>
                    <a:pt x="353187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31870" y="2032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912860" y="2343150"/>
              <a:ext cx="3531870" cy="20320"/>
            </a:xfrm>
            <a:custGeom>
              <a:avLst/>
              <a:gdLst/>
              <a:ahLst/>
              <a:cxnLst/>
              <a:rect l="l" t="t" r="r" b="b"/>
              <a:pathLst>
                <a:path w="3531870" h="20319">
                  <a:moveTo>
                    <a:pt x="353187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31870" y="2032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912860" y="2363470"/>
              <a:ext cx="3531870" cy="19050"/>
            </a:xfrm>
            <a:custGeom>
              <a:avLst/>
              <a:gdLst/>
              <a:ahLst/>
              <a:cxnLst/>
              <a:rect l="l" t="t" r="r" b="b"/>
              <a:pathLst>
                <a:path w="3531870" h="19050">
                  <a:moveTo>
                    <a:pt x="353187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531870" y="1905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912860" y="2382520"/>
              <a:ext cx="3531870" cy="20320"/>
            </a:xfrm>
            <a:custGeom>
              <a:avLst/>
              <a:gdLst/>
              <a:ahLst/>
              <a:cxnLst/>
              <a:rect l="l" t="t" r="r" b="b"/>
              <a:pathLst>
                <a:path w="3531870" h="20319">
                  <a:moveTo>
                    <a:pt x="353187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31870" y="2032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912860" y="2402840"/>
              <a:ext cx="3531870" cy="20320"/>
            </a:xfrm>
            <a:custGeom>
              <a:avLst/>
              <a:gdLst/>
              <a:ahLst/>
              <a:cxnLst/>
              <a:rect l="l" t="t" r="r" b="b"/>
              <a:pathLst>
                <a:path w="3531870" h="20319">
                  <a:moveTo>
                    <a:pt x="3531870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3531870" y="20319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912860" y="2423160"/>
              <a:ext cx="3531870" cy="20320"/>
            </a:xfrm>
            <a:custGeom>
              <a:avLst/>
              <a:gdLst/>
              <a:ahLst/>
              <a:cxnLst/>
              <a:rect l="l" t="t" r="r" b="b"/>
              <a:pathLst>
                <a:path w="3531870" h="20319">
                  <a:moveTo>
                    <a:pt x="353187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31870" y="2032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912860" y="2443480"/>
              <a:ext cx="3531870" cy="19050"/>
            </a:xfrm>
            <a:custGeom>
              <a:avLst/>
              <a:gdLst/>
              <a:ahLst/>
              <a:cxnLst/>
              <a:rect l="l" t="t" r="r" b="b"/>
              <a:pathLst>
                <a:path w="3531870" h="19050">
                  <a:moveTo>
                    <a:pt x="353187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531870" y="1905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912860" y="2462530"/>
              <a:ext cx="3531870" cy="20320"/>
            </a:xfrm>
            <a:custGeom>
              <a:avLst/>
              <a:gdLst/>
              <a:ahLst/>
              <a:cxnLst/>
              <a:rect l="l" t="t" r="r" b="b"/>
              <a:pathLst>
                <a:path w="3531870" h="20319">
                  <a:moveTo>
                    <a:pt x="353187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31870" y="2032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912860" y="2482850"/>
              <a:ext cx="3531870" cy="20320"/>
            </a:xfrm>
            <a:custGeom>
              <a:avLst/>
              <a:gdLst/>
              <a:ahLst/>
              <a:cxnLst/>
              <a:rect l="l" t="t" r="r" b="b"/>
              <a:pathLst>
                <a:path w="3531870" h="20319">
                  <a:moveTo>
                    <a:pt x="353187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31870" y="2032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8912860" y="2503170"/>
              <a:ext cx="3531870" cy="19050"/>
            </a:xfrm>
            <a:custGeom>
              <a:avLst/>
              <a:gdLst/>
              <a:ahLst/>
              <a:cxnLst/>
              <a:rect l="l" t="t" r="r" b="b"/>
              <a:pathLst>
                <a:path w="3531870" h="19050">
                  <a:moveTo>
                    <a:pt x="353187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531870" y="1905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8912860" y="2522220"/>
              <a:ext cx="3531870" cy="20320"/>
            </a:xfrm>
            <a:custGeom>
              <a:avLst/>
              <a:gdLst/>
              <a:ahLst/>
              <a:cxnLst/>
              <a:rect l="l" t="t" r="r" b="b"/>
              <a:pathLst>
                <a:path w="3531870" h="20319">
                  <a:moveTo>
                    <a:pt x="353187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31870" y="2032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8912860" y="2542540"/>
              <a:ext cx="3531870" cy="20320"/>
            </a:xfrm>
            <a:custGeom>
              <a:avLst/>
              <a:gdLst/>
              <a:ahLst/>
              <a:cxnLst/>
              <a:rect l="l" t="t" r="r" b="b"/>
              <a:pathLst>
                <a:path w="3531870" h="20319">
                  <a:moveTo>
                    <a:pt x="3531870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3531870" y="20319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912860" y="2562860"/>
              <a:ext cx="3531870" cy="19050"/>
            </a:xfrm>
            <a:custGeom>
              <a:avLst/>
              <a:gdLst/>
              <a:ahLst/>
              <a:cxnLst/>
              <a:rect l="l" t="t" r="r" b="b"/>
              <a:pathLst>
                <a:path w="3531870" h="19050">
                  <a:moveTo>
                    <a:pt x="353187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531870" y="1905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912860" y="2581910"/>
              <a:ext cx="3531870" cy="20320"/>
            </a:xfrm>
            <a:custGeom>
              <a:avLst/>
              <a:gdLst/>
              <a:ahLst/>
              <a:cxnLst/>
              <a:rect l="l" t="t" r="r" b="b"/>
              <a:pathLst>
                <a:path w="3531870" h="20319">
                  <a:moveTo>
                    <a:pt x="353187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31870" y="2032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912860" y="2602230"/>
              <a:ext cx="3531870" cy="20320"/>
            </a:xfrm>
            <a:custGeom>
              <a:avLst/>
              <a:gdLst/>
              <a:ahLst/>
              <a:cxnLst/>
              <a:rect l="l" t="t" r="r" b="b"/>
              <a:pathLst>
                <a:path w="3531870" h="20319">
                  <a:moveTo>
                    <a:pt x="353187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31870" y="2032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8912860" y="2622550"/>
              <a:ext cx="3531870" cy="19050"/>
            </a:xfrm>
            <a:custGeom>
              <a:avLst/>
              <a:gdLst/>
              <a:ahLst/>
              <a:cxnLst/>
              <a:rect l="l" t="t" r="r" b="b"/>
              <a:pathLst>
                <a:path w="3531870" h="19050">
                  <a:moveTo>
                    <a:pt x="353187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531870" y="1905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8912860" y="2641600"/>
              <a:ext cx="3531870" cy="20320"/>
            </a:xfrm>
            <a:custGeom>
              <a:avLst/>
              <a:gdLst/>
              <a:ahLst/>
              <a:cxnLst/>
              <a:rect l="l" t="t" r="r" b="b"/>
              <a:pathLst>
                <a:path w="3531870" h="20319">
                  <a:moveTo>
                    <a:pt x="353187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31870" y="2032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8912860" y="2661920"/>
              <a:ext cx="3531870" cy="20320"/>
            </a:xfrm>
            <a:custGeom>
              <a:avLst/>
              <a:gdLst/>
              <a:ahLst/>
              <a:cxnLst/>
              <a:rect l="l" t="t" r="r" b="b"/>
              <a:pathLst>
                <a:path w="3531870" h="20319">
                  <a:moveTo>
                    <a:pt x="353187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31870" y="2032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8912860" y="2682240"/>
              <a:ext cx="3531870" cy="20320"/>
            </a:xfrm>
            <a:custGeom>
              <a:avLst/>
              <a:gdLst/>
              <a:ahLst/>
              <a:cxnLst/>
              <a:rect l="l" t="t" r="r" b="b"/>
              <a:pathLst>
                <a:path w="3531870" h="20319">
                  <a:moveTo>
                    <a:pt x="3531870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3531870" y="20319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8912860" y="2702560"/>
              <a:ext cx="3531870" cy="19050"/>
            </a:xfrm>
            <a:custGeom>
              <a:avLst/>
              <a:gdLst/>
              <a:ahLst/>
              <a:cxnLst/>
              <a:rect l="l" t="t" r="r" b="b"/>
              <a:pathLst>
                <a:path w="3531870" h="19050">
                  <a:moveTo>
                    <a:pt x="353187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531870" y="1905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8912860" y="2721610"/>
              <a:ext cx="3531870" cy="20320"/>
            </a:xfrm>
            <a:custGeom>
              <a:avLst/>
              <a:gdLst/>
              <a:ahLst/>
              <a:cxnLst/>
              <a:rect l="l" t="t" r="r" b="b"/>
              <a:pathLst>
                <a:path w="3531870" h="20319">
                  <a:moveTo>
                    <a:pt x="353187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31870" y="2032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8912860" y="2741930"/>
              <a:ext cx="3531870" cy="20320"/>
            </a:xfrm>
            <a:custGeom>
              <a:avLst/>
              <a:gdLst/>
              <a:ahLst/>
              <a:cxnLst/>
              <a:rect l="l" t="t" r="r" b="b"/>
              <a:pathLst>
                <a:path w="3531870" h="20319">
                  <a:moveTo>
                    <a:pt x="353187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31870" y="2032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8912860" y="2762250"/>
              <a:ext cx="3531870" cy="19050"/>
            </a:xfrm>
            <a:custGeom>
              <a:avLst/>
              <a:gdLst/>
              <a:ahLst/>
              <a:cxnLst/>
              <a:rect l="l" t="t" r="r" b="b"/>
              <a:pathLst>
                <a:path w="3531870" h="19050">
                  <a:moveTo>
                    <a:pt x="353187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531870" y="1905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8912860" y="2781300"/>
              <a:ext cx="3531870" cy="20320"/>
            </a:xfrm>
            <a:custGeom>
              <a:avLst/>
              <a:gdLst/>
              <a:ahLst/>
              <a:cxnLst/>
              <a:rect l="l" t="t" r="r" b="b"/>
              <a:pathLst>
                <a:path w="3531870" h="20319">
                  <a:moveTo>
                    <a:pt x="353187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31870" y="2032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8912860" y="2801620"/>
              <a:ext cx="3531870" cy="20320"/>
            </a:xfrm>
            <a:custGeom>
              <a:avLst/>
              <a:gdLst/>
              <a:ahLst/>
              <a:cxnLst/>
              <a:rect l="l" t="t" r="r" b="b"/>
              <a:pathLst>
                <a:path w="3531870" h="20319">
                  <a:moveTo>
                    <a:pt x="353187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31870" y="2032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8912860" y="2821940"/>
              <a:ext cx="3531870" cy="19050"/>
            </a:xfrm>
            <a:custGeom>
              <a:avLst/>
              <a:gdLst/>
              <a:ahLst/>
              <a:cxnLst/>
              <a:rect l="l" t="t" r="r" b="b"/>
              <a:pathLst>
                <a:path w="3531870" h="19050">
                  <a:moveTo>
                    <a:pt x="353187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531870" y="1905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8912860" y="2840990"/>
              <a:ext cx="3531870" cy="20320"/>
            </a:xfrm>
            <a:custGeom>
              <a:avLst/>
              <a:gdLst/>
              <a:ahLst/>
              <a:cxnLst/>
              <a:rect l="l" t="t" r="r" b="b"/>
              <a:pathLst>
                <a:path w="3531870" h="20319">
                  <a:moveTo>
                    <a:pt x="3531870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3531870" y="20319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8912860" y="2861310"/>
              <a:ext cx="3531870" cy="20320"/>
            </a:xfrm>
            <a:custGeom>
              <a:avLst/>
              <a:gdLst/>
              <a:ahLst/>
              <a:cxnLst/>
              <a:rect l="l" t="t" r="r" b="b"/>
              <a:pathLst>
                <a:path w="3531870" h="20319">
                  <a:moveTo>
                    <a:pt x="353187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31870" y="2032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8912860" y="2881630"/>
              <a:ext cx="3531870" cy="20320"/>
            </a:xfrm>
            <a:custGeom>
              <a:avLst/>
              <a:gdLst/>
              <a:ahLst/>
              <a:cxnLst/>
              <a:rect l="l" t="t" r="r" b="b"/>
              <a:pathLst>
                <a:path w="3531870" h="20319">
                  <a:moveTo>
                    <a:pt x="353187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31870" y="2032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8912860" y="2901950"/>
              <a:ext cx="3531870" cy="19050"/>
            </a:xfrm>
            <a:custGeom>
              <a:avLst/>
              <a:gdLst/>
              <a:ahLst/>
              <a:cxnLst/>
              <a:rect l="l" t="t" r="r" b="b"/>
              <a:pathLst>
                <a:path w="3531870" h="19050">
                  <a:moveTo>
                    <a:pt x="353187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531870" y="1905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912860" y="2921000"/>
              <a:ext cx="3531870" cy="20320"/>
            </a:xfrm>
            <a:custGeom>
              <a:avLst/>
              <a:gdLst/>
              <a:ahLst/>
              <a:cxnLst/>
              <a:rect l="l" t="t" r="r" b="b"/>
              <a:pathLst>
                <a:path w="3531870" h="20319">
                  <a:moveTo>
                    <a:pt x="353187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31870" y="2032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912860" y="2941319"/>
              <a:ext cx="3531870" cy="39370"/>
            </a:xfrm>
            <a:custGeom>
              <a:avLst/>
              <a:gdLst/>
              <a:ahLst/>
              <a:cxnLst/>
              <a:rect l="l" t="t" r="r" b="b"/>
              <a:pathLst>
                <a:path w="3531870" h="39369">
                  <a:moveTo>
                    <a:pt x="353187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39370"/>
                  </a:lnTo>
                  <a:lnTo>
                    <a:pt x="3531870" y="39370"/>
                  </a:lnTo>
                  <a:lnTo>
                    <a:pt x="3531870" y="2032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8912860" y="2980690"/>
              <a:ext cx="3531870" cy="20320"/>
            </a:xfrm>
            <a:custGeom>
              <a:avLst/>
              <a:gdLst/>
              <a:ahLst/>
              <a:cxnLst/>
              <a:rect l="l" t="t" r="r" b="b"/>
              <a:pathLst>
                <a:path w="3531870" h="20319">
                  <a:moveTo>
                    <a:pt x="3531870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3531870" y="20319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8912860" y="3001010"/>
              <a:ext cx="3531870" cy="20320"/>
            </a:xfrm>
            <a:custGeom>
              <a:avLst/>
              <a:gdLst/>
              <a:ahLst/>
              <a:cxnLst/>
              <a:rect l="l" t="t" r="r" b="b"/>
              <a:pathLst>
                <a:path w="3531870" h="20319">
                  <a:moveTo>
                    <a:pt x="353187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31870" y="2032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8912860" y="3021330"/>
              <a:ext cx="3531870" cy="19050"/>
            </a:xfrm>
            <a:custGeom>
              <a:avLst/>
              <a:gdLst/>
              <a:ahLst/>
              <a:cxnLst/>
              <a:rect l="l" t="t" r="r" b="b"/>
              <a:pathLst>
                <a:path w="3531870" h="19050">
                  <a:moveTo>
                    <a:pt x="353187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531870" y="1905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8912860" y="3040380"/>
              <a:ext cx="3531870" cy="20320"/>
            </a:xfrm>
            <a:custGeom>
              <a:avLst/>
              <a:gdLst/>
              <a:ahLst/>
              <a:cxnLst/>
              <a:rect l="l" t="t" r="r" b="b"/>
              <a:pathLst>
                <a:path w="3531870" h="20319">
                  <a:moveTo>
                    <a:pt x="353187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31870" y="2032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8912860" y="3060700"/>
              <a:ext cx="3531870" cy="20320"/>
            </a:xfrm>
            <a:custGeom>
              <a:avLst/>
              <a:gdLst/>
              <a:ahLst/>
              <a:cxnLst/>
              <a:rect l="l" t="t" r="r" b="b"/>
              <a:pathLst>
                <a:path w="3531870" h="20319">
                  <a:moveTo>
                    <a:pt x="353187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31870" y="2032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8912860" y="3081020"/>
              <a:ext cx="3531870" cy="19050"/>
            </a:xfrm>
            <a:custGeom>
              <a:avLst/>
              <a:gdLst/>
              <a:ahLst/>
              <a:cxnLst/>
              <a:rect l="l" t="t" r="r" b="b"/>
              <a:pathLst>
                <a:path w="3531870" h="19050">
                  <a:moveTo>
                    <a:pt x="353187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531870" y="1905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8912860" y="3100070"/>
              <a:ext cx="3531870" cy="20320"/>
            </a:xfrm>
            <a:custGeom>
              <a:avLst/>
              <a:gdLst/>
              <a:ahLst/>
              <a:cxnLst/>
              <a:rect l="l" t="t" r="r" b="b"/>
              <a:pathLst>
                <a:path w="3531870" h="20319">
                  <a:moveTo>
                    <a:pt x="353187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31870" y="2032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8912860" y="3120390"/>
              <a:ext cx="3531870" cy="20320"/>
            </a:xfrm>
            <a:custGeom>
              <a:avLst/>
              <a:gdLst/>
              <a:ahLst/>
              <a:cxnLst/>
              <a:rect l="l" t="t" r="r" b="b"/>
              <a:pathLst>
                <a:path w="3531870" h="20319">
                  <a:moveTo>
                    <a:pt x="3531870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3531870" y="20319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8912860" y="3140710"/>
              <a:ext cx="3531870" cy="20320"/>
            </a:xfrm>
            <a:custGeom>
              <a:avLst/>
              <a:gdLst/>
              <a:ahLst/>
              <a:cxnLst/>
              <a:rect l="l" t="t" r="r" b="b"/>
              <a:pathLst>
                <a:path w="3531870" h="20319">
                  <a:moveTo>
                    <a:pt x="353187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31870" y="2032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8912860" y="3161030"/>
              <a:ext cx="3531870" cy="19050"/>
            </a:xfrm>
            <a:custGeom>
              <a:avLst/>
              <a:gdLst/>
              <a:ahLst/>
              <a:cxnLst/>
              <a:rect l="l" t="t" r="r" b="b"/>
              <a:pathLst>
                <a:path w="3531870" h="19050">
                  <a:moveTo>
                    <a:pt x="353187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531870" y="1905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8912860" y="3180080"/>
              <a:ext cx="3531870" cy="20320"/>
            </a:xfrm>
            <a:custGeom>
              <a:avLst/>
              <a:gdLst/>
              <a:ahLst/>
              <a:cxnLst/>
              <a:rect l="l" t="t" r="r" b="b"/>
              <a:pathLst>
                <a:path w="3531870" h="20319">
                  <a:moveTo>
                    <a:pt x="353187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31870" y="2032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8912860" y="3200400"/>
              <a:ext cx="3531870" cy="20320"/>
            </a:xfrm>
            <a:custGeom>
              <a:avLst/>
              <a:gdLst/>
              <a:ahLst/>
              <a:cxnLst/>
              <a:rect l="l" t="t" r="r" b="b"/>
              <a:pathLst>
                <a:path w="3531870" h="20319">
                  <a:moveTo>
                    <a:pt x="353187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31870" y="2032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8912860" y="3220720"/>
              <a:ext cx="3531870" cy="19050"/>
            </a:xfrm>
            <a:custGeom>
              <a:avLst/>
              <a:gdLst/>
              <a:ahLst/>
              <a:cxnLst/>
              <a:rect l="l" t="t" r="r" b="b"/>
              <a:pathLst>
                <a:path w="3531870" h="19050">
                  <a:moveTo>
                    <a:pt x="353187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531870" y="19050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8912860" y="3239770"/>
              <a:ext cx="3531870" cy="20320"/>
            </a:xfrm>
            <a:custGeom>
              <a:avLst/>
              <a:gdLst/>
              <a:ahLst/>
              <a:cxnLst/>
              <a:rect l="l" t="t" r="r" b="b"/>
              <a:pathLst>
                <a:path w="3531870" h="20320">
                  <a:moveTo>
                    <a:pt x="3531870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3531870" y="20319"/>
                  </a:lnTo>
                  <a:lnTo>
                    <a:pt x="3531870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3" name="object 103"/>
          <p:cNvSpPr txBox="1"/>
          <p:nvPr/>
        </p:nvSpPr>
        <p:spPr>
          <a:xfrm>
            <a:off x="8914130" y="2284729"/>
            <a:ext cx="3530600" cy="97409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471170" marR="127000" indent="-379730">
              <a:lnSpc>
                <a:spcPts val="3829"/>
              </a:lnSpc>
              <a:spcBef>
                <a:spcPts val="10"/>
              </a:spcBef>
            </a:pPr>
            <a:r>
              <a:rPr sz="3200" dirty="0">
                <a:latin typeface="Century Gothic"/>
                <a:cs typeface="Century Gothic"/>
              </a:rPr>
              <a:t>“digital“</a:t>
            </a:r>
            <a:r>
              <a:rPr sz="3200" spc="-3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intensity </a:t>
            </a:r>
            <a:r>
              <a:rPr sz="3200" dirty="0">
                <a:latin typeface="Century Gothic"/>
                <a:cs typeface="Century Gothic"/>
              </a:rPr>
              <a:t>resolution:</a:t>
            </a:r>
            <a:r>
              <a:rPr sz="3200" spc="-35" dirty="0">
                <a:latin typeface="Century Gothic"/>
                <a:cs typeface="Century Gothic"/>
              </a:rPr>
              <a:t> </a:t>
            </a:r>
            <a:r>
              <a:rPr sz="3200" spc="-25" dirty="0">
                <a:latin typeface="Century Gothic"/>
                <a:cs typeface="Century Gothic"/>
              </a:rPr>
              <a:t>20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6118860" y="3583939"/>
            <a:ext cx="610870" cy="69850"/>
          </a:xfrm>
          <a:custGeom>
            <a:avLst/>
            <a:gdLst/>
            <a:ahLst/>
            <a:cxnLst/>
            <a:rect l="l" t="t" r="r" b="b"/>
            <a:pathLst>
              <a:path w="610870" h="69850">
                <a:moveTo>
                  <a:pt x="610870" y="0"/>
                </a:moveTo>
                <a:lnTo>
                  <a:pt x="0" y="0"/>
                </a:lnTo>
                <a:lnTo>
                  <a:pt x="0" y="22860"/>
                </a:lnTo>
                <a:lnTo>
                  <a:pt x="0" y="45720"/>
                </a:lnTo>
                <a:lnTo>
                  <a:pt x="0" y="69850"/>
                </a:lnTo>
                <a:lnTo>
                  <a:pt x="610870" y="69850"/>
                </a:lnTo>
                <a:lnTo>
                  <a:pt x="610870" y="45720"/>
                </a:lnTo>
                <a:lnTo>
                  <a:pt x="610870" y="22860"/>
                </a:lnTo>
                <a:lnTo>
                  <a:pt x="6108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6118859" y="365379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6118859" y="367665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0202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6118859" y="369951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03030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6118859" y="372364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04040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6118859" y="374650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05050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6118859" y="376936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0606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6118859" y="379349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07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6118859" y="381635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0808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6118859" y="383921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0909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6118859" y="386334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0A0A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6118859" y="388620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0B0B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6118859" y="390906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6118859" y="393319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6118859" y="395605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0E0E0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6118859" y="397891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0F0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6118859" y="400304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10101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6118859" y="402590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11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6118859" y="404876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1212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6118859" y="407289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6118859" y="409575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14141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6118859" y="411861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1515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6118859" y="414274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1616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6118859" y="416560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171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6118859" y="418846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1818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6118859" y="421259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6118859" y="423545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6118859" y="425831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1B1B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6118859" y="428244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6118859" y="430530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6118859" y="432816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6118859" y="435229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6118859" y="437515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6118859" y="439801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6118859" y="442214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22222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6118859" y="444500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2323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6118859" y="446913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24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6118859" y="449199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6118859" y="451485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6118859" y="453898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2727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6118859" y="456184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2828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6118859" y="458470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2929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6118859" y="460883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2A2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6118859" y="463169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2B2B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6118859" y="465455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6118859" y="467868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2D2D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6118859" y="470154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2E2E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6118859" y="472440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6118859" y="474853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3030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6118859" y="477139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313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6118860" y="4794249"/>
            <a:ext cx="610870" cy="46990"/>
          </a:xfrm>
          <a:custGeom>
            <a:avLst/>
            <a:gdLst/>
            <a:ahLst/>
            <a:cxnLst/>
            <a:rect l="l" t="t" r="r" b="b"/>
            <a:pathLst>
              <a:path w="610870" h="46989">
                <a:moveTo>
                  <a:pt x="610870" y="0"/>
                </a:moveTo>
                <a:lnTo>
                  <a:pt x="0" y="0"/>
                </a:lnTo>
                <a:lnTo>
                  <a:pt x="0" y="24130"/>
                </a:lnTo>
                <a:lnTo>
                  <a:pt x="0" y="46990"/>
                </a:lnTo>
                <a:lnTo>
                  <a:pt x="610870" y="46990"/>
                </a:lnTo>
                <a:lnTo>
                  <a:pt x="610870" y="24130"/>
                </a:lnTo>
                <a:lnTo>
                  <a:pt x="61087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6118859" y="484124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3434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6118859" y="486410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6118859" y="488823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3636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6118859" y="491109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3737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6118859" y="493395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3838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6118859" y="495808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6118859" y="498094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3A3A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6118859" y="500380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3B3B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6118859" y="502793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6118859" y="505079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6118859" y="507365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6118859" y="509778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6118859" y="512064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6118859" y="514350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4141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6118859" y="516763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6118859" y="519049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6118859" y="521335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4444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6118859" y="523748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4545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6118859" y="526034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6118859" y="528447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6118859" y="530733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4848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6118859" y="533019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4949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6118859" y="535432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4A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6118859" y="537718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4B4B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6118859" y="540004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4C4C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6118859" y="542417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6118859" y="544703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4E4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6118859" y="546989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4F4F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6118859" y="549402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505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6118859" y="551688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6118859" y="553974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5252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6118859" y="556387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5353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6118859" y="558673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5454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6118859" y="561086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5555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6118859" y="563372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5656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6118859" y="565658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6118859" y="568071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6118859" y="570357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6118859" y="572643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5A5A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6118859" y="574929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6118859" y="577342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5C5C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6118859" y="579628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5D5D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6118859" y="581914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6118859" y="584327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6118859" y="586613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606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6118859" y="588899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6161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6118859" y="591312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6262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6118859" y="593598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6363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6118859" y="595884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6464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6118860" y="5982969"/>
            <a:ext cx="610870" cy="45720"/>
          </a:xfrm>
          <a:custGeom>
            <a:avLst/>
            <a:gdLst/>
            <a:ahLst/>
            <a:cxnLst/>
            <a:rect l="l" t="t" r="r" b="b"/>
            <a:pathLst>
              <a:path w="610870" h="45720">
                <a:moveTo>
                  <a:pt x="610870" y="0"/>
                </a:moveTo>
                <a:lnTo>
                  <a:pt x="0" y="0"/>
                </a:lnTo>
                <a:lnTo>
                  <a:pt x="0" y="22860"/>
                </a:lnTo>
                <a:lnTo>
                  <a:pt x="0" y="45720"/>
                </a:lnTo>
                <a:lnTo>
                  <a:pt x="610870" y="45720"/>
                </a:lnTo>
                <a:lnTo>
                  <a:pt x="610870" y="22860"/>
                </a:lnTo>
                <a:lnTo>
                  <a:pt x="61087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6118859" y="602869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6767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6118859" y="605282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6868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6118859" y="607568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6969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6118859" y="609981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6A6A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6118859" y="612267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6B6B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6118859" y="614553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6C6C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6118859" y="616966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6D6D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6118859" y="619252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6E6E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6118859" y="621538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6F6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6118859" y="623951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6118859" y="626237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7171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6118859" y="628523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7272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6118859" y="630936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7373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6118859" y="633222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7474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6118859" y="635508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7575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6118859" y="637921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7676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6118859" y="640207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7777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6118859" y="642620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6118859" y="644906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60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7979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6118859" y="647192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7A7A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6118859" y="649605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7B7B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6118859" y="651891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7C7C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6118859" y="654177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7D7D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6118859" y="656590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6118859" y="658876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6118859" y="661162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6118859" y="663575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8181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6118859" y="665861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8282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6118859" y="668147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8383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6118859" y="670560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8484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6118859" y="672846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85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6118859" y="675132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8686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6118859" y="677545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8787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6118859" y="679831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8888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6118859" y="682117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8989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6118859" y="684530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8A8A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6118859" y="686816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6118859" y="689102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8C8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6118859" y="691515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8D8D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6118859" y="693801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8E8E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6118859" y="696087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6118859" y="698500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9090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6118859" y="700786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6118859" y="703072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6118859" y="705485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6118859" y="707771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9494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6118859" y="710057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6118859" y="712470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6118859" y="714756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9797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6118860" y="7170420"/>
            <a:ext cx="610870" cy="46990"/>
          </a:xfrm>
          <a:custGeom>
            <a:avLst/>
            <a:gdLst/>
            <a:ahLst/>
            <a:cxnLst/>
            <a:rect l="l" t="t" r="r" b="b"/>
            <a:pathLst>
              <a:path w="610870" h="46990">
                <a:moveTo>
                  <a:pt x="610870" y="0"/>
                </a:moveTo>
                <a:lnTo>
                  <a:pt x="0" y="0"/>
                </a:lnTo>
                <a:lnTo>
                  <a:pt x="0" y="24130"/>
                </a:lnTo>
                <a:lnTo>
                  <a:pt x="0" y="46990"/>
                </a:lnTo>
                <a:lnTo>
                  <a:pt x="610870" y="46990"/>
                </a:lnTo>
                <a:lnTo>
                  <a:pt x="610870" y="24130"/>
                </a:lnTo>
                <a:lnTo>
                  <a:pt x="610870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6118859" y="721741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7"/>
          <p:cNvSpPr/>
          <p:nvPr/>
        </p:nvSpPr>
        <p:spPr>
          <a:xfrm>
            <a:off x="6118859" y="724154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9B9B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6118859" y="726440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9C9C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6118859" y="728726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9D9D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260"/>
          <p:cNvSpPr/>
          <p:nvPr/>
        </p:nvSpPr>
        <p:spPr>
          <a:xfrm>
            <a:off x="6118859" y="731139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9E9E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6118859" y="733425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6118859" y="735711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6118859" y="738124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A1A1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6118859" y="740410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6118859" y="742696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A3A3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266"/>
          <p:cNvSpPr/>
          <p:nvPr/>
        </p:nvSpPr>
        <p:spPr>
          <a:xfrm>
            <a:off x="6118859" y="745109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267"/>
          <p:cNvSpPr/>
          <p:nvPr/>
        </p:nvSpPr>
        <p:spPr>
          <a:xfrm>
            <a:off x="6118859" y="747395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A5A5A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6118859" y="749681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269"/>
          <p:cNvSpPr/>
          <p:nvPr/>
        </p:nvSpPr>
        <p:spPr>
          <a:xfrm>
            <a:off x="6118859" y="752094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A7A7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270"/>
          <p:cNvSpPr/>
          <p:nvPr/>
        </p:nvSpPr>
        <p:spPr>
          <a:xfrm>
            <a:off x="6118859" y="754380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A8A8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71"/>
          <p:cNvSpPr/>
          <p:nvPr/>
        </p:nvSpPr>
        <p:spPr>
          <a:xfrm>
            <a:off x="6118859" y="756666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A9A9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272"/>
          <p:cNvSpPr/>
          <p:nvPr/>
        </p:nvSpPr>
        <p:spPr>
          <a:xfrm>
            <a:off x="6118859" y="759079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AAAA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object 273"/>
          <p:cNvSpPr/>
          <p:nvPr/>
        </p:nvSpPr>
        <p:spPr>
          <a:xfrm>
            <a:off x="6118859" y="761365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ABAB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object 274"/>
          <p:cNvSpPr/>
          <p:nvPr/>
        </p:nvSpPr>
        <p:spPr>
          <a:xfrm>
            <a:off x="6118859" y="763651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ACAC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object 275"/>
          <p:cNvSpPr/>
          <p:nvPr/>
        </p:nvSpPr>
        <p:spPr>
          <a:xfrm>
            <a:off x="6118859" y="766064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ADAD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object 276"/>
          <p:cNvSpPr/>
          <p:nvPr/>
        </p:nvSpPr>
        <p:spPr>
          <a:xfrm>
            <a:off x="6118859" y="768350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AEAE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object 277"/>
          <p:cNvSpPr/>
          <p:nvPr/>
        </p:nvSpPr>
        <p:spPr>
          <a:xfrm>
            <a:off x="6118859" y="770636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AFAF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object 278"/>
          <p:cNvSpPr/>
          <p:nvPr/>
        </p:nvSpPr>
        <p:spPr>
          <a:xfrm>
            <a:off x="6118859" y="773049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object 279"/>
          <p:cNvSpPr/>
          <p:nvPr/>
        </p:nvSpPr>
        <p:spPr>
          <a:xfrm>
            <a:off x="6118859" y="775335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B1B1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object 280"/>
          <p:cNvSpPr/>
          <p:nvPr/>
        </p:nvSpPr>
        <p:spPr>
          <a:xfrm>
            <a:off x="6118859" y="777621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object 281"/>
          <p:cNvSpPr/>
          <p:nvPr/>
        </p:nvSpPr>
        <p:spPr>
          <a:xfrm>
            <a:off x="6118859" y="780034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B3B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object 282"/>
          <p:cNvSpPr/>
          <p:nvPr/>
        </p:nvSpPr>
        <p:spPr>
          <a:xfrm>
            <a:off x="6118859" y="782320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B4B4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object 283"/>
          <p:cNvSpPr/>
          <p:nvPr/>
        </p:nvSpPr>
        <p:spPr>
          <a:xfrm>
            <a:off x="6118859" y="784606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B5B5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object 284"/>
          <p:cNvSpPr/>
          <p:nvPr/>
        </p:nvSpPr>
        <p:spPr>
          <a:xfrm>
            <a:off x="6118859" y="787019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B6B6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object 285"/>
          <p:cNvSpPr/>
          <p:nvPr/>
        </p:nvSpPr>
        <p:spPr>
          <a:xfrm>
            <a:off x="6118859" y="789305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B7B7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object 286"/>
          <p:cNvSpPr/>
          <p:nvPr/>
        </p:nvSpPr>
        <p:spPr>
          <a:xfrm>
            <a:off x="6118859" y="791591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B8B8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object 287"/>
          <p:cNvSpPr/>
          <p:nvPr/>
        </p:nvSpPr>
        <p:spPr>
          <a:xfrm>
            <a:off x="6118859" y="794004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B9B9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object 288"/>
          <p:cNvSpPr/>
          <p:nvPr/>
        </p:nvSpPr>
        <p:spPr>
          <a:xfrm>
            <a:off x="6118859" y="796290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BABA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object 289"/>
          <p:cNvSpPr/>
          <p:nvPr/>
        </p:nvSpPr>
        <p:spPr>
          <a:xfrm>
            <a:off x="6118859" y="798576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BBBB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object 290"/>
          <p:cNvSpPr/>
          <p:nvPr/>
        </p:nvSpPr>
        <p:spPr>
          <a:xfrm>
            <a:off x="6118859" y="800989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BCBC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object 291"/>
          <p:cNvSpPr/>
          <p:nvPr/>
        </p:nvSpPr>
        <p:spPr>
          <a:xfrm>
            <a:off x="6118859" y="803275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BDBD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object 292"/>
          <p:cNvSpPr/>
          <p:nvPr/>
        </p:nvSpPr>
        <p:spPr>
          <a:xfrm>
            <a:off x="6118859" y="805688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object 293"/>
          <p:cNvSpPr/>
          <p:nvPr/>
        </p:nvSpPr>
        <p:spPr>
          <a:xfrm>
            <a:off x="6118859" y="807974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object 294"/>
          <p:cNvSpPr/>
          <p:nvPr/>
        </p:nvSpPr>
        <p:spPr>
          <a:xfrm>
            <a:off x="6118859" y="810260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295"/>
          <p:cNvSpPr/>
          <p:nvPr/>
        </p:nvSpPr>
        <p:spPr>
          <a:xfrm>
            <a:off x="6118859" y="812673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296"/>
          <p:cNvSpPr/>
          <p:nvPr/>
        </p:nvSpPr>
        <p:spPr>
          <a:xfrm>
            <a:off x="6118859" y="814959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C2C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object 297"/>
          <p:cNvSpPr/>
          <p:nvPr/>
        </p:nvSpPr>
        <p:spPr>
          <a:xfrm>
            <a:off x="6118859" y="817245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C3C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object 298"/>
          <p:cNvSpPr/>
          <p:nvPr/>
        </p:nvSpPr>
        <p:spPr>
          <a:xfrm>
            <a:off x="6118859" y="819658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object 299"/>
          <p:cNvSpPr/>
          <p:nvPr/>
        </p:nvSpPr>
        <p:spPr>
          <a:xfrm>
            <a:off x="6118859" y="821944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C5C5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0" name="object 300"/>
          <p:cNvSpPr/>
          <p:nvPr/>
        </p:nvSpPr>
        <p:spPr>
          <a:xfrm>
            <a:off x="6118859" y="824230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C6C6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1" name="object 301"/>
          <p:cNvSpPr/>
          <p:nvPr/>
        </p:nvSpPr>
        <p:spPr>
          <a:xfrm>
            <a:off x="6118859" y="826643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C7C7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2" name="object 302"/>
          <p:cNvSpPr/>
          <p:nvPr/>
        </p:nvSpPr>
        <p:spPr>
          <a:xfrm>
            <a:off x="6118859" y="828929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C8C8C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3" name="object 303"/>
          <p:cNvSpPr/>
          <p:nvPr/>
        </p:nvSpPr>
        <p:spPr>
          <a:xfrm>
            <a:off x="6118859" y="831215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C9C9C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4" name="object 304"/>
          <p:cNvSpPr/>
          <p:nvPr/>
        </p:nvSpPr>
        <p:spPr>
          <a:xfrm>
            <a:off x="6118859" y="833628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5" name="object 305"/>
          <p:cNvSpPr/>
          <p:nvPr/>
        </p:nvSpPr>
        <p:spPr>
          <a:xfrm>
            <a:off x="6118860" y="8359140"/>
            <a:ext cx="610870" cy="46990"/>
          </a:xfrm>
          <a:custGeom>
            <a:avLst/>
            <a:gdLst/>
            <a:ahLst/>
            <a:cxnLst/>
            <a:rect l="l" t="t" r="r" b="b"/>
            <a:pathLst>
              <a:path w="610870" h="46990">
                <a:moveTo>
                  <a:pt x="610870" y="0"/>
                </a:moveTo>
                <a:lnTo>
                  <a:pt x="0" y="0"/>
                </a:lnTo>
                <a:lnTo>
                  <a:pt x="0" y="22860"/>
                </a:lnTo>
                <a:lnTo>
                  <a:pt x="0" y="46990"/>
                </a:lnTo>
                <a:lnTo>
                  <a:pt x="610870" y="46990"/>
                </a:lnTo>
                <a:lnTo>
                  <a:pt x="610870" y="22860"/>
                </a:lnTo>
                <a:lnTo>
                  <a:pt x="61087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object 306"/>
          <p:cNvSpPr/>
          <p:nvPr/>
        </p:nvSpPr>
        <p:spPr>
          <a:xfrm>
            <a:off x="6118859" y="840613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object 307"/>
          <p:cNvSpPr/>
          <p:nvPr/>
        </p:nvSpPr>
        <p:spPr>
          <a:xfrm>
            <a:off x="6118859" y="842899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CE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object 308"/>
          <p:cNvSpPr/>
          <p:nvPr/>
        </p:nvSpPr>
        <p:spPr>
          <a:xfrm>
            <a:off x="6118859" y="845185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CFCF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object 309"/>
          <p:cNvSpPr/>
          <p:nvPr/>
        </p:nvSpPr>
        <p:spPr>
          <a:xfrm>
            <a:off x="6118859" y="847598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0" name="object 310"/>
          <p:cNvSpPr/>
          <p:nvPr/>
        </p:nvSpPr>
        <p:spPr>
          <a:xfrm>
            <a:off x="6118859" y="849884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D1D1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1" name="object 311"/>
          <p:cNvSpPr/>
          <p:nvPr/>
        </p:nvSpPr>
        <p:spPr>
          <a:xfrm>
            <a:off x="6118859" y="852170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2" name="object 312"/>
          <p:cNvSpPr/>
          <p:nvPr/>
        </p:nvSpPr>
        <p:spPr>
          <a:xfrm>
            <a:off x="6118859" y="854583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D3D3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3" name="object 313"/>
          <p:cNvSpPr/>
          <p:nvPr/>
        </p:nvSpPr>
        <p:spPr>
          <a:xfrm>
            <a:off x="6118859" y="856869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D4D4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4" name="object 314"/>
          <p:cNvSpPr/>
          <p:nvPr/>
        </p:nvSpPr>
        <p:spPr>
          <a:xfrm>
            <a:off x="6118859" y="859155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5" name="object 315"/>
          <p:cNvSpPr/>
          <p:nvPr/>
        </p:nvSpPr>
        <p:spPr>
          <a:xfrm>
            <a:off x="6118859" y="861568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D6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6" name="object 316"/>
          <p:cNvSpPr/>
          <p:nvPr/>
        </p:nvSpPr>
        <p:spPr>
          <a:xfrm>
            <a:off x="6118859" y="863854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D7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7" name="object 317"/>
          <p:cNvSpPr/>
          <p:nvPr/>
        </p:nvSpPr>
        <p:spPr>
          <a:xfrm>
            <a:off x="6118859" y="866140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8" name="object 318"/>
          <p:cNvSpPr/>
          <p:nvPr/>
        </p:nvSpPr>
        <p:spPr>
          <a:xfrm>
            <a:off x="6118859" y="868553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9" name="object 319"/>
          <p:cNvSpPr/>
          <p:nvPr/>
        </p:nvSpPr>
        <p:spPr>
          <a:xfrm>
            <a:off x="6118859" y="870839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0" name="object 320"/>
          <p:cNvSpPr/>
          <p:nvPr/>
        </p:nvSpPr>
        <p:spPr>
          <a:xfrm>
            <a:off x="6118859" y="873125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1" name="object 321"/>
          <p:cNvSpPr/>
          <p:nvPr/>
        </p:nvSpPr>
        <p:spPr>
          <a:xfrm>
            <a:off x="6118859" y="875538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2" name="object 322"/>
          <p:cNvSpPr/>
          <p:nvPr/>
        </p:nvSpPr>
        <p:spPr>
          <a:xfrm>
            <a:off x="6118859" y="877824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3" name="object 323"/>
          <p:cNvSpPr/>
          <p:nvPr/>
        </p:nvSpPr>
        <p:spPr>
          <a:xfrm>
            <a:off x="6118859" y="880110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4" name="object 324"/>
          <p:cNvSpPr/>
          <p:nvPr/>
        </p:nvSpPr>
        <p:spPr>
          <a:xfrm>
            <a:off x="6118859" y="882523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5" name="object 325"/>
          <p:cNvSpPr/>
          <p:nvPr/>
        </p:nvSpPr>
        <p:spPr>
          <a:xfrm>
            <a:off x="6118859" y="884809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6" name="object 326"/>
          <p:cNvSpPr/>
          <p:nvPr/>
        </p:nvSpPr>
        <p:spPr>
          <a:xfrm>
            <a:off x="6118859" y="887222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E1E1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7" name="object 327"/>
          <p:cNvSpPr/>
          <p:nvPr/>
        </p:nvSpPr>
        <p:spPr>
          <a:xfrm>
            <a:off x="6118859" y="889508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E2E2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8" name="object 328"/>
          <p:cNvSpPr/>
          <p:nvPr/>
        </p:nvSpPr>
        <p:spPr>
          <a:xfrm>
            <a:off x="6118859" y="891794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E3E3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object 329"/>
          <p:cNvSpPr/>
          <p:nvPr/>
        </p:nvSpPr>
        <p:spPr>
          <a:xfrm>
            <a:off x="6118859" y="894207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E4E4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object 330"/>
          <p:cNvSpPr/>
          <p:nvPr/>
        </p:nvSpPr>
        <p:spPr>
          <a:xfrm>
            <a:off x="6118859" y="896493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1" name="object 331"/>
          <p:cNvSpPr/>
          <p:nvPr/>
        </p:nvSpPr>
        <p:spPr>
          <a:xfrm>
            <a:off x="6118859" y="898779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2" name="object 332"/>
          <p:cNvSpPr/>
          <p:nvPr/>
        </p:nvSpPr>
        <p:spPr>
          <a:xfrm>
            <a:off x="6118859" y="901192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3" name="object 333"/>
          <p:cNvSpPr/>
          <p:nvPr/>
        </p:nvSpPr>
        <p:spPr>
          <a:xfrm>
            <a:off x="6118859" y="903478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4" name="object 334"/>
          <p:cNvSpPr/>
          <p:nvPr/>
        </p:nvSpPr>
        <p:spPr>
          <a:xfrm>
            <a:off x="6118859" y="905764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E9E9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5" name="object 335"/>
          <p:cNvSpPr/>
          <p:nvPr/>
        </p:nvSpPr>
        <p:spPr>
          <a:xfrm>
            <a:off x="6118859" y="908177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6" name="object 336"/>
          <p:cNvSpPr/>
          <p:nvPr/>
        </p:nvSpPr>
        <p:spPr>
          <a:xfrm>
            <a:off x="6118859" y="910463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7" name="object 337"/>
          <p:cNvSpPr/>
          <p:nvPr/>
        </p:nvSpPr>
        <p:spPr>
          <a:xfrm>
            <a:off x="6118859" y="912749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8" name="object 338"/>
          <p:cNvSpPr/>
          <p:nvPr/>
        </p:nvSpPr>
        <p:spPr>
          <a:xfrm>
            <a:off x="6118859" y="915162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9" name="object 339"/>
          <p:cNvSpPr/>
          <p:nvPr/>
        </p:nvSpPr>
        <p:spPr>
          <a:xfrm>
            <a:off x="6118859" y="917448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0" name="object 340"/>
          <p:cNvSpPr/>
          <p:nvPr/>
        </p:nvSpPr>
        <p:spPr>
          <a:xfrm>
            <a:off x="6118859" y="919861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1" name="object 341"/>
          <p:cNvSpPr/>
          <p:nvPr/>
        </p:nvSpPr>
        <p:spPr>
          <a:xfrm>
            <a:off x="6118859" y="922147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2" name="object 342"/>
          <p:cNvSpPr/>
          <p:nvPr/>
        </p:nvSpPr>
        <p:spPr>
          <a:xfrm>
            <a:off x="6118859" y="924433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3" name="object 343"/>
          <p:cNvSpPr/>
          <p:nvPr/>
        </p:nvSpPr>
        <p:spPr>
          <a:xfrm>
            <a:off x="6118859" y="926846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4" name="object 344"/>
          <p:cNvSpPr/>
          <p:nvPr/>
        </p:nvSpPr>
        <p:spPr>
          <a:xfrm>
            <a:off x="6118859" y="929132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5" name="object 345"/>
          <p:cNvSpPr/>
          <p:nvPr/>
        </p:nvSpPr>
        <p:spPr>
          <a:xfrm>
            <a:off x="6118859" y="931418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30"/>
                </a:lnTo>
                <a:lnTo>
                  <a:pt x="610869" y="24130"/>
                </a:lnTo>
                <a:lnTo>
                  <a:pt x="610869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6" name="object 346"/>
          <p:cNvSpPr/>
          <p:nvPr/>
        </p:nvSpPr>
        <p:spPr>
          <a:xfrm>
            <a:off x="6118859" y="933831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7" name="object 347"/>
          <p:cNvSpPr/>
          <p:nvPr/>
        </p:nvSpPr>
        <p:spPr>
          <a:xfrm>
            <a:off x="6118859" y="936117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8" name="object 348"/>
          <p:cNvSpPr/>
          <p:nvPr/>
        </p:nvSpPr>
        <p:spPr>
          <a:xfrm>
            <a:off x="6118859" y="938403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9" name="object 349"/>
          <p:cNvSpPr/>
          <p:nvPr/>
        </p:nvSpPr>
        <p:spPr>
          <a:xfrm>
            <a:off x="6118859" y="940689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0" name="object 350"/>
          <p:cNvSpPr/>
          <p:nvPr/>
        </p:nvSpPr>
        <p:spPr>
          <a:xfrm>
            <a:off x="6118859" y="943102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1" name="object 351"/>
          <p:cNvSpPr/>
          <p:nvPr/>
        </p:nvSpPr>
        <p:spPr>
          <a:xfrm>
            <a:off x="6118859" y="945388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60"/>
                </a:lnTo>
                <a:lnTo>
                  <a:pt x="610869" y="22860"/>
                </a:lnTo>
                <a:lnTo>
                  <a:pt x="610869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2" name="object 352"/>
          <p:cNvSpPr/>
          <p:nvPr/>
        </p:nvSpPr>
        <p:spPr>
          <a:xfrm>
            <a:off x="6118859" y="9476740"/>
            <a:ext cx="610870" cy="24130"/>
          </a:xfrm>
          <a:custGeom>
            <a:avLst/>
            <a:gdLst/>
            <a:ahLst/>
            <a:cxnLst/>
            <a:rect l="l" t="t" r="r" b="b"/>
            <a:pathLst>
              <a:path w="610870" h="24129">
                <a:moveTo>
                  <a:pt x="610869" y="0"/>
                </a:moveTo>
                <a:lnTo>
                  <a:pt x="0" y="0"/>
                </a:lnTo>
                <a:lnTo>
                  <a:pt x="0" y="24129"/>
                </a:lnTo>
                <a:lnTo>
                  <a:pt x="610869" y="24129"/>
                </a:lnTo>
                <a:lnTo>
                  <a:pt x="610869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3" name="object 353"/>
          <p:cNvSpPr/>
          <p:nvPr/>
        </p:nvSpPr>
        <p:spPr>
          <a:xfrm>
            <a:off x="6118859" y="9500870"/>
            <a:ext cx="610870" cy="22860"/>
          </a:xfrm>
          <a:custGeom>
            <a:avLst/>
            <a:gdLst/>
            <a:ahLst/>
            <a:cxnLst/>
            <a:rect l="l" t="t" r="r" b="b"/>
            <a:pathLst>
              <a:path w="610870" h="22859">
                <a:moveTo>
                  <a:pt x="610869" y="0"/>
                </a:moveTo>
                <a:lnTo>
                  <a:pt x="0" y="0"/>
                </a:lnTo>
                <a:lnTo>
                  <a:pt x="0" y="22859"/>
                </a:lnTo>
                <a:lnTo>
                  <a:pt x="610869" y="22859"/>
                </a:lnTo>
                <a:lnTo>
                  <a:pt x="610869" y="0"/>
                </a:lnTo>
                <a:close/>
              </a:path>
            </a:pathLst>
          </a:custGeom>
          <a:solidFill>
            <a:srgbClr val="FCFC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4" name="object 354"/>
          <p:cNvSpPr/>
          <p:nvPr/>
        </p:nvSpPr>
        <p:spPr>
          <a:xfrm>
            <a:off x="6120130" y="3583940"/>
            <a:ext cx="609600" cy="5938520"/>
          </a:xfrm>
          <a:custGeom>
            <a:avLst/>
            <a:gdLst/>
            <a:ahLst/>
            <a:cxnLst/>
            <a:rect l="l" t="t" r="r" b="b"/>
            <a:pathLst>
              <a:path w="609600" h="5938520">
                <a:moveTo>
                  <a:pt x="304800" y="5938520"/>
                </a:moveTo>
                <a:lnTo>
                  <a:pt x="0" y="5938520"/>
                </a:lnTo>
                <a:lnTo>
                  <a:pt x="0" y="0"/>
                </a:lnTo>
                <a:lnTo>
                  <a:pt x="609600" y="0"/>
                </a:lnTo>
                <a:lnTo>
                  <a:pt x="609600" y="5938520"/>
                </a:lnTo>
                <a:lnTo>
                  <a:pt x="304800" y="593852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5" name="object 35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53777" y="3570377"/>
            <a:ext cx="627834" cy="5907224"/>
          </a:xfrm>
          <a:prstGeom prst="rect">
            <a:avLst/>
          </a:prstGeom>
        </p:spPr>
      </p:pic>
      <p:pic>
        <p:nvPicPr>
          <p:cNvPr id="356" name="object 35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66977" y="3570377"/>
            <a:ext cx="627834" cy="5907224"/>
          </a:xfrm>
          <a:prstGeom prst="rect">
            <a:avLst/>
          </a:prstGeom>
        </p:spPr>
      </p:pic>
      <p:sp>
        <p:nvSpPr>
          <p:cNvPr id="357" name="object 357"/>
          <p:cNvSpPr/>
          <p:nvPr/>
        </p:nvSpPr>
        <p:spPr>
          <a:xfrm>
            <a:off x="1548130" y="9599930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>
                <a:moveTo>
                  <a:pt x="0" y="0"/>
                </a:moveTo>
                <a:lnTo>
                  <a:pt x="4838700" y="0"/>
                </a:lnTo>
              </a:path>
            </a:pathLst>
          </a:custGeom>
          <a:ln w="38100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8" name="object 358"/>
          <p:cNvSpPr/>
          <p:nvPr/>
        </p:nvSpPr>
        <p:spPr>
          <a:xfrm>
            <a:off x="1529080" y="9592310"/>
            <a:ext cx="38100" cy="26670"/>
          </a:xfrm>
          <a:custGeom>
            <a:avLst/>
            <a:gdLst/>
            <a:ahLst/>
            <a:cxnLst/>
            <a:rect l="l" t="t" r="r" b="b"/>
            <a:pathLst>
              <a:path w="38100" h="26670">
                <a:moveTo>
                  <a:pt x="38100" y="0"/>
                </a:moveTo>
                <a:lnTo>
                  <a:pt x="0" y="0"/>
                </a:lnTo>
                <a:lnTo>
                  <a:pt x="0" y="7620"/>
                </a:lnTo>
                <a:lnTo>
                  <a:pt x="0" y="26670"/>
                </a:lnTo>
                <a:lnTo>
                  <a:pt x="19050" y="26670"/>
                </a:lnTo>
                <a:lnTo>
                  <a:pt x="19050" y="7620"/>
                </a:lnTo>
                <a:lnTo>
                  <a:pt x="38100" y="7620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9" name="object 359"/>
          <p:cNvSpPr/>
          <p:nvPr/>
        </p:nvSpPr>
        <p:spPr>
          <a:xfrm>
            <a:off x="1548130" y="8836660"/>
            <a:ext cx="0" cy="717550"/>
          </a:xfrm>
          <a:custGeom>
            <a:avLst/>
            <a:gdLst/>
            <a:ahLst/>
            <a:cxnLst/>
            <a:rect l="l" t="t" r="r" b="b"/>
            <a:pathLst>
              <a:path h="717550">
                <a:moveTo>
                  <a:pt x="0" y="0"/>
                </a:moveTo>
                <a:lnTo>
                  <a:pt x="0" y="717550"/>
                </a:lnTo>
              </a:path>
            </a:pathLst>
          </a:custGeom>
          <a:ln w="38100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0" name="object 360"/>
          <p:cNvSpPr/>
          <p:nvPr/>
        </p:nvSpPr>
        <p:spPr>
          <a:xfrm>
            <a:off x="1529080" y="8817610"/>
            <a:ext cx="26670" cy="39370"/>
          </a:xfrm>
          <a:custGeom>
            <a:avLst/>
            <a:gdLst/>
            <a:ahLst/>
            <a:cxnLst/>
            <a:rect l="l" t="t" r="r" b="b"/>
            <a:pathLst>
              <a:path w="26669" h="39370">
                <a:moveTo>
                  <a:pt x="26670" y="0"/>
                </a:moveTo>
                <a:lnTo>
                  <a:pt x="19050" y="0"/>
                </a:lnTo>
                <a:lnTo>
                  <a:pt x="0" y="0"/>
                </a:lnTo>
                <a:lnTo>
                  <a:pt x="0" y="19050"/>
                </a:lnTo>
                <a:lnTo>
                  <a:pt x="19050" y="19050"/>
                </a:lnTo>
                <a:lnTo>
                  <a:pt x="19050" y="39370"/>
                </a:lnTo>
                <a:lnTo>
                  <a:pt x="26670" y="39370"/>
                </a:lnTo>
                <a:lnTo>
                  <a:pt x="266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1" name="object 361"/>
          <p:cNvSpPr/>
          <p:nvPr/>
        </p:nvSpPr>
        <p:spPr>
          <a:xfrm>
            <a:off x="1593850" y="8837295"/>
            <a:ext cx="9578340" cy="0"/>
          </a:xfrm>
          <a:custGeom>
            <a:avLst/>
            <a:gdLst/>
            <a:ahLst/>
            <a:cxnLst/>
            <a:rect l="l" t="t" r="r" b="b"/>
            <a:pathLst>
              <a:path w="9578340">
                <a:moveTo>
                  <a:pt x="0" y="0"/>
                </a:moveTo>
                <a:lnTo>
                  <a:pt x="9578340" y="0"/>
                </a:lnTo>
              </a:path>
            </a:pathLst>
          </a:custGeom>
          <a:ln w="39370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2" name="object 362"/>
          <p:cNvSpPr/>
          <p:nvPr/>
        </p:nvSpPr>
        <p:spPr>
          <a:xfrm>
            <a:off x="11210290" y="8817610"/>
            <a:ext cx="34290" cy="39370"/>
          </a:xfrm>
          <a:custGeom>
            <a:avLst/>
            <a:gdLst/>
            <a:ahLst/>
            <a:cxnLst/>
            <a:rect l="l" t="t" r="r" b="b"/>
            <a:pathLst>
              <a:path w="34290" h="39370">
                <a:moveTo>
                  <a:pt x="34290" y="0"/>
                </a:moveTo>
                <a:lnTo>
                  <a:pt x="15240" y="0"/>
                </a:lnTo>
                <a:lnTo>
                  <a:pt x="0" y="0"/>
                </a:lnTo>
                <a:lnTo>
                  <a:pt x="0" y="39370"/>
                </a:lnTo>
                <a:lnTo>
                  <a:pt x="15240" y="39370"/>
                </a:lnTo>
                <a:lnTo>
                  <a:pt x="15240" y="19050"/>
                </a:lnTo>
                <a:lnTo>
                  <a:pt x="34290" y="19050"/>
                </a:lnTo>
                <a:lnTo>
                  <a:pt x="342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3" name="object 363"/>
          <p:cNvSpPr/>
          <p:nvPr/>
        </p:nvSpPr>
        <p:spPr>
          <a:xfrm>
            <a:off x="11225530" y="8836660"/>
            <a:ext cx="0" cy="711200"/>
          </a:xfrm>
          <a:custGeom>
            <a:avLst/>
            <a:gdLst/>
            <a:ahLst/>
            <a:cxnLst/>
            <a:rect l="l" t="t" r="r" b="b"/>
            <a:pathLst>
              <a:path h="711200">
                <a:moveTo>
                  <a:pt x="0" y="0"/>
                </a:moveTo>
                <a:lnTo>
                  <a:pt x="0" y="711200"/>
                </a:lnTo>
              </a:path>
            </a:pathLst>
          </a:custGeom>
          <a:ln w="38100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4" name="object 364"/>
          <p:cNvSpPr/>
          <p:nvPr/>
        </p:nvSpPr>
        <p:spPr>
          <a:xfrm>
            <a:off x="11206480" y="9585960"/>
            <a:ext cx="38100" cy="33020"/>
          </a:xfrm>
          <a:custGeom>
            <a:avLst/>
            <a:gdLst/>
            <a:ahLst/>
            <a:cxnLst/>
            <a:rect l="l" t="t" r="r" b="b"/>
            <a:pathLst>
              <a:path w="38100" h="33020">
                <a:moveTo>
                  <a:pt x="38100" y="0"/>
                </a:moveTo>
                <a:lnTo>
                  <a:pt x="0" y="0"/>
                </a:lnTo>
                <a:lnTo>
                  <a:pt x="0" y="13970"/>
                </a:lnTo>
                <a:lnTo>
                  <a:pt x="19050" y="13970"/>
                </a:lnTo>
                <a:lnTo>
                  <a:pt x="19050" y="33020"/>
                </a:lnTo>
                <a:lnTo>
                  <a:pt x="38100" y="33020"/>
                </a:lnTo>
                <a:lnTo>
                  <a:pt x="38100" y="13970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5" name="object 365"/>
          <p:cNvSpPr/>
          <p:nvPr/>
        </p:nvSpPr>
        <p:spPr>
          <a:xfrm>
            <a:off x="6391909" y="9599930"/>
            <a:ext cx="4833620" cy="0"/>
          </a:xfrm>
          <a:custGeom>
            <a:avLst/>
            <a:gdLst/>
            <a:ahLst/>
            <a:cxnLst/>
            <a:rect l="l" t="t" r="r" b="b"/>
            <a:pathLst>
              <a:path w="4833620">
                <a:moveTo>
                  <a:pt x="0" y="0"/>
                </a:moveTo>
                <a:lnTo>
                  <a:pt x="4833620" y="0"/>
                </a:lnTo>
              </a:path>
            </a:pathLst>
          </a:custGeom>
          <a:ln w="38100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66" name="object 366"/>
          <p:cNvGrpSpPr/>
          <p:nvPr/>
        </p:nvGrpSpPr>
        <p:grpSpPr>
          <a:xfrm>
            <a:off x="4742587" y="2283460"/>
            <a:ext cx="3516629" cy="1000760"/>
            <a:chOff x="4742587" y="2283460"/>
            <a:chExt cx="3516629" cy="1000760"/>
          </a:xfrm>
        </p:grpSpPr>
        <p:pic>
          <p:nvPicPr>
            <p:cNvPr id="367" name="object 36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42587" y="2298700"/>
              <a:ext cx="3516222" cy="985520"/>
            </a:xfrm>
            <a:prstGeom prst="rect">
              <a:avLst/>
            </a:prstGeom>
          </p:spPr>
        </p:pic>
        <p:sp>
          <p:nvSpPr>
            <p:cNvPr id="368" name="object 368"/>
            <p:cNvSpPr/>
            <p:nvPr/>
          </p:nvSpPr>
          <p:spPr>
            <a:xfrm>
              <a:off x="4747260" y="2283459"/>
              <a:ext cx="3506470" cy="39370"/>
            </a:xfrm>
            <a:custGeom>
              <a:avLst/>
              <a:gdLst/>
              <a:ahLst/>
              <a:cxnLst/>
              <a:rect l="l" t="t" r="r" b="b"/>
              <a:pathLst>
                <a:path w="3506470" h="39369">
                  <a:moveTo>
                    <a:pt x="350647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39370"/>
                  </a:lnTo>
                  <a:lnTo>
                    <a:pt x="3506470" y="39370"/>
                  </a:lnTo>
                  <a:lnTo>
                    <a:pt x="3506470" y="20320"/>
                  </a:lnTo>
                  <a:lnTo>
                    <a:pt x="350647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9" name="object 369"/>
            <p:cNvSpPr/>
            <p:nvPr/>
          </p:nvSpPr>
          <p:spPr>
            <a:xfrm>
              <a:off x="4747259" y="2322830"/>
              <a:ext cx="3506470" cy="20320"/>
            </a:xfrm>
            <a:custGeom>
              <a:avLst/>
              <a:gdLst/>
              <a:ahLst/>
              <a:cxnLst/>
              <a:rect l="l" t="t" r="r" b="b"/>
              <a:pathLst>
                <a:path w="3506470" h="20319">
                  <a:moveTo>
                    <a:pt x="3506469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06469" y="2032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0" name="object 370"/>
            <p:cNvSpPr/>
            <p:nvPr/>
          </p:nvSpPr>
          <p:spPr>
            <a:xfrm>
              <a:off x="4747259" y="2343150"/>
              <a:ext cx="3506470" cy="20320"/>
            </a:xfrm>
            <a:custGeom>
              <a:avLst/>
              <a:gdLst/>
              <a:ahLst/>
              <a:cxnLst/>
              <a:rect l="l" t="t" r="r" b="b"/>
              <a:pathLst>
                <a:path w="3506470" h="20319">
                  <a:moveTo>
                    <a:pt x="3506469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06469" y="2032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1" name="object 371"/>
            <p:cNvSpPr/>
            <p:nvPr/>
          </p:nvSpPr>
          <p:spPr>
            <a:xfrm>
              <a:off x="4747259" y="2363470"/>
              <a:ext cx="3506470" cy="19050"/>
            </a:xfrm>
            <a:custGeom>
              <a:avLst/>
              <a:gdLst/>
              <a:ahLst/>
              <a:cxnLst/>
              <a:rect l="l" t="t" r="r" b="b"/>
              <a:pathLst>
                <a:path w="3506470" h="19050">
                  <a:moveTo>
                    <a:pt x="35064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506469" y="1905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2" name="object 372"/>
            <p:cNvSpPr/>
            <p:nvPr/>
          </p:nvSpPr>
          <p:spPr>
            <a:xfrm>
              <a:off x="4747259" y="2382520"/>
              <a:ext cx="3506470" cy="20320"/>
            </a:xfrm>
            <a:custGeom>
              <a:avLst/>
              <a:gdLst/>
              <a:ahLst/>
              <a:cxnLst/>
              <a:rect l="l" t="t" r="r" b="b"/>
              <a:pathLst>
                <a:path w="3506470" h="20319">
                  <a:moveTo>
                    <a:pt x="3506469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06469" y="2032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3" name="object 373"/>
            <p:cNvSpPr/>
            <p:nvPr/>
          </p:nvSpPr>
          <p:spPr>
            <a:xfrm>
              <a:off x="4747259" y="2402840"/>
              <a:ext cx="3506470" cy="20320"/>
            </a:xfrm>
            <a:custGeom>
              <a:avLst/>
              <a:gdLst/>
              <a:ahLst/>
              <a:cxnLst/>
              <a:rect l="l" t="t" r="r" b="b"/>
              <a:pathLst>
                <a:path w="3506470" h="20319">
                  <a:moveTo>
                    <a:pt x="3506469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3506469" y="20319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4" name="object 374"/>
            <p:cNvSpPr/>
            <p:nvPr/>
          </p:nvSpPr>
          <p:spPr>
            <a:xfrm>
              <a:off x="4747259" y="2423160"/>
              <a:ext cx="3506470" cy="20320"/>
            </a:xfrm>
            <a:custGeom>
              <a:avLst/>
              <a:gdLst/>
              <a:ahLst/>
              <a:cxnLst/>
              <a:rect l="l" t="t" r="r" b="b"/>
              <a:pathLst>
                <a:path w="3506470" h="20319">
                  <a:moveTo>
                    <a:pt x="3506469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06469" y="2032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5" name="object 375"/>
            <p:cNvSpPr/>
            <p:nvPr/>
          </p:nvSpPr>
          <p:spPr>
            <a:xfrm>
              <a:off x="4747259" y="2443480"/>
              <a:ext cx="3506470" cy="19050"/>
            </a:xfrm>
            <a:custGeom>
              <a:avLst/>
              <a:gdLst/>
              <a:ahLst/>
              <a:cxnLst/>
              <a:rect l="l" t="t" r="r" b="b"/>
              <a:pathLst>
                <a:path w="3506470" h="19050">
                  <a:moveTo>
                    <a:pt x="35064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506469" y="1905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6" name="object 376"/>
            <p:cNvSpPr/>
            <p:nvPr/>
          </p:nvSpPr>
          <p:spPr>
            <a:xfrm>
              <a:off x="4747259" y="2462530"/>
              <a:ext cx="3506470" cy="20320"/>
            </a:xfrm>
            <a:custGeom>
              <a:avLst/>
              <a:gdLst/>
              <a:ahLst/>
              <a:cxnLst/>
              <a:rect l="l" t="t" r="r" b="b"/>
              <a:pathLst>
                <a:path w="3506470" h="20319">
                  <a:moveTo>
                    <a:pt x="3506469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06469" y="2032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7" name="object 377"/>
            <p:cNvSpPr/>
            <p:nvPr/>
          </p:nvSpPr>
          <p:spPr>
            <a:xfrm>
              <a:off x="4747259" y="2482850"/>
              <a:ext cx="3506470" cy="20320"/>
            </a:xfrm>
            <a:custGeom>
              <a:avLst/>
              <a:gdLst/>
              <a:ahLst/>
              <a:cxnLst/>
              <a:rect l="l" t="t" r="r" b="b"/>
              <a:pathLst>
                <a:path w="3506470" h="20319">
                  <a:moveTo>
                    <a:pt x="3506469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06469" y="2032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8" name="object 378"/>
            <p:cNvSpPr/>
            <p:nvPr/>
          </p:nvSpPr>
          <p:spPr>
            <a:xfrm>
              <a:off x="4747259" y="2503170"/>
              <a:ext cx="3506470" cy="19050"/>
            </a:xfrm>
            <a:custGeom>
              <a:avLst/>
              <a:gdLst/>
              <a:ahLst/>
              <a:cxnLst/>
              <a:rect l="l" t="t" r="r" b="b"/>
              <a:pathLst>
                <a:path w="3506470" h="19050">
                  <a:moveTo>
                    <a:pt x="35064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506469" y="1905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9" name="object 379"/>
            <p:cNvSpPr/>
            <p:nvPr/>
          </p:nvSpPr>
          <p:spPr>
            <a:xfrm>
              <a:off x="4747259" y="2522220"/>
              <a:ext cx="3506470" cy="20320"/>
            </a:xfrm>
            <a:custGeom>
              <a:avLst/>
              <a:gdLst/>
              <a:ahLst/>
              <a:cxnLst/>
              <a:rect l="l" t="t" r="r" b="b"/>
              <a:pathLst>
                <a:path w="3506470" h="20319">
                  <a:moveTo>
                    <a:pt x="3506469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06469" y="2032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0" name="object 380"/>
            <p:cNvSpPr/>
            <p:nvPr/>
          </p:nvSpPr>
          <p:spPr>
            <a:xfrm>
              <a:off x="4747259" y="2542540"/>
              <a:ext cx="3506470" cy="20320"/>
            </a:xfrm>
            <a:custGeom>
              <a:avLst/>
              <a:gdLst/>
              <a:ahLst/>
              <a:cxnLst/>
              <a:rect l="l" t="t" r="r" b="b"/>
              <a:pathLst>
                <a:path w="3506470" h="20319">
                  <a:moveTo>
                    <a:pt x="3506469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3506469" y="20319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1" name="object 381"/>
            <p:cNvSpPr/>
            <p:nvPr/>
          </p:nvSpPr>
          <p:spPr>
            <a:xfrm>
              <a:off x="4747259" y="2562860"/>
              <a:ext cx="3506470" cy="19050"/>
            </a:xfrm>
            <a:custGeom>
              <a:avLst/>
              <a:gdLst/>
              <a:ahLst/>
              <a:cxnLst/>
              <a:rect l="l" t="t" r="r" b="b"/>
              <a:pathLst>
                <a:path w="3506470" h="19050">
                  <a:moveTo>
                    <a:pt x="35064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506469" y="1905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2" name="object 382"/>
            <p:cNvSpPr/>
            <p:nvPr/>
          </p:nvSpPr>
          <p:spPr>
            <a:xfrm>
              <a:off x="4747259" y="2581910"/>
              <a:ext cx="3506470" cy="20320"/>
            </a:xfrm>
            <a:custGeom>
              <a:avLst/>
              <a:gdLst/>
              <a:ahLst/>
              <a:cxnLst/>
              <a:rect l="l" t="t" r="r" b="b"/>
              <a:pathLst>
                <a:path w="3506470" h="20319">
                  <a:moveTo>
                    <a:pt x="3506469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06469" y="2032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3" name="object 383"/>
            <p:cNvSpPr/>
            <p:nvPr/>
          </p:nvSpPr>
          <p:spPr>
            <a:xfrm>
              <a:off x="4747259" y="2602230"/>
              <a:ext cx="3506470" cy="20320"/>
            </a:xfrm>
            <a:custGeom>
              <a:avLst/>
              <a:gdLst/>
              <a:ahLst/>
              <a:cxnLst/>
              <a:rect l="l" t="t" r="r" b="b"/>
              <a:pathLst>
                <a:path w="3506470" h="20319">
                  <a:moveTo>
                    <a:pt x="3506469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06469" y="2032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4" name="object 384"/>
            <p:cNvSpPr/>
            <p:nvPr/>
          </p:nvSpPr>
          <p:spPr>
            <a:xfrm>
              <a:off x="4747259" y="2622550"/>
              <a:ext cx="3506470" cy="19050"/>
            </a:xfrm>
            <a:custGeom>
              <a:avLst/>
              <a:gdLst/>
              <a:ahLst/>
              <a:cxnLst/>
              <a:rect l="l" t="t" r="r" b="b"/>
              <a:pathLst>
                <a:path w="3506470" h="19050">
                  <a:moveTo>
                    <a:pt x="35064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506469" y="1905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5" name="object 385"/>
            <p:cNvSpPr/>
            <p:nvPr/>
          </p:nvSpPr>
          <p:spPr>
            <a:xfrm>
              <a:off x="4747259" y="2641600"/>
              <a:ext cx="3506470" cy="20320"/>
            </a:xfrm>
            <a:custGeom>
              <a:avLst/>
              <a:gdLst/>
              <a:ahLst/>
              <a:cxnLst/>
              <a:rect l="l" t="t" r="r" b="b"/>
              <a:pathLst>
                <a:path w="3506470" h="20319">
                  <a:moveTo>
                    <a:pt x="3506469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06469" y="2032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6" name="object 386"/>
            <p:cNvSpPr/>
            <p:nvPr/>
          </p:nvSpPr>
          <p:spPr>
            <a:xfrm>
              <a:off x="4747259" y="2661920"/>
              <a:ext cx="3506470" cy="20320"/>
            </a:xfrm>
            <a:custGeom>
              <a:avLst/>
              <a:gdLst/>
              <a:ahLst/>
              <a:cxnLst/>
              <a:rect l="l" t="t" r="r" b="b"/>
              <a:pathLst>
                <a:path w="3506470" h="20319">
                  <a:moveTo>
                    <a:pt x="3506469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06469" y="2032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7" name="object 387"/>
            <p:cNvSpPr/>
            <p:nvPr/>
          </p:nvSpPr>
          <p:spPr>
            <a:xfrm>
              <a:off x="4747259" y="2682240"/>
              <a:ext cx="3506470" cy="20320"/>
            </a:xfrm>
            <a:custGeom>
              <a:avLst/>
              <a:gdLst/>
              <a:ahLst/>
              <a:cxnLst/>
              <a:rect l="l" t="t" r="r" b="b"/>
              <a:pathLst>
                <a:path w="3506470" h="20319">
                  <a:moveTo>
                    <a:pt x="3506469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3506469" y="20319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8" name="object 388"/>
            <p:cNvSpPr/>
            <p:nvPr/>
          </p:nvSpPr>
          <p:spPr>
            <a:xfrm>
              <a:off x="4747259" y="2702560"/>
              <a:ext cx="3506470" cy="19050"/>
            </a:xfrm>
            <a:custGeom>
              <a:avLst/>
              <a:gdLst/>
              <a:ahLst/>
              <a:cxnLst/>
              <a:rect l="l" t="t" r="r" b="b"/>
              <a:pathLst>
                <a:path w="3506470" h="19050">
                  <a:moveTo>
                    <a:pt x="35064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506469" y="1905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9" name="object 389"/>
            <p:cNvSpPr/>
            <p:nvPr/>
          </p:nvSpPr>
          <p:spPr>
            <a:xfrm>
              <a:off x="4747259" y="2721610"/>
              <a:ext cx="3506470" cy="20320"/>
            </a:xfrm>
            <a:custGeom>
              <a:avLst/>
              <a:gdLst/>
              <a:ahLst/>
              <a:cxnLst/>
              <a:rect l="l" t="t" r="r" b="b"/>
              <a:pathLst>
                <a:path w="3506470" h="20319">
                  <a:moveTo>
                    <a:pt x="3506469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06469" y="2032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0" name="object 390"/>
            <p:cNvSpPr/>
            <p:nvPr/>
          </p:nvSpPr>
          <p:spPr>
            <a:xfrm>
              <a:off x="4747259" y="2741930"/>
              <a:ext cx="3506470" cy="20320"/>
            </a:xfrm>
            <a:custGeom>
              <a:avLst/>
              <a:gdLst/>
              <a:ahLst/>
              <a:cxnLst/>
              <a:rect l="l" t="t" r="r" b="b"/>
              <a:pathLst>
                <a:path w="3506470" h="20319">
                  <a:moveTo>
                    <a:pt x="3506469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06469" y="2032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1" name="object 391"/>
            <p:cNvSpPr/>
            <p:nvPr/>
          </p:nvSpPr>
          <p:spPr>
            <a:xfrm>
              <a:off x="4747259" y="2762250"/>
              <a:ext cx="3506470" cy="19050"/>
            </a:xfrm>
            <a:custGeom>
              <a:avLst/>
              <a:gdLst/>
              <a:ahLst/>
              <a:cxnLst/>
              <a:rect l="l" t="t" r="r" b="b"/>
              <a:pathLst>
                <a:path w="3506470" h="19050">
                  <a:moveTo>
                    <a:pt x="35064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506469" y="1905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2" name="object 392"/>
            <p:cNvSpPr/>
            <p:nvPr/>
          </p:nvSpPr>
          <p:spPr>
            <a:xfrm>
              <a:off x="4747259" y="2781300"/>
              <a:ext cx="3506470" cy="20320"/>
            </a:xfrm>
            <a:custGeom>
              <a:avLst/>
              <a:gdLst/>
              <a:ahLst/>
              <a:cxnLst/>
              <a:rect l="l" t="t" r="r" b="b"/>
              <a:pathLst>
                <a:path w="3506470" h="20319">
                  <a:moveTo>
                    <a:pt x="3506469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06469" y="2032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3" name="object 393"/>
            <p:cNvSpPr/>
            <p:nvPr/>
          </p:nvSpPr>
          <p:spPr>
            <a:xfrm>
              <a:off x="4747259" y="2801620"/>
              <a:ext cx="3506470" cy="20320"/>
            </a:xfrm>
            <a:custGeom>
              <a:avLst/>
              <a:gdLst/>
              <a:ahLst/>
              <a:cxnLst/>
              <a:rect l="l" t="t" r="r" b="b"/>
              <a:pathLst>
                <a:path w="3506470" h="20319">
                  <a:moveTo>
                    <a:pt x="3506469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06469" y="2032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4" name="object 394"/>
            <p:cNvSpPr/>
            <p:nvPr/>
          </p:nvSpPr>
          <p:spPr>
            <a:xfrm>
              <a:off x="4747259" y="2821940"/>
              <a:ext cx="3506470" cy="19050"/>
            </a:xfrm>
            <a:custGeom>
              <a:avLst/>
              <a:gdLst/>
              <a:ahLst/>
              <a:cxnLst/>
              <a:rect l="l" t="t" r="r" b="b"/>
              <a:pathLst>
                <a:path w="3506470" h="19050">
                  <a:moveTo>
                    <a:pt x="35064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506469" y="1905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5" name="object 395"/>
            <p:cNvSpPr/>
            <p:nvPr/>
          </p:nvSpPr>
          <p:spPr>
            <a:xfrm>
              <a:off x="4747259" y="2840990"/>
              <a:ext cx="3506470" cy="20320"/>
            </a:xfrm>
            <a:custGeom>
              <a:avLst/>
              <a:gdLst/>
              <a:ahLst/>
              <a:cxnLst/>
              <a:rect l="l" t="t" r="r" b="b"/>
              <a:pathLst>
                <a:path w="3506470" h="20319">
                  <a:moveTo>
                    <a:pt x="3506469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3506469" y="20319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6" name="object 396"/>
            <p:cNvSpPr/>
            <p:nvPr/>
          </p:nvSpPr>
          <p:spPr>
            <a:xfrm>
              <a:off x="4747259" y="2861310"/>
              <a:ext cx="3506470" cy="20320"/>
            </a:xfrm>
            <a:custGeom>
              <a:avLst/>
              <a:gdLst/>
              <a:ahLst/>
              <a:cxnLst/>
              <a:rect l="l" t="t" r="r" b="b"/>
              <a:pathLst>
                <a:path w="3506470" h="20319">
                  <a:moveTo>
                    <a:pt x="3506469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06469" y="2032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7" name="object 397"/>
            <p:cNvSpPr/>
            <p:nvPr/>
          </p:nvSpPr>
          <p:spPr>
            <a:xfrm>
              <a:off x="4747259" y="2881630"/>
              <a:ext cx="3506470" cy="20320"/>
            </a:xfrm>
            <a:custGeom>
              <a:avLst/>
              <a:gdLst/>
              <a:ahLst/>
              <a:cxnLst/>
              <a:rect l="l" t="t" r="r" b="b"/>
              <a:pathLst>
                <a:path w="3506470" h="20319">
                  <a:moveTo>
                    <a:pt x="3506469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06469" y="2032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8" name="object 398"/>
            <p:cNvSpPr/>
            <p:nvPr/>
          </p:nvSpPr>
          <p:spPr>
            <a:xfrm>
              <a:off x="4747259" y="2901950"/>
              <a:ext cx="3506470" cy="19050"/>
            </a:xfrm>
            <a:custGeom>
              <a:avLst/>
              <a:gdLst/>
              <a:ahLst/>
              <a:cxnLst/>
              <a:rect l="l" t="t" r="r" b="b"/>
              <a:pathLst>
                <a:path w="3506470" h="19050">
                  <a:moveTo>
                    <a:pt x="35064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506469" y="1905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9" name="object 399"/>
            <p:cNvSpPr/>
            <p:nvPr/>
          </p:nvSpPr>
          <p:spPr>
            <a:xfrm>
              <a:off x="4747259" y="2921000"/>
              <a:ext cx="3506470" cy="20320"/>
            </a:xfrm>
            <a:custGeom>
              <a:avLst/>
              <a:gdLst/>
              <a:ahLst/>
              <a:cxnLst/>
              <a:rect l="l" t="t" r="r" b="b"/>
              <a:pathLst>
                <a:path w="3506470" h="20319">
                  <a:moveTo>
                    <a:pt x="3506469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06469" y="2032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0" name="object 400"/>
            <p:cNvSpPr/>
            <p:nvPr/>
          </p:nvSpPr>
          <p:spPr>
            <a:xfrm>
              <a:off x="4747260" y="2941319"/>
              <a:ext cx="3506470" cy="39370"/>
            </a:xfrm>
            <a:custGeom>
              <a:avLst/>
              <a:gdLst/>
              <a:ahLst/>
              <a:cxnLst/>
              <a:rect l="l" t="t" r="r" b="b"/>
              <a:pathLst>
                <a:path w="3506470" h="39369">
                  <a:moveTo>
                    <a:pt x="350647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39370"/>
                  </a:lnTo>
                  <a:lnTo>
                    <a:pt x="3506470" y="39370"/>
                  </a:lnTo>
                  <a:lnTo>
                    <a:pt x="3506470" y="20320"/>
                  </a:lnTo>
                  <a:lnTo>
                    <a:pt x="350647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1" name="object 401"/>
            <p:cNvSpPr/>
            <p:nvPr/>
          </p:nvSpPr>
          <p:spPr>
            <a:xfrm>
              <a:off x="4747259" y="2980690"/>
              <a:ext cx="3506470" cy="20320"/>
            </a:xfrm>
            <a:custGeom>
              <a:avLst/>
              <a:gdLst/>
              <a:ahLst/>
              <a:cxnLst/>
              <a:rect l="l" t="t" r="r" b="b"/>
              <a:pathLst>
                <a:path w="3506470" h="20319">
                  <a:moveTo>
                    <a:pt x="3506469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3506469" y="20319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2" name="object 402"/>
            <p:cNvSpPr/>
            <p:nvPr/>
          </p:nvSpPr>
          <p:spPr>
            <a:xfrm>
              <a:off x="4747259" y="3001010"/>
              <a:ext cx="3506470" cy="20320"/>
            </a:xfrm>
            <a:custGeom>
              <a:avLst/>
              <a:gdLst/>
              <a:ahLst/>
              <a:cxnLst/>
              <a:rect l="l" t="t" r="r" b="b"/>
              <a:pathLst>
                <a:path w="3506470" h="20319">
                  <a:moveTo>
                    <a:pt x="3506469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06469" y="2032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3" name="object 403"/>
            <p:cNvSpPr/>
            <p:nvPr/>
          </p:nvSpPr>
          <p:spPr>
            <a:xfrm>
              <a:off x="4747259" y="3021330"/>
              <a:ext cx="3506470" cy="19050"/>
            </a:xfrm>
            <a:custGeom>
              <a:avLst/>
              <a:gdLst/>
              <a:ahLst/>
              <a:cxnLst/>
              <a:rect l="l" t="t" r="r" b="b"/>
              <a:pathLst>
                <a:path w="3506470" h="19050">
                  <a:moveTo>
                    <a:pt x="35064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506469" y="1905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4" name="object 404"/>
            <p:cNvSpPr/>
            <p:nvPr/>
          </p:nvSpPr>
          <p:spPr>
            <a:xfrm>
              <a:off x="4747259" y="3040380"/>
              <a:ext cx="3506470" cy="20320"/>
            </a:xfrm>
            <a:custGeom>
              <a:avLst/>
              <a:gdLst/>
              <a:ahLst/>
              <a:cxnLst/>
              <a:rect l="l" t="t" r="r" b="b"/>
              <a:pathLst>
                <a:path w="3506470" h="20319">
                  <a:moveTo>
                    <a:pt x="3506469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06469" y="2032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5" name="object 405"/>
            <p:cNvSpPr/>
            <p:nvPr/>
          </p:nvSpPr>
          <p:spPr>
            <a:xfrm>
              <a:off x="4747259" y="3060700"/>
              <a:ext cx="3506470" cy="20320"/>
            </a:xfrm>
            <a:custGeom>
              <a:avLst/>
              <a:gdLst/>
              <a:ahLst/>
              <a:cxnLst/>
              <a:rect l="l" t="t" r="r" b="b"/>
              <a:pathLst>
                <a:path w="3506470" h="20319">
                  <a:moveTo>
                    <a:pt x="3506469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06469" y="2032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6" name="object 406"/>
            <p:cNvSpPr/>
            <p:nvPr/>
          </p:nvSpPr>
          <p:spPr>
            <a:xfrm>
              <a:off x="4747259" y="3081020"/>
              <a:ext cx="3506470" cy="19050"/>
            </a:xfrm>
            <a:custGeom>
              <a:avLst/>
              <a:gdLst/>
              <a:ahLst/>
              <a:cxnLst/>
              <a:rect l="l" t="t" r="r" b="b"/>
              <a:pathLst>
                <a:path w="3506470" h="19050">
                  <a:moveTo>
                    <a:pt x="35064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506469" y="1905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7" name="object 407"/>
            <p:cNvSpPr/>
            <p:nvPr/>
          </p:nvSpPr>
          <p:spPr>
            <a:xfrm>
              <a:off x="4747259" y="3100070"/>
              <a:ext cx="3506470" cy="20320"/>
            </a:xfrm>
            <a:custGeom>
              <a:avLst/>
              <a:gdLst/>
              <a:ahLst/>
              <a:cxnLst/>
              <a:rect l="l" t="t" r="r" b="b"/>
              <a:pathLst>
                <a:path w="3506470" h="20319">
                  <a:moveTo>
                    <a:pt x="3506469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06469" y="2032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8" name="object 408"/>
            <p:cNvSpPr/>
            <p:nvPr/>
          </p:nvSpPr>
          <p:spPr>
            <a:xfrm>
              <a:off x="4747259" y="3120390"/>
              <a:ext cx="3506470" cy="20320"/>
            </a:xfrm>
            <a:custGeom>
              <a:avLst/>
              <a:gdLst/>
              <a:ahLst/>
              <a:cxnLst/>
              <a:rect l="l" t="t" r="r" b="b"/>
              <a:pathLst>
                <a:path w="3506470" h="20319">
                  <a:moveTo>
                    <a:pt x="3506469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3506469" y="20319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9" name="object 409"/>
            <p:cNvSpPr/>
            <p:nvPr/>
          </p:nvSpPr>
          <p:spPr>
            <a:xfrm>
              <a:off x="4747259" y="3140710"/>
              <a:ext cx="3506470" cy="20320"/>
            </a:xfrm>
            <a:custGeom>
              <a:avLst/>
              <a:gdLst/>
              <a:ahLst/>
              <a:cxnLst/>
              <a:rect l="l" t="t" r="r" b="b"/>
              <a:pathLst>
                <a:path w="3506470" h="20319">
                  <a:moveTo>
                    <a:pt x="3506469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06469" y="2032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0" name="object 410"/>
            <p:cNvSpPr/>
            <p:nvPr/>
          </p:nvSpPr>
          <p:spPr>
            <a:xfrm>
              <a:off x="4747259" y="3161030"/>
              <a:ext cx="3506470" cy="19050"/>
            </a:xfrm>
            <a:custGeom>
              <a:avLst/>
              <a:gdLst/>
              <a:ahLst/>
              <a:cxnLst/>
              <a:rect l="l" t="t" r="r" b="b"/>
              <a:pathLst>
                <a:path w="3506470" h="19050">
                  <a:moveTo>
                    <a:pt x="35064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506469" y="1905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1" name="object 411"/>
            <p:cNvSpPr/>
            <p:nvPr/>
          </p:nvSpPr>
          <p:spPr>
            <a:xfrm>
              <a:off x="4747259" y="3180080"/>
              <a:ext cx="3506470" cy="20320"/>
            </a:xfrm>
            <a:custGeom>
              <a:avLst/>
              <a:gdLst/>
              <a:ahLst/>
              <a:cxnLst/>
              <a:rect l="l" t="t" r="r" b="b"/>
              <a:pathLst>
                <a:path w="3506470" h="20319">
                  <a:moveTo>
                    <a:pt x="3506469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06469" y="2032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2" name="object 412"/>
            <p:cNvSpPr/>
            <p:nvPr/>
          </p:nvSpPr>
          <p:spPr>
            <a:xfrm>
              <a:off x="4747259" y="3200400"/>
              <a:ext cx="3506470" cy="20320"/>
            </a:xfrm>
            <a:custGeom>
              <a:avLst/>
              <a:gdLst/>
              <a:ahLst/>
              <a:cxnLst/>
              <a:rect l="l" t="t" r="r" b="b"/>
              <a:pathLst>
                <a:path w="3506470" h="20319">
                  <a:moveTo>
                    <a:pt x="3506469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3506469" y="2032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3" name="object 413"/>
            <p:cNvSpPr/>
            <p:nvPr/>
          </p:nvSpPr>
          <p:spPr>
            <a:xfrm>
              <a:off x="4747259" y="3220720"/>
              <a:ext cx="3506470" cy="19050"/>
            </a:xfrm>
            <a:custGeom>
              <a:avLst/>
              <a:gdLst/>
              <a:ahLst/>
              <a:cxnLst/>
              <a:rect l="l" t="t" r="r" b="b"/>
              <a:pathLst>
                <a:path w="3506470" h="19050">
                  <a:moveTo>
                    <a:pt x="35064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506469" y="19050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4" name="object 414"/>
            <p:cNvSpPr/>
            <p:nvPr/>
          </p:nvSpPr>
          <p:spPr>
            <a:xfrm>
              <a:off x="4747259" y="3239770"/>
              <a:ext cx="3506470" cy="20320"/>
            </a:xfrm>
            <a:custGeom>
              <a:avLst/>
              <a:gdLst/>
              <a:ahLst/>
              <a:cxnLst/>
              <a:rect l="l" t="t" r="r" b="b"/>
              <a:pathLst>
                <a:path w="3506470" h="20320">
                  <a:moveTo>
                    <a:pt x="3506469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3506469" y="20319"/>
                  </a:lnTo>
                  <a:lnTo>
                    <a:pt x="3506469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5" name="object 415"/>
          <p:cNvSpPr txBox="1"/>
          <p:nvPr/>
        </p:nvSpPr>
        <p:spPr>
          <a:xfrm>
            <a:off x="4747259" y="2284729"/>
            <a:ext cx="3505200" cy="97409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802005" marR="167005" indent="-666750">
              <a:lnSpc>
                <a:spcPts val="3829"/>
              </a:lnSpc>
              <a:spcBef>
                <a:spcPts val="10"/>
              </a:spcBef>
            </a:pPr>
            <a:r>
              <a:rPr sz="3200" dirty="0">
                <a:latin typeface="Century Gothic"/>
                <a:cs typeface="Century Gothic"/>
              </a:rPr>
              <a:t>“real”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analogue intensities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416" name="object 416"/>
          <p:cNvSpPr/>
          <p:nvPr/>
        </p:nvSpPr>
        <p:spPr>
          <a:xfrm>
            <a:off x="7644130" y="6094729"/>
            <a:ext cx="1524000" cy="457200"/>
          </a:xfrm>
          <a:custGeom>
            <a:avLst/>
            <a:gdLst/>
            <a:ahLst/>
            <a:cxnLst/>
            <a:rect l="l" t="t" r="r" b="b"/>
            <a:pathLst>
              <a:path w="1524000" h="457200">
                <a:moveTo>
                  <a:pt x="1294129" y="0"/>
                </a:moveTo>
                <a:lnTo>
                  <a:pt x="1294129" y="114300"/>
                </a:lnTo>
                <a:lnTo>
                  <a:pt x="0" y="114300"/>
                </a:lnTo>
                <a:lnTo>
                  <a:pt x="0" y="342900"/>
                </a:lnTo>
                <a:lnTo>
                  <a:pt x="1294129" y="342900"/>
                </a:lnTo>
                <a:lnTo>
                  <a:pt x="1294129" y="457200"/>
                </a:lnTo>
                <a:lnTo>
                  <a:pt x="1524000" y="228600"/>
                </a:lnTo>
                <a:lnTo>
                  <a:pt x="12941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7" name="object 417"/>
          <p:cNvSpPr/>
          <p:nvPr/>
        </p:nvSpPr>
        <p:spPr>
          <a:xfrm>
            <a:off x="3223260" y="6094729"/>
            <a:ext cx="1525270" cy="457200"/>
          </a:xfrm>
          <a:custGeom>
            <a:avLst/>
            <a:gdLst/>
            <a:ahLst/>
            <a:cxnLst/>
            <a:rect l="l" t="t" r="r" b="b"/>
            <a:pathLst>
              <a:path w="1525270" h="457200">
                <a:moveTo>
                  <a:pt x="228600" y="0"/>
                </a:moveTo>
                <a:lnTo>
                  <a:pt x="0" y="228600"/>
                </a:lnTo>
                <a:lnTo>
                  <a:pt x="228600" y="457200"/>
                </a:lnTo>
                <a:lnTo>
                  <a:pt x="228600" y="342900"/>
                </a:lnTo>
                <a:lnTo>
                  <a:pt x="1525269" y="342900"/>
                </a:lnTo>
                <a:lnTo>
                  <a:pt x="1525269" y="114300"/>
                </a:lnTo>
                <a:lnTo>
                  <a:pt x="228600" y="114300"/>
                </a:lnTo>
                <a:lnTo>
                  <a:pt x="2286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8" name="object 418"/>
          <p:cNvSpPr txBox="1"/>
          <p:nvPr/>
        </p:nvSpPr>
        <p:spPr>
          <a:xfrm>
            <a:off x="1384300" y="3415029"/>
            <a:ext cx="2228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entury Gothic"/>
                <a:cs typeface="Century Gothic"/>
              </a:rPr>
              <a:t>9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419" name="object 419"/>
          <p:cNvSpPr txBox="1"/>
          <p:nvPr/>
        </p:nvSpPr>
        <p:spPr>
          <a:xfrm>
            <a:off x="1231900" y="9156700"/>
            <a:ext cx="2228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entury Gothic"/>
                <a:cs typeface="Century Gothic"/>
              </a:rPr>
              <a:t>0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420" name="object 420"/>
          <p:cNvSpPr txBox="1"/>
          <p:nvPr/>
        </p:nvSpPr>
        <p:spPr>
          <a:xfrm>
            <a:off x="11156950" y="3415029"/>
            <a:ext cx="41973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Century Gothic"/>
                <a:cs typeface="Century Gothic"/>
              </a:rPr>
              <a:t>19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421" name="object 421"/>
          <p:cNvSpPr txBox="1"/>
          <p:nvPr/>
        </p:nvSpPr>
        <p:spPr>
          <a:xfrm>
            <a:off x="11278869" y="9116059"/>
            <a:ext cx="2228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entury Gothic"/>
                <a:cs typeface="Century Gothic"/>
              </a:rPr>
              <a:t>0</a:t>
            </a:r>
            <a:endParaRPr sz="2800">
              <a:latin typeface="Century Gothic"/>
              <a:cs typeface="Century Gothic"/>
            </a:endParaRPr>
          </a:p>
        </p:txBody>
      </p:sp>
      <p:grpSp>
        <p:nvGrpSpPr>
          <p:cNvPr id="422" name="object 422"/>
          <p:cNvGrpSpPr/>
          <p:nvPr/>
        </p:nvGrpSpPr>
        <p:grpSpPr>
          <a:xfrm>
            <a:off x="534669" y="1267460"/>
            <a:ext cx="11935460" cy="736600"/>
            <a:chOff x="534669" y="1267460"/>
            <a:chExt cx="11935460" cy="736600"/>
          </a:xfrm>
        </p:grpSpPr>
        <p:pic>
          <p:nvPicPr>
            <p:cNvPr id="423" name="object 4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4669" y="1282700"/>
              <a:ext cx="11935460" cy="721359"/>
            </a:xfrm>
            <a:prstGeom prst="rect">
              <a:avLst/>
            </a:prstGeom>
          </p:spPr>
        </p:pic>
        <p:sp>
          <p:nvSpPr>
            <p:cNvPr id="424" name="object 424"/>
            <p:cNvSpPr/>
            <p:nvPr/>
          </p:nvSpPr>
          <p:spPr>
            <a:xfrm>
              <a:off x="538480" y="1267459"/>
              <a:ext cx="11927840" cy="17780"/>
            </a:xfrm>
            <a:custGeom>
              <a:avLst/>
              <a:gdLst/>
              <a:ahLst/>
              <a:cxnLst/>
              <a:rect l="l" t="t" r="r" b="b"/>
              <a:pathLst>
                <a:path w="11927840" h="1778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17780"/>
                  </a:lnTo>
                  <a:lnTo>
                    <a:pt x="11927840" y="1778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D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5" name="object 425"/>
            <p:cNvSpPr/>
            <p:nvPr/>
          </p:nvSpPr>
          <p:spPr>
            <a:xfrm>
              <a:off x="538479" y="128524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DE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6" name="object 426"/>
            <p:cNvSpPr/>
            <p:nvPr/>
          </p:nvSpPr>
          <p:spPr>
            <a:xfrm>
              <a:off x="538479" y="129413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DD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7" name="object 427"/>
            <p:cNvSpPr/>
            <p:nvPr/>
          </p:nvSpPr>
          <p:spPr>
            <a:xfrm>
              <a:off x="538479" y="130302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DC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8" name="object 428"/>
            <p:cNvSpPr/>
            <p:nvPr/>
          </p:nvSpPr>
          <p:spPr>
            <a:xfrm>
              <a:off x="538479" y="131191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DB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9" name="object 429"/>
            <p:cNvSpPr/>
            <p:nvPr/>
          </p:nvSpPr>
          <p:spPr>
            <a:xfrm>
              <a:off x="538479" y="132080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DA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0" name="object 430"/>
            <p:cNvSpPr/>
            <p:nvPr/>
          </p:nvSpPr>
          <p:spPr>
            <a:xfrm>
              <a:off x="538479" y="132969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D9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1" name="object 431"/>
            <p:cNvSpPr/>
            <p:nvPr/>
          </p:nvSpPr>
          <p:spPr>
            <a:xfrm>
              <a:off x="538479" y="133858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D8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2" name="object 432"/>
            <p:cNvSpPr/>
            <p:nvPr/>
          </p:nvSpPr>
          <p:spPr>
            <a:xfrm>
              <a:off x="538479" y="134747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D7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3" name="object 433"/>
            <p:cNvSpPr/>
            <p:nvPr/>
          </p:nvSpPr>
          <p:spPr>
            <a:xfrm>
              <a:off x="538479" y="135636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D6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4" name="object 434"/>
            <p:cNvSpPr/>
            <p:nvPr/>
          </p:nvSpPr>
          <p:spPr>
            <a:xfrm>
              <a:off x="538479" y="136525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D5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5" name="object 435"/>
            <p:cNvSpPr/>
            <p:nvPr/>
          </p:nvSpPr>
          <p:spPr>
            <a:xfrm>
              <a:off x="538479" y="137414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D4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6" name="object 436"/>
            <p:cNvSpPr/>
            <p:nvPr/>
          </p:nvSpPr>
          <p:spPr>
            <a:xfrm>
              <a:off x="538479" y="138303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D3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7" name="object 437"/>
            <p:cNvSpPr/>
            <p:nvPr/>
          </p:nvSpPr>
          <p:spPr>
            <a:xfrm>
              <a:off x="538479" y="139192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D2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8" name="object 438"/>
            <p:cNvSpPr/>
            <p:nvPr/>
          </p:nvSpPr>
          <p:spPr>
            <a:xfrm>
              <a:off x="538479" y="140081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D1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9" name="object 439"/>
            <p:cNvSpPr/>
            <p:nvPr/>
          </p:nvSpPr>
          <p:spPr>
            <a:xfrm>
              <a:off x="538479" y="140970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D0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0" name="object 440"/>
            <p:cNvSpPr/>
            <p:nvPr/>
          </p:nvSpPr>
          <p:spPr>
            <a:xfrm>
              <a:off x="538479" y="141859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CF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1" name="object 441"/>
            <p:cNvSpPr/>
            <p:nvPr/>
          </p:nvSpPr>
          <p:spPr>
            <a:xfrm>
              <a:off x="538479" y="142748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CE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2" name="object 442"/>
            <p:cNvSpPr/>
            <p:nvPr/>
          </p:nvSpPr>
          <p:spPr>
            <a:xfrm>
              <a:off x="538479" y="143637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CD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3" name="object 443"/>
            <p:cNvSpPr/>
            <p:nvPr/>
          </p:nvSpPr>
          <p:spPr>
            <a:xfrm>
              <a:off x="538480" y="1445259"/>
              <a:ext cx="11927840" cy="17780"/>
            </a:xfrm>
            <a:custGeom>
              <a:avLst/>
              <a:gdLst/>
              <a:ahLst/>
              <a:cxnLst/>
              <a:rect l="l" t="t" r="r" b="b"/>
              <a:pathLst>
                <a:path w="11927840" h="1778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17780"/>
                  </a:lnTo>
                  <a:lnTo>
                    <a:pt x="11927840" y="1778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CC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4" name="object 444"/>
            <p:cNvSpPr/>
            <p:nvPr/>
          </p:nvSpPr>
          <p:spPr>
            <a:xfrm>
              <a:off x="538479" y="146304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CA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5" name="object 445"/>
            <p:cNvSpPr/>
            <p:nvPr/>
          </p:nvSpPr>
          <p:spPr>
            <a:xfrm>
              <a:off x="538479" y="147193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C9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6" name="object 446"/>
            <p:cNvSpPr/>
            <p:nvPr/>
          </p:nvSpPr>
          <p:spPr>
            <a:xfrm>
              <a:off x="538479" y="148082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C8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7" name="object 447"/>
            <p:cNvSpPr/>
            <p:nvPr/>
          </p:nvSpPr>
          <p:spPr>
            <a:xfrm>
              <a:off x="538479" y="148971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C7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8" name="object 448"/>
            <p:cNvSpPr/>
            <p:nvPr/>
          </p:nvSpPr>
          <p:spPr>
            <a:xfrm>
              <a:off x="538479" y="149860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C6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9" name="object 449"/>
            <p:cNvSpPr/>
            <p:nvPr/>
          </p:nvSpPr>
          <p:spPr>
            <a:xfrm>
              <a:off x="538479" y="150749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C5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0" name="object 450"/>
            <p:cNvSpPr/>
            <p:nvPr/>
          </p:nvSpPr>
          <p:spPr>
            <a:xfrm>
              <a:off x="538479" y="151638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C4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1" name="object 451"/>
            <p:cNvSpPr/>
            <p:nvPr/>
          </p:nvSpPr>
          <p:spPr>
            <a:xfrm>
              <a:off x="538479" y="152527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C3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2" name="object 452"/>
            <p:cNvSpPr/>
            <p:nvPr/>
          </p:nvSpPr>
          <p:spPr>
            <a:xfrm>
              <a:off x="538479" y="153416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C2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3" name="object 453"/>
            <p:cNvSpPr/>
            <p:nvPr/>
          </p:nvSpPr>
          <p:spPr>
            <a:xfrm>
              <a:off x="538479" y="154305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C1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4" name="object 454"/>
            <p:cNvSpPr/>
            <p:nvPr/>
          </p:nvSpPr>
          <p:spPr>
            <a:xfrm>
              <a:off x="538479" y="155194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C0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5" name="object 455"/>
            <p:cNvSpPr/>
            <p:nvPr/>
          </p:nvSpPr>
          <p:spPr>
            <a:xfrm>
              <a:off x="538479" y="156083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BF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6" name="object 456"/>
            <p:cNvSpPr/>
            <p:nvPr/>
          </p:nvSpPr>
          <p:spPr>
            <a:xfrm>
              <a:off x="538479" y="156972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BE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7" name="object 457"/>
            <p:cNvSpPr/>
            <p:nvPr/>
          </p:nvSpPr>
          <p:spPr>
            <a:xfrm>
              <a:off x="538479" y="157861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BD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8" name="object 458"/>
            <p:cNvSpPr/>
            <p:nvPr/>
          </p:nvSpPr>
          <p:spPr>
            <a:xfrm>
              <a:off x="538479" y="158750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BC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9" name="object 459"/>
            <p:cNvSpPr/>
            <p:nvPr/>
          </p:nvSpPr>
          <p:spPr>
            <a:xfrm>
              <a:off x="538479" y="159639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BB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0" name="object 460"/>
            <p:cNvSpPr/>
            <p:nvPr/>
          </p:nvSpPr>
          <p:spPr>
            <a:xfrm>
              <a:off x="538479" y="160528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BA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1" name="object 461"/>
            <p:cNvSpPr/>
            <p:nvPr/>
          </p:nvSpPr>
          <p:spPr>
            <a:xfrm>
              <a:off x="538479" y="161417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90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B9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2" name="object 462"/>
            <p:cNvSpPr/>
            <p:nvPr/>
          </p:nvSpPr>
          <p:spPr>
            <a:xfrm>
              <a:off x="538479" y="1623060"/>
              <a:ext cx="11927840" cy="10160"/>
            </a:xfrm>
            <a:custGeom>
              <a:avLst/>
              <a:gdLst/>
              <a:ahLst/>
              <a:cxnLst/>
              <a:rect l="l" t="t" r="r" b="b"/>
              <a:pathLst>
                <a:path w="11927840" h="10160">
                  <a:moveTo>
                    <a:pt x="1192784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11927840" y="1016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B8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3" name="object 463"/>
            <p:cNvSpPr/>
            <p:nvPr/>
          </p:nvSpPr>
          <p:spPr>
            <a:xfrm>
              <a:off x="538479" y="163322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B7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4" name="object 464"/>
            <p:cNvSpPr/>
            <p:nvPr/>
          </p:nvSpPr>
          <p:spPr>
            <a:xfrm>
              <a:off x="538479" y="1642110"/>
              <a:ext cx="11927840" cy="7620"/>
            </a:xfrm>
            <a:custGeom>
              <a:avLst/>
              <a:gdLst/>
              <a:ahLst/>
              <a:cxnLst/>
              <a:rect l="l" t="t" r="r" b="b"/>
              <a:pathLst>
                <a:path w="11927840" h="7619">
                  <a:moveTo>
                    <a:pt x="1192784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11927840" y="762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B6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5" name="object 465"/>
            <p:cNvSpPr/>
            <p:nvPr/>
          </p:nvSpPr>
          <p:spPr>
            <a:xfrm>
              <a:off x="538479" y="164973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B5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6" name="object 466"/>
            <p:cNvSpPr/>
            <p:nvPr/>
          </p:nvSpPr>
          <p:spPr>
            <a:xfrm>
              <a:off x="538479" y="1658620"/>
              <a:ext cx="11927840" cy="10160"/>
            </a:xfrm>
            <a:custGeom>
              <a:avLst/>
              <a:gdLst/>
              <a:ahLst/>
              <a:cxnLst/>
              <a:rect l="l" t="t" r="r" b="b"/>
              <a:pathLst>
                <a:path w="11927840" h="10160">
                  <a:moveTo>
                    <a:pt x="11927840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11927840" y="1015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B4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7" name="object 467"/>
            <p:cNvSpPr/>
            <p:nvPr/>
          </p:nvSpPr>
          <p:spPr>
            <a:xfrm>
              <a:off x="538479" y="166878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B3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8" name="object 468"/>
            <p:cNvSpPr/>
            <p:nvPr/>
          </p:nvSpPr>
          <p:spPr>
            <a:xfrm>
              <a:off x="538479" y="1677670"/>
              <a:ext cx="11927840" cy="7620"/>
            </a:xfrm>
            <a:custGeom>
              <a:avLst/>
              <a:gdLst/>
              <a:ahLst/>
              <a:cxnLst/>
              <a:rect l="l" t="t" r="r" b="b"/>
              <a:pathLst>
                <a:path w="11927840" h="7619">
                  <a:moveTo>
                    <a:pt x="1192784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11927840" y="762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B2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9" name="object 469"/>
            <p:cNvSpPr/>
            <p:nvPr/>
          </p:nvSpPr>
          <p:spPr>
            <a:xfrm>
              <a:off x="538479" y="1685290"/>
              <a:ext cx="11927840" cy="10160"/>
            </a:xfrm>
            <a:custGeom>
              <a:avLst/>
              <a:gdLst/>
              <a:ahLst/>
              <a:cxnLst/>
              <a:rect l="l" t="t" r="r" b="b"/>
              <a:pathLst>
                <a:path w="11927840" h="10160">
                  <a:moveTo>
                    <a:pt x="11927840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11927840" y="1015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B1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0" name="object 470"/>
            <p:cNvSpPr/>
            <p:nvPr/>
          </p:nvSpPr>
          <p:spPr>
            <a:xfrm>
              <a:off x="538479" y="169545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B0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1" name="object 471"/>
            <p:cNvSpPr/>
            <p:nvPr/>
          </p:nvSpPr>
          <p:spPr>
            <a:xfrm>
              <a:off x="538479" y="170434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AF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2" name="object 472"/>
            <p:cNvSpPr/>
            <p:nvPr/>
          </p:nvSpPr>
          <p:spPr>
            <a:xfrm>
              <a:off x="538479" y="171323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AE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3" name="object 473"/>
            <p:cNvSpPr/>
            <p:nvPr/>
          </p:nvSpPr>
          <p:spPr>
            <a:xfrm>
              <a:off x="538479" y="172212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AD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4" name="object 474"/>
            <p:cNvSpPr/>
            <p:nvPr/>
          </p:nvSpPr>
          <p:spPr>
            <a:xfrm>
              <a:off x="538479" y="173101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AC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5" name="object 475"/>
            <p:cNvSpPr/>
            <p:nvPr/>
          </p:nvSpPr>
          <p:spPr>
            <a:xfrm>
              <a:off x="538479" y="173990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AB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6" name="object 476"/>
            <p:cNvSpPr/>
            <p:nvPr/>
          </p:nvSpPr>
          <p:spPr>
            <a:xfrm>
              <a:off x="538479" y="174879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AA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7" name="object 477"/>
            <p:cNvSpPr/>
            <p:nvPr/>
          </p:nvSpPr>
          <p:spPr>
            <a:xfrm>
              <a:off x="538479" y="175768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A9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8" name="object 478"/>
            <p:cNvSpPr/>
            <p:nvPr/>
          </p:nvSpPr>
          <p:spPr>
            <a:xfrm>
              <a:off x="538479" y="176657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A8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9" name="object 479"/>
            <p:cNvSpPr/>
            <p:nvPr/>
          </p:nvSpPr>
          <p:spPr>
            <a:xfrm>
              <a:off x="538479" y="177546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A7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0" name="object 480"/>
            <p:cNvSpPr/>
            <p:nvPr/>
          </p:nvSpPr>
          <p:spPr>
            <a:xfrm>
              <a:off x="538479" y="178435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A6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1" name="object 481"/>
            <p:cNvSpPr/>
            <p:nvPr/>
          </p:nvSpPr>
          <p:spPr>
            <a:xfrm>
              <a:off x="538479" y="179324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A5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2" name="object 482"/>
            <p:cNvSpPr/>
            <p:nvPr/>
          </p:nvSpPr>
          <p:spPr>
            <a:xfrm>
              <a:off x="538479" y="180213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A4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3" name="object 483"/>
            <p:cNvSpPr/>
            <p:nvPr/>
          </p:nvSpPr>
          <p:spPr>
            <a:xfrm>
              <a:off x="538479" y="181102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A3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4" name="object 484"/>
            <p:cNvSpPr/>
            <p:nvPr/>
          </p:nvSpPr>
          <p:spPr>
            <a:xfrm>
              <a:off x="538479" y="181991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A2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5" name="object 485"/>
            <p:cNvSpPr/>
            <p:nvPr/>
          </p:nvSpPr>
          <p:spPr>
            <a:xfrm>
              <a:off x="538479" y="182880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A1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6" name="object 486"/>
            <p:cNvSpPr/>
            <p:nvPr/>
          </p:nvSpPr>
          <p:spPr>
            <a:xfrm>
              <a:off x="538479" y="183769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A0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7" name="object 487"/>
            <p:cNvSpPr/>
            <p:nvPr/>
          </p:nvSpPr>
          <p:spPr>
            <a:xfrm>
              <a:off x="538479" y="184658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9F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8" name="object 488"/>
            <p:cNvSpPr/>
            <p:nvPr/>
          </p:nvSpPr>
          <p:spPr>
            <a:xfrm>
              <a:off x="538479" y="185547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9E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9" name="object 489"/>
            <p:cNvSpPr/>
            <p:nvPr/>
          </p:nvSpPr>
          <p:spPr>
            <a:xfrm>
              <a:off x="538479" y="186436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9D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0" name="object 490"/>
            <p:cNvSpPr/>
            <p:nvPr/>
          </p:nvSpPr>
          <p:spPr>
            <a:xfrm>
              <a:off x="538479" y="187325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9C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1" name="object 491"/>
            <p:cNvSpPr/>
            <p:nvPr/>
          </p:nvSpPr>
          <p:spPr>
            <a:xfrm>
              <a:off x="538479" y="188214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9B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2" name="object 492"/>
            <p:cNvSpPr/>
            <p:nvPr/>
          </p:nvSpPr>
          <p:spPr>
            <a:xfrm>
              <a:off x="538479" y="189103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9A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3" name="object 493"/>
            <p:cNvSpPr/>
            <p:nvPr/>
          </p:nvSpPr>
          <p:spPr>
            <a:xfrm>
              <a:off x="538479" y="189992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99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4" name="object 494"/>
            <p:cNvSpPr/>
            <p:nvPr/>
          </p:nvSpPr>
          <p:spPr>
            <a:xfrm>
              <a:off x="538479" y="190881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99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5" name="object 495"/>
            <p:cNvSpPr/>
            <p:nvPr/>
          </p:nvSpPr>
          <p:spPr>
            <a:xfrm>
              <a:off x="538479" y="191770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97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6" name="object 496"/>
            <p:cNvSpPr/>
            <p:nvPr/>
          </p:nvSpPr>
          <p:spPr>
            <a:xfrm>
              <a:off x="538479" y="192659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96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7" name="object 497"/>
            <p:cNvSpPr/>
            <p:nvPr/>
          </p:nvSpPr>
          <p:spPr>
            <a:xfrm>
              <a:off x="538479" y="193548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95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8" name="object 498"/>
            <p:cNvSpPr/>
            <p:nvPr/>
          </p:nvSpPr>
          <p:spPr>
            <a:xfrm>
              <a:off x="538479" y="194437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94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9" name="object 499"/>
            <p:cNvSpPr/>
            <p:nvPr/>
          </p:nvSpPr>
          <p:spPr>
            <a:xfrm>
              <a:off x="538479" y="195326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93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0" name="object 500"/>
            <p:cNvSpPr/>
            <p:nvPr/>
          </p:nvSpPr>
          <p:spPr>
            <a:xfrm>
              <a:off x="538479" y="196215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7840" y="8890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92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1" name="object 501"/>
            <p:cNvSpPr/>
            <p:nvPr/>
          </p:nvSpPr>
          <p:spPr>
            <a:xfrm>
              <a:off x="538479" y="1971040"/>
              <a:ext cx="11927840" cy="8890"/>
            </a:xfrm>
            <a:custGeom>
              <a:avLst/>
              <a:gdLst/>
              <a:ahLst/>
              <a:cxnLst/>
              <a:rect l="l" t="t" r="r" b="b"/>
              <a:pathLst>
                <a:path w="11927840" h="8889">
                  <a:moveTo>
                    <a:pt x="1192784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7840" y="8889"/>
                  </a:lnTo>
                  <a:lnTo>
                    <a:pt x="11927840" y="0"/>
                  </a:lnTo>
                  <a:close/>
                </a:path>
              </a:pathLst>
            </a:custGeom>
            <a:solidFill>
              <a:srgbClr val="91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2" name="object 502"/>
          <p:cNvSpPr txBox="1"/>
          <p:nvPr/>
        </p:nvSpPr>
        <p:spPr>
          <a:xfrm>
            <a:off x="539750" y="1267460"/>
            <a:ext cx="11925300" cy="711200"/>
          </a:xfrm>
          <a:prstGeom prst="rect">
            <a:avLst/>
          </a:prstGeom>
          <a:ln w="9344">
            <a:solidFill>
              <a:srgbClr val="00CC97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9"/>
              </a:spcBef>
            </a:pPr>
            <a:r>
              <a:rPr sz="4000" b="1" dirty="0">
                <a:latin typeface="Century Gothic"/>
                <a:cs typeface="Century Gothic"/>
              </a:rPr>
              <a:t>Bit</a:t>
            </a:r>
            <a:r>
              <a:rPr sz="4000" b="1" spc="-5" dirty="0">
                <a:latin typeface="Century Gothic"/>
                <a:cs typeface="Century Gothic"/>
              </a:rPr>
              <a:t> </a:t>
            </a:r>
            <a:r>
              <a:rPr sz="4000" b="1" spc="-10" dirty="0">
                <a:latin typeface="Century Gothic"/>
                <a:cs typeface="Century Gothic"/>
              </a:rPr>
              <a:t>Depth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503" name="object 503"/>
          <p:cNvSpPr txBox="1">
            <a:spLocks noGrp="1"/>
          </p:cNvSpPr>
          <p:nvPr>
            <p:ph type="title"/>
          </p:nvPr>
        </p:nvSpPr>
        <p:spPr>
          <a:xfrm>
            <a:off x="2913379" y="93980"/>
            <a:ext cx="715327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“Intensity”</a:t>
            </a:r>
            <a:r>
              <a:rPr spc="-35" dirty="0"/>
              <a:t> </a:t>
            </a:r>
            <a:r>
              <a:rPr spc="-10" dirty="0"/>
              <a:t>Digitisation</a:t>
            </a:r>
          </a:p>
        </p:txBody>
      </p:sp>
      <p:sp>
        <p:nvSpPr>
          <p:cNvPr id="504" name="object 504"/>
          <p:cNvSpPr/>
          <p:nvPr/>
        </p:nvSpPr>
        <p:spPr>
          <a:xfrm>
            <a:off x="328929" y="1065530"/>
            <a:ext cx="12344400" cy="2540"/>
          </a:xfrm>
          <a:custGeom>
            <a:avLst/>
            <a:gdLst/>
            <a:ahLst/>
            <a:cxnLst/>
            <a:rect l="l" t="t" r="r" b="b"/>
            <a:pathLst>
              <a:path w="12344400" h="2540">
                <a:moveTo>
                  <a:pt x="0" y="0"/>
                </a:moveTo>
                <a:lnTo>
                  <a:pt x="12344400" y="2540"/>
                </a:lnTo>
              </a:path>
            </a:pathLst>
          </a:custGeom>
          <a:ln w="50676">
            <a:solidFill>
              <a:srgbClr val="2C2C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55" name="Picture 754">
            <a:extLst>
              <a:ext uri="{FF2B5EF4-FFF2-40B4-BE49-F238E27FC236}">
                <a16:creationId xmlns:a16="http://schemas.microsoft.com/office/drawing/2014/main" id="{14A2CB06-85A0-228B-B566-D6AAB79671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6121401" y="3581400"/>
            <a:ext cx="621846" cy="595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5015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890" y="64769"/>
            <a:ext cx="11971019" cy="830997"/>
          </a:xfrm>
        </p:spPr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0" y="459631"/>
            <a:ext cx="11283385" cy="9218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74458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xel grid" descr="\\sdu-data0.c.sdu.dk\staff\bjarnet\fiji course\pixel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5990" y="1804459"/>
            <a:ext cx="3789221" cy="3789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767644" y="370276"/>
            <a:ext cx="11572204" cy="1055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hangingPunct="0"/>
            <a:r>
              <a:rPr lang="en-US" sz="6258" dirty="0">
                <a:latin typeface="+mj-lt"/>
              </a:rPr>
              <a:t>Brief explanation of digital imaging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779310" y="1798655"/>
                <a:ext cx="19206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/>
                        </a:rPr>
                        <m:t>8 </m:t>
                      </m:r>
                      <m:r>
                        <m:rPr>
                          <m:sty m:val="p"/>
                        </m:rPr>
                        <a:rPr lang="da-DK" b="0" i="0" smtClean="0">
                          <a:latin typeface="Cambria Math"/>
                        </a:rPr>
                        <m:t>bit</m:t>
                      </m:r>
                      <m:r>
                        <a:rPr lang="da-DK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b="0" i="1" smtClean="0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da-DK" b="0" i="1" smtClean="0">
                              <a:latin typeface="Cambria Math"/>
                            </a:rPr>
                            <m:t>8</m:t>
                          </m:r>
                        </m:sup>
                      </m:sSup>
                      <m:r>
                        <a:rPr lang="da-DK" b="0" i="1" smtClean="0">
                          <a:latin typeface="Cambria Math"/>
                        </a:rPr>
                        <m:t>=256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310" y="1798655"/>
                <a:ext cx="192065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24837" y="2623748"/>
          <a:ext cx="5401300" cy="31633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70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05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71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0192">
                <a:tc>
                  <a:txBody>
                    <a:bodyPr/>
                    <a:lstStyle/>
                    <a:p>
                      <a:r>
                        <a:rPr lang="en-US" sz="2600" dirty="0"/>
                        <a:t>Binary</a:t>
                      </a:r>
                    </a:p>
                  </a:txBody>
                  <a:tcPr marL="130048" marR="130048" marT="65024" marB="65024"/>
                </a:tc>
                <a:tc>
                  <a:txBody>
                    <a:bodyPr/>
                    <a:lstStyle/>
                    <a:p>
                      <a:r>
                        <a:rPr lang="en-US" sz="2600" dirty="0"/>
                        <a:t>Hex</a:t>
                      </a:r>
                    </a:p>
                  </a:txBody>
                  <a:tcPr marL="130048" marR="130048" marT="65024" marB="65024"/>
                </a:tc>
                <a:tc>
                  <a:txBody>
                    <a:bodyPr/>
                    <a:lstStyle/>
                    <a:p>
                      <a:r>
                        <a:rPr lang="en-US" sz="2600" dirty="0"/>
                        <a:t>Decimal</a:t>
                      </a:r>
                    </a:p>
                  </a:txBody>
                  <a:tcPr marL="130048" marR="130048" marT="65024" marB="65024"/>
                </a:tc>
                <a:tc>
                  <a:txBody>
                    <a:bodyPr/>
                    <a:lstStyle/>
                    <a:p>
                      <a:r>
                        <a:rPr lang="en-US" sz="2600" dirty="0"/>
                        <a:t>Color</a:t>
                      </a:r>
                    </a:p>
                  </a:txBody>
                  <a:tcPr marL="130048" marR="130048" marT="65024" marB="6502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417">
                <a:tc>
                  <a:txBody>
                    <a:bodyPr/>
                    <a:lstStyle/>
                    <a:p>
                      <a:r>
                        <a:rPr lang="en-US" sz="2600" dirty="0"/>
                        <a:t>00000000</a:t>
                      </a:r>
                    </a:p>
                  </a:txBody>
                  <a:tcPr marL="130048" marR="130048" marT="65024" marB="65024"/>
                </a:tc>
                <a:tc>
                  <a:txBody>
                    <a:bodyPr/>
                    <a:lstStyle/>
                    <a:p>
                      <a:r>
                        <a:rPr lang="en-US" sz="2600" dirty="0"/>
                        <a:t>00</a:t>
                      </a:r>
                    </a:p>
                  </a:txBody>
                  <a:tcPr marL="130048" marR="130048" marT="65024" marB="65024"/>
                </a:tc>
                <a:tc>
                  <a:txBody>
                    <a:bodyPr/>
                    <a:lstStyle/>
                    <a:p>
                      <a:r>
                        <a:rPr lang="en-US" sz="2600" dirty="0"/>
                        <a:t>0</a:t>
                      </a:r>
                    </a:p>
                  </a:txBody>
                  <a:tcPr marL="130048" marR="130048" marT="65024" marB="65024"/>
                </a:tc>
                <a:tc>
                  <a:txBody>
                    <a:bodyPr/>
                    <a:lstStyle/>
                    <a:p>
                      <a:r>
                        <a:rPr lang="en-US" sz="2600" dirty="0"/>
                        <a:t>Black</a:t>
                      </a:r>
                    </a:p>
                  </a:txBody>
                  <a:tcPr marL="130048" marR="130048" marT="65024" marB="6502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417">
                <a:tc>
                  <a:txBody>
                    <a:bodyPr/>
                    <a:lstStyle/>
                    <a:p>
                      <a:r>
                        <a:rPr lang="en-US" sz="2600" dirty="0"/>
                        <a:t>11111111</a:t>
                      </a:r>
                    </a:p>
                  </a:txBody>
                  <a:tcPr marL="130048" marR="130048" marT="65024" marB="65024"/>
                </a:tc>
                <a:tc>
                  <a:txBody>
                    <a:bodyPr/>
                    <a:lstStyle/>
                    <a:p>
                      <a:r>
                        <a:rPr lang="en-US" sz="2600" dirty="0"/>
                        <a:t>FF</a:t>
                      </a:r>
                    </a:p>
                  </a:txBody>
                  <a:tcPr marL="130048" marR="130048" marT="65024" marB="65024"/>
                </a:tc>
                <a:tc>
                  <a:txBody>
                    <a:bodyPr/>
                    <a:lstStyle/>
                    <a:p>
                      <a:r>
                        <a:rPr lang="en-US" sz="2600" dirty="0"/>
                        <a:t>255</a:t>
                      </a:r>
                    </a:p>
                  </a:txBody>
                  <a:tcPr marL="130048" marR="130048" marT="65024" marB="65024"/>
                </a:tc>
                <a:tc>
                  <a:txBody>
                    <a:bodyPr/>
                    <a:lstStyle/>
                    <a:p>
                      <a:r>
                        <a:rPr lang="en-US" sz="2600" dirty="0"/>
                        <a:t>White</a:t>
                      </a:r>
                    </a:p>
                  </a:txBody>
                  <a:tcPr marL="130048" marR="130048" marT="65024" marB="6502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417">
                <a:tc>
                  <a:txBody>
                    <a:bodyPr/>
                    <a:lstStyle/>
                    <a:p>
                      <a:endParaRPr lang="en-US" sz="2600" dirty="0"/>
                    </a:p>
                  </a:txBody>
                  <a:tcPr marL="130048" marR="130048" marT="65024" marB="65024"/>
                </a:tc>
                <a:tc>
                  <a:txBody>
                    <a:bodyPr/>
                    <a:lstStyle/>
                    <a:p>
                      <a:endParaRPr lang="en-US" sz="2600" dirty="0"/>
                    </a:p>
                  </a:txBody>
                  <a:tcPr marL="130048" marR="130048" marT="65024" marB="65024"/>
                </a:tc>
                <a:tc>
                  <a:txBody>
                    <a:bodyPr/>
                    <a:lstStyle/>
                    <a:p>
                      <a:endParaRPr lang="en-US" sz="2600" dirty="0"/>
                    </a:p>
                  </a:txBody>
                  <a:tcPr marL="130048" marR="130048" marT="65024" marB="65024"/>
                </a:tc>
                <a:tc>
                  <a:txBody>
                    <a:bodyPr/>
                    <a:lstStyle/>
                    <a:p>
                      <a:endParaRPr lang="en-US" sz="2600" dirty="0"/>
                    </a:p>
                  </a:txBody>
                  <a:tcPr marL="130048" marR="130048" marT="65024" marB="6502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417">
                <a:tc>
                  <a:txBody>
                    <a:bodyPr/>
                    <a:lstStyle/>
                    <a:p>
                      <a:endParaRPr lang="en-US" sz="2600" dirty="0"/>
                    </a:p>
                  </a:txBody>
                  <a:tcPr marL="130048" marR="130048" marT="65024" marB="65024"/>
                </a:tc>
                <a:tc>
                  <a:txBody>
                    <a:bodyPr/>
                    <a:lstStyle/>
                    <a:p>
                      <a:endParaRPr lang="en-US" sz="2600" dirty="0"/>
                    </a:p>
                  </a:txBody>
                  <a:tcPr marL="130048" marR="130048" marT="65024" marB="65024"/>
                </a:tc>
                <a:tc>
                  <a:txBody>
                    <a:bodyPr/>
                    <a:lstStyle/>
                    <a:p>
                      <a:endParaRPr lang="en-US" sz="2600" dirty="0"/>
                    </a:p>
                  </a:txBody>
                  <a:tcPr marL="130048" marR="130048" marT="65024" marB="65024"/>
                </a:tc>
                <a:tc>
                  <a:txBody>
                    <a:bodyPr/>
                    <a:lstStyle/>
                    <a:p>
                      <a:endParaRPr lang="en-US" sz="2600" dirty="0"/>
                    </a:p>
                  </a:txBody>
                  <a:tcPr marL="130048" marR="130048" marT="65024" marB="6502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417">
                <a:tc>
                  <a:txBody>
                    <a:bodyPr/>
                    <a:lstStyle/>
                    <a:p>
                      <a:r>
                        <a:rPr lang="en-US" sz="2600" dirty="0"/>
                        <a:t>10111001</a:t>
                      </a:r>
                    </a:p>
                  </a:txBody>
                  <a:tcPr marL="130048" marR="130048" marT="65024" marB="65024"/>
                </a:tc>
                <a:tc>
                  <a:txBody>
                    <a:bodyPr/>
                    <a:lstStyle/>
                    <a:p>
                      <a:r>
                        <a:rPr lang="en-US" sz="2600" dirty="0"/>
                        <a:t>B9</a:t>
                      </a:r>
                    </a:p>
                  </a:txBody>
                  <a:tcPr marL="130048" marR="130048" marT="65024" marB="65024"/>
                </a:tc>
                <a:tc>
                  <a:txBody>
                    <a:bodyPr/>
                    <a:lstStyle/>
                    <a:p>
                      <a:r>
                        <a:rPr lang="en-US" sz="2600" dirty="0"/>
                        <a:t>185</a:t>
                      </a:r>
                    </a:p>
                  </a:txBody>
                  <a:tcPr marL="130048" marR="130048" marT="65024" marB="65024"/>
                </a:tc>
                <a:tc>
                  <a:txBody>
                    <a:bodyPr/>
                    <a:lstStyle/>
                    <a:p>
                      <a:r>
                        <a:rPr lang="en-US" sz="2600" dirty="0"/>
                        <a:t>Gray</a:t>
                      </a:r>
                    </a:p>
                  </a:txBody>
                  <a:tcPr marL="130048" marR="130048" marT="65024" marB="6502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 flipV="1">
            <a:off x="6297577" y="3852686"/>
            <a:ext cx="4198866" cy="163858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67644" y="4979211"/>
            <a:ext cx="5529933" cy="10241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725488" y="1798655"/>
            <a:ext cx="3506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Black, white, 254 shades of gray</a:t>
            </a:r>
          </a:p>
        </p:txBody>
      </p:sp>
      <p:cxnSp>
        <p:nvCxnSpPr>
          <p:cNvPr id="15" name="Straight Arrow Connector 14"/>
          <p:cNvCxnSpPr>
            <a:stCxn id="2" idx="3"/>
            <a:endCxn id="13" idx="1"/>
          </p:cNvCxnSpPr>
          <p:nvPr/>
        </p:nvCxnSpPr>
        <p:spPr>
          <a:xfrm>
            <a:off x="2699964" y="1983321"/>
            <a:ext cx="102552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9310" y="5900914"/>
            <a:ext cx="4281941" cy="5300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44" b="1" dirty="0"/>
              <a:t>Color-table dependent! </a:t>
            </a:r>
          </a:p>
        </p:txBody>
      </p:sp>
      <p:pic>
        <p:nvPicPr>
          <p:cNvPr id="3075" name="gray lut" descr="\\sdu-data0.c.sdu.dk\staff\bjarnet\fiji course\gray lut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8" t="17894" r="27857" b="19769"/>
          <a:stretch/>
        </p:blipFill>
        <p:spPr bwMode="auto">
          <a:xfrm>
            <a:off x="869775" y="6577117"/>
            <a:ext cx="2576878" cy="2600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green lut" descr="\\sdu-data0.c.sdu.dk\staff\bjarnet\fiji course\green lut.PN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6" t="17892" r="27659" b="19771"/>
          <a:stretch/>
        </p:blipFill>
        <p:spPr bwMode="auto">
          <a:xfrm>
            <a:off x="3572467" y="6577117"/>
            <a:ext cx="2600961" cy="2600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thermal lut" descr="\\sdu-data0.c.sdu.dk\staff\bjarnet\fiji course\thermal lut.PN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8" t="17658" r="27635" b="20005"/>
          <a:stretch/>
        </p:blipFill>
        <p:spPr bwMode="auto">
          <a:xfrm>
            <a:off x="6299242" y="6577116"/>
            <a:ext cx="2589808" cy="2600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5 ramps lut" descr="\\sdu-data0.c.sdu.dk\staff\bjarnet\fiji course\5 ramps lut.PNG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8" t="18015" r="27511" b="20297"/>
          <a:stretch/>
        </p:blipFill>
        <p:spPr bwMode="auto">
          <a:xfrm>
            <a:off x="9014864" y="6590665"/>
            <a:ext cx="2571474" cy="2573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1249778" y="9075667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Gray LUT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43955" y="9075667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Green LUT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1662" y="9075667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Thermal LUT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7132" y="9075667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 ramps LUT</a:t>
            </a:r>
          </a:p>
        </p:txBody>
      </p:sp>
    </p:spTree>
    <p:extLst>
      <p:ext uri="{BB962C8B-B14F-4D97-AF65-F5344CB8AC3E}">
        <p14:creationId xmlns:p14="http://schemas.microsoft.com/office/powerpoint/2010/main" val="337414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7" grpId="0"/>
      <p:bldP spid="18" grpId="0"/>
      <p:bldP spid="24" grpId="0"/>
      <p:bldP spid="25" grpId="0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150" y="7306309"/>
            <a:ext cx="4387850" cy="219456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8404859" y="7009130"/>
            <a:ext cx="4367530" cy="2595880"/>
            <a:chOff x="8404859" y="7009130"/>
            <a:chExt cx="4367530" cy="259588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25190" y="8324850"/>
              <a:ext cx="4347198" cy="1280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404859" y="8303260"/>
              <a:ext cx="4344670" cy="1272540"/>
            </a:xfrm>
            <a:custGeom>
              <a:avLst/>
              <a:gdLst/>
              <a:ahLst/>
              <a:cxnLst/>
              <a:rect l="l" t="t" r="r" b="b"/>
              <a:pathLst>
                <a:path w="4344670" h="1272540">
                  <a:moveTo>
                    <a:pt x="4344670" y="0"/>
                  </a:moveTo>
                  <a:lnTo>
                    <a:pt x="0" y="0"/>
                  </a:lnTo>
                  <a:lnTo>
                    <a:pt x="0" y="1272540"/>
                  </a:lnTo>
                  <a:lnTo>
                    <a:pt x="4344670" y="1272540"/>
                  </a:lnTo>
                  <a:lnTo>
                    <a:pt x="43446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20099" y="7030720"/>
              <a:ext cx="4253230" cy="92328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404859" y="7009130"/>
              <a:ext cx="4245610" cy="915669"/>
            </a:xfrm>
            <a:custGeom>
              <a:avLst/>
              <a:gdLst/>
              <a:ahLst/>
              <a:cxnLst/>
              <a:rect l="l" t="t" r="r" b="b"/>
              <a:pathLst>
                <a:path w="4245609" h="915670">
                  <a:moveTo>
                    <a:pt x="4245610" y="0"/>
                  </a:moveTo>
                  <a:lnTo>
                    <a:pt x="0" y="0"/>
                  </a:lnTo>
                  <a:lnTo>
                    <a:pt x="0" y="915670"/>
                  </a:lnTo>
                  <a:lnTo>
                    <a:pt x="4245610" y="915670"/>
                  </a:lnTo>
                  <a:lnTo>
                    <a:pt x="42456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1016000" y="7802880"/>
            <a:ext cx="457200" cy="838200"/>
          </a:xfrm>
          <a:custGeom>
            <a:avLst/>
            <a:gdLst/>
            <a:ahLst/>
            <a:cxnLst/>
            <a:rect l="l" t="t" r="r" b="b"/>
            <a:pathLst>
              <a:path w="457200" h="838200">
                <a:moveTo>
                  <a:pt x="228600" y="838200"/>
                </a:moveTo>
                <a:lnTo>
                  <a:pt x="0" y="838200"/>
                </a:lnTo>
                <a:lnTo>
                  <a:pt x="0" y="0"/>
                </a:lnTo>
                <a:lnTo>
                  <a:pt x="457200" y="0"/>
                </a:lnTo>
                <a:lnTo>
                  <a:pt x="457200" y="838200"/>
                </a:lnTo>
                <a:lnTo>
                  <a:pt x="228600" y="838200"/>
                </a:lnTo>
                <a:close/>
              </a:path>
            </a:pathLst>
          </a:custGeom>
          <a:ln w="934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89170" y="8088630"/>
            <a:ext cx="3312160" cy="374650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179070" y="4956809"/>
            <a:ext cx="4387850" cy="2194560"/>
            <a:chOff x="179070" y="4956809"/>
            <a:chExt cx="4387850" cy="219456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9070" y="4956809"/>
              <a:ext cx="4387850" cy="219456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14730" y="5485129"/>
              <a:ext cx="457200" cy="838200"/>
            </a:xfrm>
            <a:custGeom>
              <a:avLst/>
              <a:gdLst/>
              <a:ahLst/>
              <a:cxnLst/>
              <a:rect l="l" t="t" r="r" b="b"/>
              <a:pathLst>
                <a:path w="457200" h="838200">
                  <a:moveTo>
                    <a:pt x="228600" y="838200"/>
                  </a:moveTo>
                  <a:lnTo>
                    <a:pt x="0" y="838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838200"/>
                  </a:lnTo>
                  <a:lnTo>
                    <a:pt x="228600" y="838200"/>
                  </a:lnTo>
                  <a:close/>
                </a:path>
              </a:pathLst>
            </a:custGeom>
            <a:ln w="93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8404859" y="5789929"/>
            <a:ext cx="4368800" cy="563880"/>
            <a:chOff x="8404859" y="5789929"/>
            <a:chExt cx="4368800" cy="56388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20099" y="5812789"/>
              <a:ext cx="4353559" cy="54102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404859" y="5789929"/>
              <a:ext cx="4344670" cy="533400"/>
            </a:xfrm>
            <a:custGeom>
              <a:avLst/>
              <a:gdLst/>
              <a:ahLst/>
              <a:cxnLst/>
              <a:rect l="l" t="t" r="r" b="b"/>
              <a:pathLst>
                <a:path w="4344670" h="533400">
                  <a:moveTo>
                    <a:pt x="434467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4344670" y="533400"/>
                  </a:lnTo>
                  <a:lnTo>
                    <a:pt x="43446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404859" y="5791200"/>
            <a:ext cx="4343400" cy="530860"/>
          </a:xfrm>
          <a:prstGeom prst="rect">
            <a:avLst/>
          </a:prstGeom>
          <a:ln w="9344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629"/>
              </a:lnSpc>
            </a:pPr>
            <a:r>
              <a:rPr sz="3200" dirty="0">
                <a:latin typeface="Century Gothic"/>
                <a:cs typeface="Century Gothic"/>
              </a:rPr>
              <a:t>Grayscale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-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linear</a:t>
            </a:r>
            <a:endParaRPr sz="3200">
              <a:latin typeface="Century Gothic"/>
              <a:cs typeface="Century Gothic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81957" y="5860187"/>
            <a:ext cx="3327854" cy="392884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177800" y="160020"/>
            <a:ext cx="4387850" cy="2194560"/>
            <a:chOff x="177800" y="160020"/>
            <a:chExt cx="4387850" cy="2194560"/>
          </a:xfrm>
        </p:grpSpPr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7800" y="160020"/>
              <a:ext cx="4387850" cy="219456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016000" y="648970"/>
              <a:ext cx="457200" cy="838200"/>
            </a:xfrm>
            <a:custGeom>
              <a:avLst/>
              <a:gdLst/>
              <a:ahLst/>
              <a:cxnLst/>
              <a:rect l="l" t="t" r="r" b="b"/>
              <a:pathLst>
                <a:path w="457200" h="838200">
                  <a:moveTo>
                    <a:pt x="228600" y="838200"/>
                  </a:moveTo>
                  <a:lnTo>
                    <a:pt x="0" y="838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838200"/>
                  </a:lnTo>
                  <a:lnTo>
                    <a:pt x="228600" y="838200"/>
                  </a:lnTo>
                  <a:close/>
                </a:path>
              </a:pathLst>
            </a:custGeom>
            <a:ln w="93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789170" y="1071880"/>
            <a:ext cx="3312160" cy="374650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8404859" y="911860"/>
            <a:ext cx="4368800" cy="717550"/>
            <a:chOff x="8404859" y="911860"/>
            <a:chExt cx="4368800" cy="717550"/>
          </a:xfrm>
        </p:grpSpPr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420099" y="933450"/>
              <a:ext cx="4353559" cy="69595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404859" y="911860"/>
              <a:ext cx="4344670" cy="687070"/>
            </a:xfrm>
            <a:custGeom>
              <a:avLst/>
              <a:gdLst/>
              <a:ahLst/>
              <a:cxnLst/>
              <a:rect l="l" t="t" r="r" b="b"/>
              <a:pathLst>
                <a:path w="4344670" h="687069">
                  <a:moveTo>
                    <a:pt x="4344670" y="0"/>
                  </a:moveTo>
                  <a:lnTo>
                    <a:pt x="0" y="0"/>
                  </a:lnTo>
                  <a:lnTo>
                    <a:pt x="0" y="687070"/>
                  </a:lnTo>
                  <a:lnTo>
                    <a:pt x="4344670" y="687070"/>
                  </a:lnTo>
                  <a:lnTo>
                    <a:pt x="43446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8404859" y="913130"/>
            <a:ext cx="4343400" cy="685800"/>
          </a:xfrm>
          <a:prstGeom prst="rect">
            <a:avLst/>
          </a:prstGeom>
          <a:ln w="9344">
            <a:solidFill>
              <a:srgbClr val="7E7E7E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90"/>
              </a:spcBef>
            </a:pPr>
            <a:r>
              <a:rPr sz="3200" dirty="0"/>
              <a:t>“original”</a:t>
            </a:r>
            <a:r>
              <a:rPr sz="3200" spc="-15" dirty="0"/>
              <a:t> </a:t>
            </a:r>
            <a:r>
              <a:rPr sz="3200" dirty="0"/>
              <a:t>-</a:t>
            </a:r>
            <a:r>
              <a:rPr sz="3200" spc="-15" dirty="0"/>
              <a:t> </a:t>
            </a:r>
            <a:r>
              <a:rPr sz="3200" dirty="0"/>
              <a:t>linear</a:t>
            </a:r>
            <a:r>
              <a:rPr sz="3200" spc="-15" dirty="0"/>
              <a:t> </a:t>
            </a:r>
            <a:r>
              <a:rPr sz="3200" spc="-20" dirty="0"/>
              <a:t>blue</a:t>
            </a:r>
            <a:endParaRPr sz="3200"/>
          </a:p>
        </p:txBody>
      </p:sp>
      <p:grpSp>
        <p:nvGrpSpPr>
          <p:cNvPr id="26" name="object 26"/>
          <p:cNvGrpSpPr/>
          <p:nvPr/>
        </p:nvGrpSpPr>
        <p:grpSpPr>
          <a:xfrm>
            <a:off x="177800" y="2449829"/>
            <a:ext cx="4394200" cy="2197100"/>
            <a:chOff x="177800" y="2449829"/>
            <a:chExt cx="4394200" cy="2197100"/>
          </a:xfrm>
        </p:grpSpPr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7800" y="2449829"/>
              <a:ext cx="4394200" cy="219710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014730" y="2970529"/>
              <a:ext cx="457200" cy="838200"/>
            </a:xfrm>
            <a:custGeom>
              <a:avLst/>
              <a:gdLst/>
              <a:ahLst/>
              <a:cxnLst/>
              <a:rect l="l" t="t" r="r" b="b"/>
              <a:pathLst>
                <a:path w="457200" h="838200">
                  <a:moveTo>
                    <a:pt x="228600" y="838200"/>
                  </a:moveTo>
                  <a:lnTo>
                    <a:pt x="0" y="838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838200"/>
                  </a:lnTo>
                  <a:lnTo>
                    <a:pt x="228600" y="838200"/>
                  </a:lnTo>
                  <a:close/>
                </a:path>
              </a:pathLst>
            </a:custGeom>
            <a:ln w="93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9" name="object 2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789170" y="3370579"/>
            <a:ext cx="3312160" cy="374650"/>
          </a:xfrm>
          <a:prstGeom prst="rect">
            <a:avLst/>
          </a:prstGeom>
        </p:spPr>
      </p:pic>
      <p:grpSp>
        <p:nvGrpSpPr>
          <p:cNvPr id="30" name="object 30"/>
          <p:cNvGrpSpPr/>
          <p:nvPr/>
        </p:nvGrpSpPr>
        <p:grpSpPr>
          <a:xfrm>
            <a:off x="8404859" y="3883659"/>
            <a:ext cx="4368800" cy="516890"/>
            <a:chOff x="8404859" y="3883659"/>
            <a:chExt cx="4368800" cy="516890"/>
          </a:xfrm>
        </p:grpSpPr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420099" y="3906519"/>
              <a:ext cx="4353559" cy="49402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8404859" y="3883659"/>
              <a:ext cx="4344670" cy="486409"/>
            </a:xfrm>
            <a:custGeom>
              <a:avLst/>
              <a:gdLst/>
              <a:ahLst/>
              <a:cxnLst/>
              <a:rect l="l" t="t" r="r" b="b"/>
              <a:pathLst>
                <a:path w="4344670" h="486410">
                  <a:moveTo>
                    <a:pt x="4344670" y="0"/>
                  </a:moveTo>
                  <a:lnTo>
                    <a:pt x="0" y="0"/>
                  </a:lnTo>
                  <a:lnTo>
                    <a:pt x="0" y="486410"/>
                  </a:lnTo>
                  <a:lnTo>
                    <a:pt x="4344670" y="486410"/>
                  </a:lnTo>
                  <a:lnTo>
                    <a:pt x="43446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8406130" y="2512060"/>
            <a:ext cx="4367530" cy="906780"/>
            <a:chOff x="8406130" y="2512060"/>
            <a:chExt cx="4367530" cy="906780"/>
          </a:xfrm>
        </p:grpSpPr>
        <p:pic>
          <p:nvPicPr>
            <p:cNvPr id="34" name="object 3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421370" y="2533650"/>
              <a:ext cx="4352289" cy="88478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8406130" y="2512060"/>
              <a:ext cx="4343400" cy="876300"/>
            </a:xfrm>
            <a:custGeom>
              <a:avLst/>
              <a:gdLst/>
              <a:ahLst/>
              <a:cxnLst/>
              <a:rect l="l" t="t" r="r" b="b"/>
              <a:pathLst>
                <a:path w="4343400" h="876300">
                  <a:moveTo>
                    <a:pt x="4343400" y="0"/>
                  </a:moveTo>
                  <a:lnTo>
                    <a:pt x="0" y="0"/>
                  </a:lnTo>
                  <a:lnTo>
                    <a:pt x="0" y="876300"/>
                  </a:lnTo>
                  <a:lnTo>
                    <a:pt x="4343400" y="876300"/>
                  </a:lnTo>
                  <a:lnTo>
                    <a:pt x="4343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8400188" y="2508657"/>
          <a:ext cx="4342765" cy="1854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72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0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3760">
                <a:tc gridSpan="2">
                  <a:txBody>
                    <a:bodyPr/>
                    <a:lstStyle/>
                    <a:p>
                      <a:pPr marL="91440" marR="490855">
                        <a:lnSpc>
                          <a:spcPct val="79900"/>
                        </a:lnSpc>
                        <a:spcBef>
                          <a:spcPts val="370"/>
                        </a:spcBef>
                      </a:pPr>
                      <a:r>
                        <a:rPr sz="3200" spc="-10" dirty="0">
                          <a:latin typeface="Century Gothic"/>
                          <a:cs typeface="Century Gothic"/>
                        </a:rPr>
                        <a:t>altered brightness/contrast</a:t>
                      </a:r>
                      <a:endParaRPr sz="3200">
                        <a:latin typeface="Century Gothic"/>
                        <a:cs typeface="Century Gothic"/>
                      </a:endParaRPr>
                    </a:p>
                  </a:txBody>
                  <a:tcPr marL="0" marR="0" marT="46990" marB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870">
                <a:tc gridSpan="2">
                  <a:txBody>
                    <a:bodyPr/>
                    <a:lstStyle/>
                    <a:p>
                      <a:pPr marL="88900">
                        <a:lnSpc>
                          <a:spcPts val="3440"/>
                        </a:lnSpc>
                      </a:pPr>
                      <a:r>
                        <a:rPr sz="3200" dirty="0">
                          <a:latin typeface="Century Gothic"/>
                          <a:cs typeface="Century Gothic"/>
                        </a:rPr>
                        <a:t>data</a:t>
                      </a:r>
                      <a:r>
                        <a:rPr sz="3200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3200" spc="-10" dirty="0">
                          <a:latin typeface="Century Gothic"/>
                          <a:cs typeface="Century Gothic"/>
                        </a:rPr>
                        <a:t>changed/lost!</a:t>
                      </a:r>
                      <a:endParaRPr sz="32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7" name="object 3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552370" y="7918391"/>
            <a:ext cx="38218" cy="419218"/>
          </a:xfrm>
          <a:prstGeom prst="rect">
            <a:avLst/>
          </a:prstGeom>
        </p:spPr>
      </p:pic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8400188" y="7005727"/>
          <a:ext cx="4342764" cy="25641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5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77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3130">
                <a:tc gridSpan="2">
                  <a:txBody>
                    <a:bodyPr/>
                    <a:lstStyle/>
                    <a:p>
                      <a:pPr marL="635" marR="1047115">
                        <a:lnSpc>
                          <a:spcPct val="79900"/>
                        </a:lnSpc>
                        <a:spcBef>
                          <a:spcPts val="530"/>
                        </a:spcBef>
                      </a:pPr>
                      <a:r>
                        <a:rPr sz="3200" dirty="0">
                          <a:latin typeface="Century Gothic"/>
                          <a:cs typeface="Century Gothic"/>
                        </a:rPr>
                        <a:t>Rainbow</a:t>
                      </a:r>
                      <a:r>
                        <a:rPr sz="3200" spc="-3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3200" spc="-10" dirty="0">
                          <a:latin typeface="Century Gothic"/>
                          <a:cs typeface="Century Gothic"/>
                        </a:rPr>
                        <a:t>lookup table</a:t>
                      </a:r>
                      <a:endParaRPr sz="3200">
                        <a:latin typeface="Century Gothic"/>
                        <a:cs typeface="Century Gothic"/>
                      </a:endParaRPr>
                    </a:p>
                  </a:txBody>
                  <a:tcPr marL="0" marR="0" marT="67310" marB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7E7E7E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3590">
                <a:tc gridSpan="3">
                  <a:txBody>
                    <a:bodyPr/>
                    <a:lstStyle/>
                    <a:p>
                      <a:pPr>
                        <a:lnSpc>
                          <a:spcPts val="3085"/>
                        </a:lnSpc>
                      </a:pPr>
                      <a:r>
                        <a:rPr sz="3200" dirty="0">
                          <a:latin typeface="Century Gothic"/>
                          <a:cs typeface="Century Gothic"/>
                        </a:rPr>
                        <a:t>better</a:t>
                      </a:r>
                      <a:r>
                        <a:rPr sz="3200" spc="-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3200" dirty="0">
                          <a:latin typeface="Century Gothic"/>
                          <a:cs typeface="Century Gothic"/>
                        </a:rPr>
                        <a:t>see</a:t>
                      </a:r>
                      <a:r>
                        <a:rPr sz="3200" spc="-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3200" dirty="0">
                          <a:latin typeface="Century Gothic"/>
                          <a:cs typeface="Century Gothic"/>
                        </a:rPr>
                        <a:t>and </a:t>
                      </a:r>
                      <a:r>
                        <a:rPr sz="3200" spc="-20" dirty="0">
                          <a:latin typeface="Century Gothic"/>
                          <a:cs typeface="Century Gothic"/>
                        </a:rPr>
                        <a:t>also</a:t>
                      </a:r>
                      <a:endParaRPr sz="3200">
                        <a:latin typeface="Century Gothic"/>
                        <a:cs typeface="Century Gothic"/>
                      </a:endParaRPr>
                    </a:p>
                    <a:p>
                      <a:pPr>
                        <a:lnSpc>
                          <a:spcPts val="2985"/>
                        </a:lnSpc>
                      </a:pPr>
                      <a:r>
                        <a:rPr sz="3200" dirty="0">
                          <a:latin typeface="Century Gothic"/>
                          <a:cs typeface="Century Gothic"/>
                        </a:rPr>
                        <a:t>compare</a:t>
                      </a:r>
                      <a:r>
                        <a:rPr sz="3200" spc="-2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3200" spc="-10" dirty="0">
                          <a:latin typeface="Century Gothic"/>
                          <a:cs typeface="Century Gothic"/>
                        </a:rPr>
                        <a:t>different</a:t>
                      </a:r>
                      <a:endParaRPr sz="32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409">
                <a:tc gridSpan="3">
                  <a:txBody>
                    <a:bodyPr/>
                    <a:lstStyle/>
                    <a:p>
                      <a:pPr>
                        <a:lnSpc>
                          <a:spcPts val="3440"/>
                        </a:lnSpc>
                      </a:pPr>
                      <a:r>
                        <a:rPr sz="3200" dirty="0">
                          <a:latin typeface="Century Gothic"/>
                          <a:cs typeface="Century Gothic"/>
                        </a:rPr>
                        <a:t>intensity</a:t>
                      </a:r>
                      <a:r>
                        <a:rPr sz="3200" spc="-3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3200" spc="-10" dirty="0">
                          <a:latin typeface="Century Gothic"/>
                          <a:cs typeface="Century Gothic"/>
                        </a:rPr>
                        <a:t>levels</a:t>
                      </a:r>
                      <a:endParaRPr sz="32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7E7E7E"/>
                      </a:solidFill>
                      <a:prstDash val="solid"/>
                    </a:lnR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" name="object 39"/>
          <p:cNvSpPr/>
          <p:nvPr/>
        </p:nvSpPr>
        <p:spPr>
          <a:xfrm>
            <a:off x="176529" y="4800600"/>
            <a:ext cx="12500610" cy="0"/>
          </a:xfrm>
          <a:custGeom>
            <a:avLst/>
            <a:gdLst/>
            <a:ahLst/>
            <a:cxnLst/>
            <a:rect l="l" t="t" r="r" b="b"/>
            <a:pathLst>
              <a:path w="12500610">
                <a:moveTo>
                  <a:pt x="0" y="0"/>
                </a:moveTo>
                <a:lnTo>
                  <a:pt x="12500610" y="0"/>
                </a:lnTo>
              </a:path>
            </a:pathLst>
          </a:custGeom>
          <a:ln w="254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2744450" y="4790440"/>
            <a:ext cx="5080" cy="22860"/>
          </a:xfrm>
          <a:custGeom>
            <a:avLst/>
            <a:gdLst/>
            <a:ahLst/>
            <a:cxnLst/>
            <a:rect l="l" t="t" r="r" b="b"/>
            <a:pathLst>
              <a:path w="5079" h="22860">
                <a:moveTo>
                  <a:pt x="5079" y="0"/>
                </a:moveTo>
                <a:lnTo>
                  <a:pt x="0" y="0"/>
                </a:lnTo>
                <a:lnTo>
                  <a:pt x="0" y="22860"/>
                </a:lnTo>
                <a:lnTo>
                  <a:pt x="5079" y="22860"/>
                </a:lnTo>
                <a:lnTo>
                  <a:pt x="50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937127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2FE31-D3E2-E837-31CE-008FBF6A8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890" y="64769"/>
            <a:ext cx="11971019" cy="830997"/>
          </a:xfrm>
        </p:spPr>
        <p:txBody>
          <a:bodyPr/>
          <a:lstStyle/>
          <a:p>
            <a:r>
              <a:rPr lang="en-US" dirty="0"/>
              <a:t>The histogram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92E47-BF31-1738-B92A-2B4624E12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3A52294-EDF0-425D-4CE7-DEE15276DC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417" r="46410"/>
          <a:stretch/>
        </p:blipFill>
        <p:spPr bwMode="auto">
          <a:xfrm>
            <a:off x="899592" y="1523241"/>
            <a:ext cx="10860608" cy="7468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47699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890" y="64769"/>
            <a:ext cx="11971019" cy="830997"/>
          </a:xfrm>
        </p:spPr>
        <p:txBody>
          <a:bodyPr/>
          <a:lstStyle/>
          <a:p>
            <a:r>
              <a:rPr lang="da-DK" sz="5400" dirty="0" err="1"/>
              <a:t>Intensity</a:t>
            </a:r>
            <a:r>
              <a:rPr lang="da-DK" sz="5400" spc="-35" dirty="0"/>
              <a:t> </a:t>
            </a:r>
            <a:r>
              <a:rPr lang="da-DK" sz="5400" dirty="0"/>
              <a:t>/</a:t>
            </a:r>
            <a:r>
              <a:rPr lang="da-DK" sz="5400" spc="-10" dirty="0"/>
              <a:t> </a:t>
            </a:r>
            <a:r>
              <a:rPr lang="da-DK" sz="5400" dirty="0" err="1"/>
              <a:t>Exposure</a:t>
            </a:r>
            <a:r>
              <a:rPr lang="da-DK" sz="5400" spc="-20" dirty="0"/>
              <a:t> </a:t>
            </a:r>
            <a:r>
              <a:rPr lang="da-DK" sz="5400" dirty="0"/>
              <a:t>/</a:t>
            </a:r>
            <a:r>
              <a:rPr lang="da-DK" sz="5400" spc="-10" dirty="0"/>
              <a:t> </a:t>
            </a:r>
            <a:r>
              <a:rPr lang="da-DK" sz="5400" spc="-10" dirty="0" err="1"/>
              <a:t>Saturation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40"/>
          <a:stretch/>
        </p:blipFill>
        <p:spPr bwMode="auto">
          <a:xfrm>
            <a:off x="516890" y="1981200"/>
            <a:ext cx="11407531" cy="690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14F920D-A5DF-E5EE-10A3-95E258B061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3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9111" t="10934" r="36842" b="53281"/>
          <a:stretch/>
        </p:blipFill>
        <p:spPr bwMode="auto">
          <a:xfrm>
            <a:off x="8940800" y="2099441"/>
            <a:ext cx="2743201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5708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50780" y="9056369"/>
            <a:ext cx="220979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entury Gothic"/>
                <a:cs typeface="Century Gothic"/>
              </a:rPr>
              <a:t>x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74180" y="6985000"/>
            <a:ext cx="140398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9182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Century Gothic"/>
                <a:cs typeface="Century Gothic"/>
              </a:rPr>
              <a:t>pixel intensity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7809" y="8790940"/>
            <a:ext cx="2508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entury Gothic"/>
                <a:cs typeface="Century Gothic"/>
              </a:rPr>
              <a:t>0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87590" y="5703570"/>
            <a:ext cx="7004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5" dirty="0">
                <a:latin typeface="Century Gothic"/>
                <a:cs typeface="Century Gothic"/>
              </a:rPr>
              <a:t>255</a:t>
            </a:r>
            <a:endParaRPr sz="3200">
              <a:latin typeface="Century Gothic"/>
              <a:cs typeface="Century Gothic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233409" y="4799329"/>
            <a:ext cx="4251325" cy="4349115"/>
            <a:chOff x="8233409" y="4799329"/>
            <a:chExt cx="4251325" cy="4349115"/>
          </a:xfrm>
        </p:grpSpPr>
        <p:sp>
          <p:nvSpPr>
            <p:cNvPr id="7" name="object 7"/>
            <p:cNvSpPr/>
            <p:nvPr/>
          </p:nvSpPr>
          <p:spPr>
            <a:xfrm>
              <a:off x="8672830" y="4833619"/>
              <a:ext cx="932180" cy="443230"/>
            </a:xfrm>
            <a:custGeom>
              <a:avLst/>
              <a:gdLst/>
              <a:ahLst/>
              <a:cxnLst/>
              <a:rect l="l" t="t" r="r" b="b"/>
              <a:pathLst>
                <a:path w="932179" h="443229">
                  <a:moveTo>
                    <a:pt x="932180" y="422910"/>
                  </a:moveTo>
                  <a:lnTo>
                    <a:pt x="736600" y="196850"/>
                  </a:lnTo>
                  <a:lnTo>
                    <a:pt x="702284" y="279031"/>
                  </a:lnTo>
                  <a:lnTo>
                    <a:pt x="34290" y="0"/>
                  </a:lnTo>
                  <a:lnTo>
                    <a:pt x="17780" y="40640"/>
                  </a:lnTo>
                  <a:lnTo>
                    <a:pt x="0" y="82550"/>
                  </a:lnTo>
                  <a:lnTo>
                    <a:pt x="668261" y="360514"/>
                  </a:lnTo>
                  <a:lnTo>
                    <a:pt x="633730" y="443230"/>
                  </a:lnTo>
                  <a:lnTo>
                    <a:pt x="932180" y="42291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277859" y="4799329"/>
              <a:ext cx="3849370" cy="4343400"/>
            </a:xfrm>
            <a:custGeom>
              <a:avLst/>
              <a:gdLst/>
              <a:ahLst/>
              <a:cxnLst/>
              <a:rect l="l" t="t" r="r" b="b"/>
              <a:pathLst>
                <a:path w="3849370" h="4343400">
                  <a:moveTo>
                    <a:pt x="1969770" y="0"/>
                  </a:moveTo>
                  <a:lnTo>
                    <a:pt x="1668780" y="115570"/>
                  </a:lnTo>
                  <a:lnTo>
                    <a:pt x="1398270" y="868680"/>
                  </a:lnTo>
                  <a:lnTo>
                    <a:pt x="1308100" y="2170430"/>
                  </a:lnTo>
                  <a:lnTo>
                    <a:pt x="1217930" y="3011170"/>
                  </a:lnTo>
                  <a:lnTo>
                    <a:pt x="886460" y="4083050"/>
                  </a:lnTo>
                  <a:lnTo>
                    <a:pt x="706120" y="4343400"/>
                  </a:lnTo>
                  <a:lnTo>
                    <a:pt x="0" y="4343400"/>
                  </a:lnTo>
                  <a:lnTo>
                    <a:pt x="3849370" y="4255770"/>
                  </a:lnTo>
                  <a:lnTo>
                    <a:pt x="3382010" y="4198620"/>
                  </a:lnTo>
                  <a:lnTo>
                    <a:pt x="3126740" y="4169410"/>
                  </a:lnTo>
                  <a:lnTo>
                    <a:pt x="2856230" y="4053840"/>
                  </a:lnTo>
                  <a:lnTo>
                    <a:pt x="2691130" y="3474720"/>
                  </a:lnTo>
                  <a:lnTo>
                    <a:pt x="2585720" y="2489200"/>
                  </a:lnTo>
                  <a:lnTo>
                    <a:pt x="2570480" y="1882140"/>
                  </a:lnTo>
                  <a:lnTo>
                    <a:pt x="2374900" y="694690"/>
                  </a:lnTo>
                  <a:lnTo>
                    <a:pt x="2313304" y="513397"/>
                  </a:lnTo>
                  <a:lnTo>
                    <a:pt x="2267743" y="376435"/>
                  </a:lnTo>
                  <a:lnTo>
                    <a:pt x="2240280" y="288290"/>
                  </a:lnTo>
                  <a:lnTo>
                    <a:pt x="2191583" y="219134"/>
                  </a:lnTo>
                  <a:lnTo>
                    <a:pt x="2099309" y="122713"/>
                  </a:lnTo>
                  <a:lnTo>
                    <a:pt x="2009894" y="37008"/>
                  </a:lnTo>
                  <a:lnTo>
                    <a:pt x="1969770" y="0"/>
                  </a:lnTo>
                  <a:close/>
                </a:path>
              </a:pathLst>
            </a:custGeom>
            <a:solidFill>
              <a:srgbClr val="05FB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33409" y="6324599"/>
              <a:ext cx="3849370" cy="2797810"/>
            </a:xfrm>
            <a:custGeom>
              <a:avLst/>
              <a:gdLst/>
              <a:ahLst/>
              <a:cxnLst/>
              <a:rect l="l" t="t" r="r" b="b"/>
              <a:pathLst>
                <a:path w="3849370" h="2797809">
                  <a:moveTo>
                    <a:pt x="1969770" y="0"/>
                  </a:moveTo>
                  <a:lnTo>
                    <a:pt x="1668780" y="74929"/>
                  </a:lnTo>
                  <a:lnTo>
                    <a:pt x="1398270" y="558800"/>
                  </a:lnTo>
                  <a:lnTo>
                    <a:pt x="1308100" y="1398270"/>
                  </a:lnTo>
                  <a:lnTo>
                    <a:pt x="1217930" y="1939289"/>
                  </a:lnTo>
                  <a:lnTo>
                    <a:pt x="886460" y="2628900"/>
                  </a:lnTo>
                  <a:lnTo>
                    <a:pt x="706120" y="2797810"/>
                  </a:lnTo>
                  <a:lnTo>
                    <a:pt x="0" y="2797810"/>
                  </a:lnTo>
                  <a:lnTo>
                    <a:pt x="3849370" y="2740660"/>
                  </a:lnTo>
                  <a:lnTo>
                    <a:pt x="3383280" y="2703830"/>
                  </a:lnTo>
                  <a:lnTo>
                    <a:pt x="3128010" y="2686050"/>
                  </a:lnTo>
                  <a:lnTo>
                    <a:pt x="2856230" y="2611120"/>
                  </a:lnTo>
                  <a:lnTo>
                    <a:pt x="2691130" y="2237740"/>
                  </a:lnTo>
                  <a:lnTo>
                    <a:pt x="2585720" y="1604010"/>
                  </a:lnTo>
                  <a:lnTo>
                    <a:pt x="2570480" y="1211580"/>
                  </a:lnTo>
                  <a:lnTo>
                    <a:pt x="2374900" y="447039"/>
                  </a:lnTo>
                  <a:lnTo>
                    <a:pt x="2313304" y="330676"/>
                  </a:lnTo>
                  <a:lnTo>
                    <a:pt x="2267743" y="242907"/>
                  </a:lnTo>
                  <a:lnTo>
                    <a:pt x="2240280" y="186689"/>
                  </a:lnTo>
                  <a:lnTo>
                    <a:pt x="2191583" y="141446"/>
                  </a:lnTo>
                  <a:lnTo>
                    <a:pt x="2099309" y="79057"/>
                  </a:lnTo>
                  <a:lnTo>
                    <a:pt x="2009894" y="23812"/>
                  </a:lnTo>
                  <a:lnTo>
                    <a:pt x="1969770" y="0"/>
                  </a:lnTo>
                  <a:close/>
                </a:path>
              </a:pathLst>
            </a:custGeom>
            <a:solidFill>
              <a:srgbClr val="0E00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77859" y="5875019"/>
              <a:ext cx="4193540" cy="3260090"/>
            </a:xfrm>
            <a:custGeom>
              <a:avLst/>
              <a:gdLst/>
              <a:ahLst/>
              <a:cxnLst/>
              <a:rect l="l" t="t" r="r" b="b"/>
              <a:pathLst>
                <a:path w="4193540" h="3260090">
                  <a:moveTo>
                    <a:pt x="0" y="0"/>
                  </a:moveTo>
                  <a:lnTo>
                    <a:pt x="44450" y="3260090"/>
                  </a:lnTo>
                </a:path>
                <a:path w="4193540" h="3260090">
                  <a:moveTo>
                    <a:pt x="26670" y="3256279"/>
                  </a:moveTo>
                  <a:lnTo>
                    <a:pt x="4193540" y="3220719"/>
                  </a:lnTo>
                </a:path>
                <a:path w="4193540" h="3260090">
                  <a:moveTo>
                    <a:pt x="0" y="0"/>
                  </a:moveTo>
                  <a:lnTo>
                    <a:pt x="4108450" y="7619"/>
                  </a:lnTo>
                </a:path>
              </a:pathLst>
            </a:custGeom>
            <a:ln w="25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670550" y="4408170"/>
            <a:ext cx="28003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entury Gothic"/>
                <a:cs typeface="Century Gothic"/>
              </a:rPr>
              <a:t>Bye</a:t>
            </a:r>
            <a:r>
              <a:rPr sz="3200" spc="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Bye</a:t>
            </a:r>
            <a:r>
              <a:rPr sz="3200" spc="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Data!</a:t>
            </a:r>
            <a:endParaRPr sz="3200">
              <a:latin typeface="Century Gothic"/>
              <a:cs typeface="Century Gothic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28929" y="4377690"/>
            <a:ext cx="2514600" cy="2402840"/>
            <a:chOff x="328929" y="4377690"/>
            <a:chExt cx="2514600" cy="240284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8929" y="4377690"/>
              <a:ext cx="2514600" cy="3428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4411980"/>
              <a:ext cx="2514600" cy="1016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4513580"/>
              <a:ext cx="2514600" cy="1016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4615180"/>
              <a:ext cx="2514600" cy="1016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4716780"/>
              <a:ext cx="2514600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4818380"/>
              <a:ext cx="2514600" cy="1016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4918710"/>
              <a:ext cx="2514600" cy="101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5020310"/>
              <a:ext cx="2514600" cy="101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5121910"/>
              <a:ext cx="2514600" cy="1016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5223510"/>
              <a:ext cx="2514600" cy="1016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5325110"/>
              <a:ext cx="2514600" cy="1016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5426710"/>
              <a:ext cx="2514600" cy="1016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5528310"/>
              <a:ext cx="2514600" cy="1016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5629910"/>
              <a:ext cx="2514600" cy="1016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5731510"/>
              <a:ext cx="2514600" cy="1016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5833110"/>
              <a:ext cx="2514600" cy="1016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5934710"/>
              <a:ext cx="2514600" cy="1016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6036310"/>
              <a:ext cx="2514600" cy="1016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6137910"/>
              <a:ext cx="2514600" cy="1016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6239510"/>
              <a:ext cx="2514600" cy="1016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6341110"/>
              <a:ext cx="2514600" cy="1016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6442710"/>
              <a:ext cx="2514600" cy="1016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6543040"/>
              <a:ext cx="2514600" cy="1016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8929" y="6644640"/>
              <a:ext cx="2514600" cy="13589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939799" y="4919980"/>
              <a:ext cx="1267460" cy="1270000"/>
            </a:xfrm>
            <a:custGeom>
              <a:avLst/>
              <a:gdLst/>
              <a:ahLst/>
              <a:cxnLst/>
              <a:rect l="l" t="t" r="r" b="b"/>
              <a:pathLst>
                <a:path w="1267460" h="1270000">
                  <a:moveTo>
                    <a:pt x="633730" y="0"/>
                  </a:moveTo>
                  <a:lnTo>
                    <a:pt x="585264" y="1682"/>
                  </a:lnTo>
                  <a:lnTo>
                    <a:pt x="537960" y="6660"/>
                  </a:lnTo>
                  <a:lnTo>
                    <a:pt x="491925" y="14826"/>
                  </a:lnTo>
                  <a:lnTo>
                    <a:pt x="447264" y="26075"/>
                  </a:lnTo>
                  <a:lnTo>
                    <a:pt x="404084" y="40301"/>
                  </a:lnTo>
                  <a:lnTo>
                    <a:pt x="362492" y="57399"/>
                  </a:lnTo>
                  <a:lnTo>
                    <a:pt x="322595" y="77261"/>
                  </a:lnTo>
                  <a:lnTo>
                    <a:pt x="284500" y="99783"/>
                  </a:lnTo>
                  <a:lnTo>
                    <a:pt x="248312" y="124858"/>
                  </a:lnTo>
                  <a:lnTo>
                    <a:pt x="214138" y="152380"/>
                  </a:lnTo>
                  <a:lnTo>
                    <a:pt x="182086" y="182244"/>
                  </a:lnTo>
                  <a:lnTo>
                    <a:pt x="152261" y="214344"/>
                  </a:lnTo>
                  <a:lnTo>
                    <a:pt x="124771" y="248574"/>
                  </a:lnTo>
                  <a:lnTo>
                    <a:pt x="99722" y="284827"/>
                  </a:lnTo>
                  <a:lnTo>
                    <a:pt x="77220" y="322998"/>
                  </a:lnTo>
                  <a:lnTo>
                    <a:pt x="57373" y="362981"/>
                  </a:lnTo>
                  <a:lnTo>
                    <a:pt x="40286" y="404670"/>
                  </a:lnTo>
                  <a:lnTo>
                    <a:pt x="26067" y="447959"/>
                  </a:lnTo>
                  <a:lnTo>
                    <a:pt x="14823" y="492743"/>
                  </a:lnTo>
                  <a:lnTo>
                    <a:pt x="6659" y="538915"/>
                  </a:lnTo>
                  <a:lnTo>
                    <a:pt x="1682" y="586369"/>
                  </a:lnTo>
                  <a:lnTo>
                    <a:pt x="0" y="635000"/>
                  </a:lnTo>
                  <a:lnTo>
                    <a:pt x="1682" y="683472"/>
                  </a:lnTo>
                  <a:lnTo>
                    <a:pt x="6659" y="730798"/>
                  </a:lnTo>
                  <a:lnTo>
                    <a:pt x="14823" y="776869"/>
                  </a:lnTo>
                  <a:lnTo>
                    <a:pt x="26067" y="821576"/>
                  </a:lnTo>
                  <a:lnTo>
                    <a:pt x="40286" y="864812"/>
                  </a:lnTo>
                  <a:lnTo>
                    <a:pt x="57373" y="906468"/>
                  </a:lnTo>
                  <a:lnTo>
                    <a:pt x="77220" y="946438"/>
                  </a:lnTo>
                  <a:lnTo>
                    <a:pt x="99722" y="984611"/>
                  </a:lnTo>
                  <a:lnTo>
                    <a:pt x="124771" y="1020881"/>
                  </a:lnTo>
                  <a:lnTo>
                    <a:pt x="152261" y="1055140"/>
                  </a:lnTo>
                  <a:lnTo>
                    <a:pt x="182086" y="1087278"/>
                  </a:lnTo>
                  <a:lnTo>
                    <a:pt x="214138" y="1117189"/>
                  </a:lnTo>
                  <a:lnTo>
                    <a:pt x="248312" y="1144764"/>
                  </a:lnTo>
                  <a:lnTo>
                    <a:pt x="284500" y="1169896"/>
                  </a:lnTo>
                  <a:lnTo>
                    <a:pt x="322595" y="1192475"/>
                  </a:lnTo>
                  <a:lnTo>
                    <a:pt x="362492" y="1212394"/>
                  </a:lnTo>
                  <a:lnTo>
                    <a:pt x="404084" y="1229546"/>
                  </a:lnTo>
                  <a:lnTo>
                    <a:pt x="447264" y="1243821"/>
                  </a:lnTo>
                  <a:lnTo>
                    <a:pt x="491925" y="1255112"/>
                  </a:lnTo>
                  <a:lnTo>
                    <a:pt x="537960" y="1263311"/>
                  </a:lnTo>
                  <a:lnTo>
                    <a:pt x="585264" y="1268309"/>
                  </a:lnTo>
                  <a:lnTo>
                    <a:pt x="633730" y="1270000"/>
                  </a:lnTo>
                  <a:lnTo>
                    <a:pt x="682195" y="1268309"/>
                  </a:lnTo>
                  <a:lnTo>
                    <a:pt x="729499" y="1263311"/>
                  </a:lnTo>
                  <a:lnTo>
                    <a:pt x="775534" y="1255112"/>
                  </a:lnTo>
                  <a:lnTo>
                    <a:pt x="820195" y="1243821"/>
                  </a:lnTo>
                  <a:lnTo>
                    <a:pt x="863375" y="1229546"/>
                  </a:lnTo>
                  <a:lnTo>
                    <a:pt x="904967" y="1212394"/>
                  </a:lnTo>
                  <a:lnTo>
                    <a:pt x="944864" y="1192475"/>
                  </a:lnTo>
                  <a:lnTo>
                    <a:pt x="982959" y="1169896"/>
                  </a:lnTo>
                  <a:lnTo>
                    <a:pt x="1019147" y="1144764"/>
                  </a:lnTo>
                  <a:lnTo>
                    <a:pt x="1053321" y="1117189"/>
                  </a:lnTo>
                  <a:lnTo>
                    <a:pt x="1085373" y="1087278"/>
                  </a:lnTo>
                  <a:lnTo>
                    <a:pt x="1115198" y="1055140"/>
                  </a:lnTo>
                  <a:lnTo>
                    <a:pt x="1142688" y="1020881"/>
                  </a:lnTo>
                  <a:lnTo>
                    <a:pt x="1167737" y="984611"/>
                  </a:lnTo>
                  <a:lnTo>
                    <a:pt x="1190239" y="946438"/>
                  </a:lnTo>
                  <a:lnTo>
                    <a:pt x="1210086" y="906468"/>
                  </a:lnTo>
                  <a:lnTo>
                    <a:pt x="1227173" y="864812"/>
                  </a:lnTo>
                  <a:lnTo>
                    <a:pt x="1241392" y="821576"/>
                  </a:lnTo>
                  <a:lnTo>
                    <a:pt x="1252636" y="776869"/>
                  </a:lnTo>
                  <a:lnTo>
                    <a:pt x="1260800" y="730798"/>
                  </a:lnTo>
                  <a:lnTo>
                    <a:pt x="1265777" y="683472"/>
                  </a:lnTo>
                  <a:lnTo>
                    <a:pt x="1267460" y="635000"/>
                  </a:lnTo>
                  <a:lnTo>
                    <a:pt x="1265777" y="586369"/>
                  </a:lnTo>
                  <a:lnTo>
                    <a:pt x="1260800" y="538915"/>
                  </a:lnTo>
                  <a:lnTo>
                    <a:pt x="1252636" y="492743"/>
                  </a:lnTo>
                  <a:lnTo>
                    <a:pt x="1241392" y="447959"/>
                  </a:lnTo>
                  <a:lnTo>
                    <a:pt x="1227173" y="404670"/>
                  </a:lnTo>
                  <a:lnTo>
                    <a:pt x="1210086" y="362981"/>
                  </a:lnTo>
                  <a:lnTo>
                    <a:pt x="1190239" y="322998"/>
                  </a:lnTo>
                  <a:lnTo>
                    <a:pt x="1167737" y="284827"/>
                  </a:lnTo>
                  <a:lnTo>
                    <a:pt x="1142688" y="248574"/>
                  </a:lnTo>
                  <a:lnTo>
                    <a:pt x="1115198" y="214344"/>
                  </a:lnTo>
                  <a:lnTo>
                    <a:pt x="1085373" y="182244"/>
                  </a:lnTo>
                  <a:lnTo>
                    <a:pt x="1053321" y="152380"/>
                  </a:lnTo>
                  <a:lnTo>
                    <a:pt x="1019147" y="124858"/>
                  </a:lnTo>
                  <a:lnTo>
                    <a:pt x="982959" y="99783"/>
                  </a:lnTo>
                  <a:lnTo>
                    <a:pt x="944864" y="77261"/>
                  </a:lnTo>
                  <a:lnTo>
                    <a:pt x="904967" y="57399"/>
                  </a:lnTo>
                  <a:lnTo>
                    <a:pt x="863375" y="40301"/>
                  </a:lnTo>
                  <a:lnTo>
                    <a:pt x="820195" y="26075"/>
                  </a:lnTo>
                  <a:lnTo>
                    <a:pt x="775534" y="14826"/>
                  </a:lnTo>
                  <a:lnTo>
                    <a:pt x="729499" y="6660"/>
                  </a:lnTo>
                  <a:lnTo>
                    <a:pt x="682195" y="1682"/>
                  </a:lnTo>
                  <a:lnTo>
                    <a:pt x="633730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079499" y="5078730"/>
              <a:ext cx="977900" cy="939800"/>
            </a:xfrm>
            <a:custGeom>
              <a:avLst/>
              <a:gdLst/>
              <a:ahLst/>
              <a:cxnLst/>
              <a:rect l="l" t="t" r="r" b="b"/>
              <a:pathLst>
                <a:path w="977900" h="939800">
                  <a:moveTo>
                    <a:pt x="488950" y="0"/>
                  </a:moveTo>
                  <a:lnTo>
                    <a:pt x="437833" y="2347"/>
                  </a:lnTo>
                  <a:lnTo>
                    <a:pt x="388451" y="9252"/>
                  </a:lnTo>
                  <a:lnTo>
                    <a:pt x="341018" y="20510"/>
                  </a:lnTo>
                  <a:lnTo>
                    <a:pt x="295751" y="35917"/>
                  </a:lnTo>
                  <a:lnTo>
                    <a:pt x="252865" y="55267"/>
                  </a:lnTo>
                  <a:lnTo>
                    <a:pt x="212576" y="78358"/>
                  </a:lnTo>
                  <a:lnTo>
                    <a:pt x="175100" y="104982"/>
                  </a:lnTo>
                  <a:lnTo>
                    <a:pt x="140652" y="134937"/>
                  </a:lnTo>
                  <a:lnTo>
                    <a:pt x="109449" y="168017"/>
                  </a:lnTo>
                  <a:lnTo>
                    <a:pt x="81706" y="204018"/>
                  </a:lnTo>
                  <a:lnTo>
                    <a:pt x="57639" y="242735"/>
                  </a:lnTo>
                  <a:lnTo>
                    <a:pt x="37464" y="283964"/>
                  </a:lnTo>
                  <a:lnTo>
                    <a:pt x="21397" y="327499"/>
                  </a:lnTo>
                  <a:lnTo>
                    <a:pt x="9653" y="373136"/>
                  </a:lnTo>
                  <a:lnTo>
                    <a:pt x="2449" y="420671"/>
                  </a:lnTo>
                  <a:lnTo>
                    <a:pt x="0" y="469900"/>
                  </a:lnTo>
                  <a:lnTo>
                    <a:pt x="2449" y="519128"/>
                  </a:lnTo>
                  <a:lnTo>
                    <a:pt x="9653" y="566663"/>
                  </a:lnTo>
                  <a:lnTo>
                    <a:pt x="21397" y="612300"/>
                  </a:lnTo>
                  <a:lnTo>
                    <a:pt x="37465" y="655835"/>
                  </a:lnTo>
                  <a:lnTo>
                    <a:pt x="57639" y="697064"/>
                  </a:lnTo>
                  <a:lnTo>
                    <a:pt x="81706" y="735781"/>
                  </a:lnTo>
                  <a:lnTo>
                    <a:pt x="109449" y="771782"/>
                  </a:lnTo>
                  <a:lnTo>
                    <a:pt x="140652" y="804862"/>
                  </a:lnTo>
                  <a:lnTo>
                    <a:pt x="175100" y="834817"/>
                  </a:lnTo>
                  <a:lnTo>
                    <a:pt x="212576" y="861441"/>
                  </a:lnTo>
                  <a:lnTo>
                    <a:pt x="252865" y="884532"/>
                  </a:lnTo>
                  <a:lnTo>
                    <a:pt x="295751" y="903882"/>
                  </a:lnTo>
                  <a:lnTo>
                    <a:pt x="341018" y="919289"/>
                  </a:lnTo>
                  <a:lnTo>
                    <a:pt x="388451" y="930547"/>
                  </a:lnTo>
                  <a:lnTo>
                    <a:pt x="437833" y="937452"/>
                  </a:lnTo>
                  <a:lnTo>
                    <a:pt x="488950" y="939800"/>
                  </a:lnTo>
                  <a:lnTo>
                    <a:pt x="540066" y="937452"/>
                  </a:lnTo>
                  <a:lnTo>
                    <a:pt x="589448" y="930547"/>
                  </a:lnTo>
                  <a:lnTo>
                    <a:pt x="636881" y="919289"/>
                  </a:lnTo>
                  <a:lnTo>
                    <a:pt x="682148" y="903882"/>
                  </a:lnTo>
                  <a:lnTo>
                    <a:pt x="725034" y="884532"/>
                  </a:lnTo>
                  <a:lnTo>
                    <a:pt x="765323" y="861441"/>
                  </a:lnTo>
                  <a:lnTo>
                    <a:pt x="802799" y="834817"/>
                  </a:lnTo>
                  <a:lnTo>
                    <a:pt x="837247" y="804862"/>
                  </a:lnTo>
                  <a:lnTo>
                    <a:pt x="868450" y="771782"/>
                  </a:lnTo>
                  <a:lnTo>
                    <a:pt x="896193" y="735781"/>
                  </a:lnTo>
                  <a:lnTo>
                    <a:pt x="920260" y="697064"/>
                  </a:lnTo>
                  <a:lnTo>
                    <a:pt x="940435" y="655835"/>
                  </a:lnTo>
                  <a:lnTo>
                    <a:pt x="956502" y="612300"/>
                  </a:lnTo>
                  <a:lnTo>
                    <a:pt x="968246" y="566663"/>
                  </a:lnTo>
                  <a:lnTo>
                    <a:pt x="975450" y="519128"/>
                  </a:lnTo>
                  <a:lnTo>
                    <a:pt x="977900" y="469900"/>
                  </a:lnTo>
                  <a:lnTo>
                    <a:pt x="975450" y="420671"/>
                  </a:lnTo>
                  <a:lnTo>
                    <a:pt x="968246" y="373136"/>
                  </a:lnTo>
                  <a:lnTo>
                    <a:pt x="956502" y="327499"/>
                  </a:lnTo>
                  <a:lnTo>
                    <a:pt x="940435" y="283964"/>
                  </a:lnTo>
                  <a:lnTo>
                    <a:pt x="920260" y="242735"/>
                  </a:lnTo>
                  <a:lnTo>
                    <a:pt x="896193" y="204018"/>
                  </a:lnTo>
                  <a:lnTo>
                    <a:pt x="868450" y="168017"/>
                  </a:lnTo>
                  <a:lnTo>
                    <a:pt x="837247" y="134937"/>
                  </a:lnTo>
                  <a:lnTo>
                    <a:pt x="802799" y="104982"/>
                  </a:lnTo>
                  <a:lnTo>
                    <a:pt x="765323" y="78358"/>
                  </a:lnTo>
                  <a:lnTo>
                    <a:pt x="725034" y="55267"/>
                  </a:lnTo>
                  <a:lnTo>
                    <a:pt x="682148" y="35917"/>
                  </a:lnTo>
                  <a:lnTo>
                    <a:pt x="636881" y="20510"/>
                  </a:lnTo>
                  <a:lnTo>
                    <a:pt x="589448" y="9252"/>
                  </a:lnTo>
                  <a:lnTo>
                    <a:pt x="540066" y="2347"/>
                  </a:lnTo>
                  <a:lnTo>
                    <a:pt x="488950" y="0"/>
                  </a:lnTo>
                  <a:close/>
                </a:path>
              </a:pathLst>
            </a:custGeom>
            <a:solidFill>
              <a:srgbClr val="4747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206499" y="5204460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341630" y="0"/>
                  </a:moveTo>
                  <a:lnTo>
                    <a:pt x="294089" y="3036"/>
                  </a:lnTo>
                  <a:lnTo>
                    <a:pt x="248855" y="11906"/>
                  </a:lnTo>
                  <a:lnTo>
                    <a:pt x="206275" y="26253"/>
                  </a:lnTo>
                  <a:lnTo>
                    <a:pt x="166699" y="45720"/>
                  </a:lnTo>
                  <a:lnTo>
                    <a:pt x="130474" y="69949"/>
                  </a:lnTo>
                  <a:lnTo>
                    <a:pt x="97948" y="98583"/>
                  </a:lnTo>
                  <a:lnTo>
                    <a:pt x="69471" y="131266"/>
                  </a:lnTo>
                  <a:lnTo>
                    <a:pt x="45390" y="167640"/>
                  </a:lnTo>
                  <a:lnTo>
                    <a:pt x="26054" y="207347"/>
                  </a:lnTo>
                  <a:lnTo>
                    <a:pt x="11812" y="250031"/>
                  </a:lnTo>
                  <a:lnTo>
                    <a:pt x="3011" y="295334"/>
                  </a:lnTo>
                  <a:lnTo>
                    <a:pt x="0" y="342900"/>
                  </a:lnTo>
                  <a:lnTo>
                    <a:pt x="3011" y="390465"/>
                  </a:lnTo>
                  <a:lnTo>
                    <a:pt x="11812" y="435768"/>
                  </a:lnTo>
                  <a:lnTo>
                    <a:pt x="26054" y="478452"/>
                  </a:lnTo>
                  <a:lnTo>
                    <a:pt x="45390" y="518160"/>
                  </a:lnTo>
                  <a:lnTo>
                    <a:pt x="69471" y="554533"/>
                  </a:lnTo>
                  <a:lnTo>
                    <a:pt x="97948" y="587216"/>
                  </a:lnTo>
                  <a:lnTo>
                    <a:pt x="130474" y="615850"/>
                  </a:lnTo>
                  <a:lnTo>
                    <a:pt x="166699" y="640080"/>
                  </a:lnTo>
                  <a:lnTo>
                    <a:pt x="206275" y="659546"/>
                  </a:lnTo>
                  <a:lnTo>
                    <a:pt x="248855" y="673893"/>
                  </a:lnTo>
                  <a:lnTo>
                    <a:pt x="294089" y="682763"/>
                  </a:lnTo>
                  <a:lnTo>
                    <a:pt x="341630" y="685800"/>
                  </a:lnTo>
                  <a:lnTo>
                    <a:pt x="389487" y="682763"/>
                  </a:lnTo>
                  <a:lnTo>
                    <a:pt x="435033" y="673893"/>
                  </a:lnTo>
                  <a:lnTo>
                    <a:pt x="477916" y="659546"/>
                  </a:lnTo>
                  <a:lnTo>
                    <a:pt x="517783" y="640079"/>
                  </a:lnTo>
                  <a:lnTo>
                    <a:pt x="554281" y="615850"/>
                  </a:lnTo>
                  <a:lnTo>
                    <a:pt x="587057" y="587216"/>
                  </a:lnTo>
                  <a:lnTo>
                    <a:pt x="615758" y="554533"/>
                  </a:lnTo>
                  <a:lnTo>
                    <a:pt x="640032" y="518159"/>
                  </a:lnTo>
                  <a:lnTo>
                    <a:pt x="659526" y="478452"/>
                  </a:lnTo>
                  <a:lnTo>
                    <a:pt x="673887" y="435768"/>
                  </a:lnTo>
                  <a:lnTo>
                    <a:pt x="682763" y="390465"/>
                  </a:lnTo>
                  <a:lnTo>
                    <a:pt x="685800" y="342900"/>
                  </a:lnTo>
                  <a:lnTo>
                    <a:pt x="682763" y="295334"/>
                  </a:lnTo>
                  <a:lnTo>
                    <a:pt x="673887" y="250031"/>
                  </a:lnTo>
                  <a:lnTo>
                    <a:pt x="659526" y="207347"/>
                  </a:lnTo>
                  <a:lnTo>
                    <a:pt x="640032" y="167639"/>
                  </a:lnTo>
                  <a:lnTo>
                    <a:pt x="615758" y="131266"/>
                  </a:lnTo>
                  <a:lnTo>
                    <a:pt x="587057" y="98583"/>
                  </a:lnTo>
                  <a:lnTo>
                    <a:pt x="554281" y="69949"/>
                  </a:lnTo>
                  <a:lnTo>
                    <a:pt x="517783" y="45719"/>
                  </a:lnTo>
                  <a:lnTo>
                    <a:pt x="477916" y="26253"/>
                  </a:lnTo>
                  <a:lnTo>
                    <a:pt x="435033" y="11906"/>
                  </a:lnTo>
                  <a:lnTo>
                    <a:pt x="389487" y="3036"/>
                  </a:lnTo>
                  <a:lnTo>
                    <a:pt x="34163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332229" y="5331460"/>
              <a:ext cx="430530" cy="406400"/>
            </a:xfrm>
            <a:custGeom>
              <a:avLst/>
              <a:gdLst/>
              <a:ahLst/>
              <a:cxnLst/>
              <a:rect l="l" t="t" r="r" b="b"/>
              <a:pathLst>
                <a:path w="430530" h="406400">
                  <a:moveTo>
                    <a:pt x="214629" y="0"/>
                  </a:moveTo>
                  <a:lnTo>
                    <a:pt x="164352" y="5257"/>
                  </a:lnTo>
                  <a:lnTo>
                    <a:pt x="118761" y="20290"/>
                  </a:lnTo>
                  <a:lnTo>
                    <a:pt x="78969" y="43987"/>
                  </a:lnTo>
                  <a:lnTo>
                    <a:pt x="46086" y="75237"/>
                  </a:lnTo>
                  <a:lnTo>
                    <a:pt x="21223" y="112930"/>
                  </a:lnTo>
                  <a:lnTo>
                    <a:pt x="5490" y="155954"/>
                  </a:lnTo>
                  <a:lnTo>
                    <a:pt x="0" y="203200"/>
                  </a:lnTo>
                  <a:lnTo>
                    <a:pt x="5490" y="250845"/>
                  </a:lnTo>
                  <a:lnTo>
                    <a:pt x="21223" y="294025"/>
                  </a:lnTo>
                  <a:lnTo>
                    <a:pt x="46086" y="331695"/>
                  </a:lnTo>
                  <a:lnTo>
                    <a:pt x="78969" y="362812"/>
                  </a:lnTo>
                  <a:lnTo>
                    <a:pt x="118761" y="386331"/>
                  </a:lnTo>
                  <a:lnTo>
                    <a:pt x="164352" y="401208"/>
                  </a:lnTo>
                  <a:lnTo>
                    <a:pt x="214629" y="406400"/>
                  </a:lnTo>
                  <a:lnTo>
                    <a:pt x="265378" y="401208"/>
                  </a:lnTo>
                  <a:lnTo>
                    <a:pt x="311305" y="386331"/>
                  </a:lnTo>
                  <a:lnTo>
                    <a:pt x="351323" y="362812"/>
                  </a:lnTo>
                  <a:lnTo>
                    <a:pt x="384343" y="331695"/>
                  </a:lnTo>
                  <a:lnTo>
                    <a:pt x="409276" y="294025"/>
                  </a:lnTo>
                  <a:lnTo>
                    <a:pt x="425035" y="250845"/>
                  </a:lnTo>
                  <a:lnTo>
                    <a:pt x="430530" y="203200"/>
                  </a:lnTo>
                  <a:lnTo>
                    <a:pt x="425035" y="155954"/>
                  </a:lnTo>
                  <a:lnTo>
                    <a:pt x="409276" y="112930"/>
                  </a:lnTo>
                  <a:lnTo>
                    <a:pt x="384343" y="75237"/>
                  </a:lnTo>
                  <a:lnTo>
                    <a:pt x="351323" y="43987"/>
                  </a:lnTo>
                  <a:lnTo>
                    <a:pt x="311305" y="20290"/>
                  </a:lnTo>
                  <a:lnTo>
                    <a:pt x="265378" y="5257"/>
                  </a:lnTo>
                  <a:lnTo>
                    <a:pt x="214629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59229" y="5462270"/>
              <a:ext cx="203200" cy="187959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28929" y="5549900"/>
              <a:ext cx="2514600" cy="0"/>
            </a:xfrm>
            <a:custGeom>
              <a:avLst/>
              <a:gdLst/>
              <a:ahLst/>
              <a:cxnLst/>
              <a:rect l="l" t="t" r="r" b="b"/>
              <a:pathLst>
                <a:path w="2514600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ln w="38097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328929" y="7007859"/>
            <a:ext cx="2514600" cy="2438400"/>
            <a:chOff x="328929" y="7007859"/>
            <a:chExt cx="2514600" cy="2438400"/>
          </a:xfrm>
        </p:grpSpPr>
        <p:pic>
          <p:nvPicPr>
            <p:cNvPr id="44" name="object 4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8929" y="7007859"/>
              <a:ext cx="2514600" cy="52069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7059929"/>
              <a:ext cx="2514600" cy="10160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7161529"/>
              <a:ext cx="2514600" cy="10160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7263129"/>
              <a:ext cx="2514600" cy="1016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7364729"/>
              <a:ext cx="2514600" cy="10160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7466329"/>
              <a:ext cx="2514600" cy="1016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7567929"/>
              <a:ext cx="2514600" cy="1016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7669529"/>
              <a:ext cx="2514600" cy="10160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7771129"/>
              <a:ext cx="2514600" cy="10160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7872729"/>
              <a:ext cx="2514600" cy="1016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7974329"/>
              <a:ext cx="2514600" cy="1016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8075929"/>
              <a:ext cx="2514600" cy="10160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8177529"/>
              <a:ext cx="2514600" cy="10160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8277859"/>
              <a:ext cx="2514600" cy="1016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8379459"/>
              <a:ext cx="2514600" cy="1016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8481059"/>
              <a:ext cx="2514600" cy="10160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8582659"/>
              <a:ext cx="2514600" cy="10160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8684259"/>
              <a:ext cx="2514600" cy="1016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8785859"/>
              <a:ext cx="2514600" cy="1016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8887459"/>
              <a:ext cx="2514600" cy="10160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8989059"/>
              <a:ext cx="2514600" cy="10160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9090659"/>
              <a:ext cx="2514600" cy="10160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9192259"/>
              <a:ext cx="2514600" cy="10160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8929" y="9293859"/>
              <a:ext cx="2514600" cy="152400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963929" y="7578089"/>
              <a:ext cx="1268730" cy="1271270"/>
            </a:xfrm>
            <a:custGeom>
              <a:avLst/>
              <a:gdLst/>
              <a:ahLst/>
              <a:cxnLst/>
              <a:rect l="l" t="t" r="r" b="b"/>
              <a:pathLst>
                <a:path w="1268730" h="1271270">
                  <a:moveTo>
                    <a:pt x="633729" y="0"/>
                  </a:moveTo>
                  <a:lnTo>
                    <a:pt x="585264" y="1690"/>
                  </a:lnTo>
                  <a:lnTo>
                    <a:pt x="537960" y="6689"/>
                  </a:lnTo>
                  <a:lnTo>
                    <a:pt x="491925" y="14890"/>
                  </a:lnTo>
                  <a:lnTo>
                    <a:pt x="447264" y="26186"/>
                  </a:lnTo>
                  <a:lnTo>
                    <a:pt x="404084" y="40468"/>
                  </a:lnTo>
                  <a:lnTo>
                    <a:pt x="362492" y="57630"/>
                  </a:lnTo>
                  <a:lnTo>
                    <a:pt x="322595" y="77565"/>
                  </a:lnTo>
                  <a:lnTo>
                    <a:pt x="284500" y="100164"/>
                  </a:lnTo>
                  <a:lnTo>
                    <a:pt x="248312" y="125322"/>
                  </a:lnTo>
                  <a:lnTo>
                    <a:pt x="214138" y="152929"/>
                  </a:lnTo>
                  <a:lnTo>
                    <a:pt x="182086" y="182879"/>
                  </a:lnTo>
                  <a:lnTo>
                    <a:pt x="152261" y="215066"/>
                  </a:lnTo>
                  <a:lnTo>
                    <a:pt x="124771" y="249380"/>
                  </a:lnTo>
                  <a:lnTo>
                    <a:pt x="99722" y="285715"/>
                  </a:lnTo>
                  <a:lnTo>
                    <a:pt x="77220" y="323964"/>
                  </a:lnTo>
                  <a:lnTo>
                    <a:pt x="57373" y="364019"/>
                  </a:lnTo>
                  <a:lnTo>
                    <a:pt x="40286" y="405773"/>
                  </a:lnTo>
                  <a:lnTo>
                    <a:pt x="26067" y="449119"/>
                  </a:lnTo>
                  <a:lnTo>
                    <a:pt x="14823" y="493948"/>
                  </a:lnTo>
                  <a:lnTo>
                    <a:pt x="6659" y="540155"/>
                  </a:lnTo>
                  <a:lnTo>
                    <a:pt x="1682" y="587631"/>
                  </a:lnTo>
                  <a:lnTo>
                    <a:pt x="0" y="636269"/>
                  </a:lnTo>
                  <a:lnTo>
                    <a:pt x="1682" y="684900"/>
                  </a:lnTo>
                  <a:lnTo>
                    <a:pt x="6659" y="732354"/>
                  </a:lnTo>
                  <a:lnTo>
                    <a:pt x="14823" y="778526"/>
                  </a:lnTo>
                  <a:lnTo>
                    <a:pt x="26067" y="823310"/>
                  </a:lnTo>
                  <a:lnTo>
                    <a:pt x="40286" y="866599"/>
                  </a:lnTo>
                  <a:lnTo>
                    <a:pt x="57373" y="908288"/>
                  </a:lnTo>
                  <a:lnTo>
                    <a:pt x="77220" y="948271"/>
                  </a:lnTo>
                  <a:lnTo>
                    <a:pt x="99722" y="986442"/>
                  </a:lnTo>
                  <a:lnTo>
                    <a:pt x="124771" y="1022695"/>
                  </a:lnTo>
                  <a:lnTo>
                    <a:pt x="152261" y="1056925"/>
                  </a:lnTo>
                  <a:lnTo>
                    <a:pt x="182086" y="1089024"/>
                  </a:lnTo>
                  <a:lnTo>
                    <a:pt x="214138" y="1118889"/>
                  </a:lnTo>
                  <a:lnTo>
                    <a:pt x="248312" y="1146411"/>
                  </a:lnTo>
                  <a:lnTo>
                    <a:pt x="284500" y="1171486"/>
                  </a:lnTo>
                  <a:lnTo>
                    <a:pt x="322595" y="1194008"/>
                  </a:lnTo>
                  <a:lnTo>
                    <a:pt x="362492" y="1213870"/>
                  </a:lnTo>
                  <a:lnTo>
                    <a:pt x="404084" y="1230968"/>
                  </a:lnTo>
                  <a:lnTo>
                    <a:pt x="447264" y="1245194"/>
                  </a:lnTo>
                  <a:lnTo>
                    <a:pt x="491925" y="1256443"/>
                  </a:lnTo>
                  <a:lnTo>
                    <a:pt x="537960" y="1264609"/>
                  </a:lnTo>
                  <a:lnTo>
                    <a:pt x="585264" y="1269587"/>
                  </a:lnTo>
                  <a:lnTo>
                    <a:pt x="633729" y="1271269"/>
                  </a:lnTo>
                  <a:lnTo>
                    <a:pt x="682360" y="1269587"/>
                  </a:lnTo>
                  <a:lnTo>
                    <a:pt x="729814" y="1264609"/>
                  </a:lnTo>
                  <a:lnTo>
                    <a:pt x="775986" y="1256443"/>
                  </a:lnTo>
                  <a:lnTo>
                    <a:pt x="820770" y="1245194"/>
                  </a:lnTo>
                  <a:lnTo>
                    <a:pt x="864059" y="1230968"/>
                  </a:lnTo>
                  <a:lnTo>
                    <a:pt x="905748" y="1213870"/>
                  </a:lnTo>
                  <a:lnTo>
                    <a:pt x="945731" y="1194008"/>
                  </a:lnTo>
                  <a:lnTo>
                    <a:pt x="983902" y="1171486"/>
                  </a:lnTo>
                  <a:lnTo>
                    <a:pt x="1020155" y="1146411"/>
                  </a:lnTo>
                  <a:lnTo>
                    <a:pt x="1054385" y="1118889"/>
                  </a:lnTo>
                  <a:lnTo>
                    <a:pt x="1086485" y="1089024"/>
                  </a:lnTo>
                  <a:lnTo>
                    <a:pt x="1116349" y="1056925"/>
                  </a:lnTo>
                  <a:lnTo>
                    <a:pt x="1143871" y="1022695"/>
                  </a:lnTo>
                  <a:lnTo>
                    <a:pt x="1168946" y="986442"/>
                  </a:lnTo>
                  <a:lnTo>
                    <a:pt x="1191468" y="948271"/>
                  </a:lnTo>
                  <a:lnTo>
                    <a:pt x="1211330" y="908288"/>
                  </a:lnTo>
                  <a:lnTo>
                    <a:pt x="1228428" y="866599"/>
                  </a:lnTo>
                  <a:lnTo>
                    <a:pt x="1242654" y="823310"/>
                  </a:lnTo>
                  <a:lnTo>
                    <a:pt x="1253903" y="778526"/>
                  </a:lnTo>
                  <a:lnTo>
                    <a:pt x="1262069" y="732354"/>
                  </a:lnTo>
                  <a:lnTo>
                    <a:pt x="1267047" y="684900"/>
                  </a:lnTo>
                  <a:lnTo>
                    <a:pt x="1268730" y="636269"/>
                  </a:lnTo>
                  <a:lnTo>
                    <a:pt x="1267047" y="587631"/>
                  </a:lnTo>
                  <a:lnTo>
                    <a:pt x="1262069" y="540155"/>
                  </a:lnTo>
                  <a:lnTo>
                    <a:pt x="1253903" y="493948"/>
                  </a:lnTo>
                  <a:lnTo>
                    <a:pt x="1242654" y="449119"/>
                  </a:lnTo>
                  <a:lnTo>
                    <a:pt x="1228428" y="405773"/>
                  </a:lnTo>
                  <a:lnTo>
                    <a:pt x="1211330" y="364019"/>
                  </a:lnTo>
                  <a:lnTo>
                    <a:pt x="1191468" y="323964"/>
                  </a:lnTo>
                  <a:lnTo>
                    <a:pt x="1168946" y="285715"/>
                  </a:lnTo>
                  <a:lnTo>
                    <a:pt x="1143871" y="249380"/>
                  </a:lnTo>
                  <a:lnTo>
                    <a:pt x="1116349" y="215066"/>
                  </a:lnTo>
                  <a:lnTo>
                    <a:pt x="1086484" y="182879"/>
                  </a:lnTo>
                  <a:lnTo>
                    <a:pt x="1054385" y="152929"/>
                  </a:lnTo>
                  <a:lnTo>
                    <a:pt x="1020155" y="125322"/>
                  </a:lnTo>
                  <a:lnTo>
                    <a:pt x="983902" y="100164"/>
                  </a:lnTo>
                  <a:lnTo>
                    <a:pt x="945731" y="77565"/>
                  </a:lnTo>
                  <a:lnTo>
                    <a:pt x="905748" y="57630"/>
                  </a:lnTo>
                  <a:lnTo>
                    <a:pt x="864059" y="40468"/>
                  </a:lnTo>
                  <a:lnTo>
                    <a:pt x="820770" y="26186"/>
                  </a:lnTo>
                  <a:lnTo>
                    <a:pt x="775986" y="14890"/>
                  </a:lnTo>
                  <a:lnTo>
                    <a:pt x="729814" y="6689"/>
                  </a:lnTo>
                  <a:lnTo>
                    <a:pt x="682360" y="1690"/>
                  </a:lnTo>
                  <a:lnTo>
                    <a:pt x="633729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101089" y="7744459"/>
              <a:ext cx="977900" cy="941069"/>
            </a:xfrm>
            <a:custGeom>
              <a:avLst/>
              <a:gdLst/>
              <a:ahLst/>
              <a:cxnLst/>
              <a:rect l="l" t="t" r="r" b="b"/>
              <a:pathLst>
                <a:path w="977900" h="941070">
                  <a:moveTo>
                    <a:pt x="488950" y="0"/>
                  </a:moveTo>
                  <a:lnTo>
                    <a:pt x="437833" y="2361"/>
                  </a:lnTo>
                  <a:lnTo>
                    <a:pt x="388451" y="9304"/>
                  </a:lnTo>
                  <a:lnTo>
                    <a:pt x="341018" y="20619"/>
                  </a:lnTo>
                  <a:lnTo>
                    <a:pt x="295751" y="36095"/>
                  </a:lnTo>
                  <a:lnTo>
                    <a:pt x="252865" y="55523"/>
                  </a:lnTo>
                  <a:lnTo>
                    <a:pt x="212576" y="78692"/>
                  </a:lnTo>
                  <a:lnTo>
                    <a:pt x="175100" y="105392"/>
                  </a:lnTo>
                  <a:lnTo>
                    <a:pt x="140652" y="135413"/>
                  </a:lnTo>
                  <a:lnTo>
                    <a:pt x="109449" y="168545"/>
                  </a:lnTo>
                  <a:lnTo>
                    <a:pt x="81706" y="204576"/>
                  </a:lnTo>
                  <a:lnTo>
                    <a:pt x="57639" y="243298"/>
                  </a:lnTo>
                  <a:lnTo>
                    <a:pt x="37464" y="284499"/>
                  </a:lnTo>
                  <a:lnTo>
                    <a:pt x="21397" y="327970"/>
                  </a:lnTo>
                  <a:lnTo>
                    <a:pt x="9653" y="373501"/>
                  </a:lnTo>
                  <a:lnTo>
                    <a:pt x="2449" y="420881"/>
                  </a:lnTo>
                  <a:lnTo>
                    <a:pt x="0" y="469900"/>
                  </a:lnTo>
                  <a:lnTo>
                    <a:pt x="2449" y="519142"/>
                  </a:lnTo>
                  <a:lnTo>
                    <a:pt x="9653" y="566717"/>
                  </a:lnTo>
                  <a:lnTo>
                    <a:pt x="21397" y="612417"/>
                  </a:lnTo>
                  <a:lnTo>
                    <a:pt x="37465" y="656034"/>
                  </a:lnTo>
                  <a:lnTo>
                    <a:pt x="57639" y="697358"/>
                  </a:lnTo>
                  <a:lnTo>
                    <a:pt x="81706" y="736183"/>
                  </a:lnTo>
                  <a:lnTo>
                    <a:pt x="109449" y="772298"/>
                  </a:lnTo>
                  <a:lnTo>
                    <a:pt x="140652" y="805497"/>
                  </a:lnTo>
                  <a:lnTo>
                    <a:pt x="175100" y="835570"/>
                  </a:lnTo>
                  <a:lnTo>
                    <a:pt x="212576" y="862310"/>
                  </a:lnTo>
                  <a:lnTo>
                    <a:pt x="252865" y="885507"/>
                  </a:lnTo>
                  <a:lnTo>
                    <a:pt x="295751" y="904954"/>
                  </a:lnTo>
                  <a:lnTo>
                    <a:pt x="341018" y="920442"/>
                  </a:lnTo>
                  <a:lnTo>
                    <a:pt x="388451" y="931763"/>
                  </a:lnTo>
                  <a:lnTo>
                    <a:pt x="437833" y="938708"/>
                  </a:lnTo>
                  <a:lnTo>
                    <a:pt x="488950" y="941070"/>
                  </a:lnTo>
                  <a:lnTo>
                    <a:pt x="540066" y="938708"/>
                  </a:lnTo>
                  <a:lnTo>
                    <a:pt x="589448" y="931763"/>
                  </a:lnTo>
                  <a:lnTo>
                    <a:pt x="636881" y="920442"/>
                  </a:lnTo>
                  <a:lnTo>
                    <a:pt x="682148" y="904954"/>
                  </a:lnTo>
                  <a:lnTo>
                    <a:pt x="725034" y="885507"/>
                  </a:lnTo>
                  <a:lnTo>
                    <a:pt x="765323" y="862310"/>
                  </a:lnTo>
                  <a:lnTo>
                    <a:pt x="802799" y="835570"/>
                  </a:lnTo>
                  <a:lnTo>
                    <a:pt x="837247" y="805497"/>
                  </a:lnTo>
                  <a:lnTo>
                    <a:pt x="868450" y="772298"/>
                  </a:lnTo>
                  <a:lnTo>
                    <a:pt x="896193" y="736183"/>
                  </a:lnTo>
                  <a:lnTo>
                    <a:pt x="920260" y="697358"/>
                  </a:lnTo>
                  <a:lnTo>
                    <a:pt x="940435" y="656034"/>
                  </a:lnTo>
                  <a:lnTo>
                    <a:pt x="956502" y="612417"/>
                  </a:lnTo>
                  <a:lnTo>
                    <a:pt x="968246" y="566717"/>
                  </a:lnTo>
                  <a:lnTo>
                    <a:pt x="975450" y="519142"/>
                  </a:lnTo>
                  <a:lnTo>
                    <a:pt x="977899" y="469900"/>
                  </a:lnTo>
                  <a:lnTo>
                    <a:pt x="975450" y="420881"/>
                  </a:lnTo>
                  <a:lnTo>
                    <a:pt x="968246" y="373501"/>
                  </a:lnTo>
                  <a:lnTo>
                    <a:pt x="956502" y="327970"/>
                  </a:lnTo>
                  <a:lnTo>
                    <a:pt x="940435" y="284499"/>
                  </a:lnTo>
                  <a:lnTo>
                    <a:pt x="920260" y="243298"/>
                  </a:lnTo>
                  <a:lnTo>
                    <a:pt x="896193" y="204576"/>
                  </a:lnTo>
                  <a:lnTo>
                    <a:pt x="868450" y="168545"/>
                  </a:lnTo>
                  <a:lnTo>
                    <a:pt x="837247" y="135413"/>
                  </a:lnTo>
                  <a:lnTo>
                    <a:pt x="802799" y="105392"/>
                  </a:lnTo>
                  <a:lnTo>
                    <a:pt x="765323" y="78692"/>
                  </a:lnTo>
                  <a:lnTo>
                    <a:pt x="725034" y="55523"/>
                  </a:lnTo>
                  <a:lnTo>
                    <a:pt x="682148" y="36095"/>
                  </a:lnTo>
                  <a:lnTo>
                    <a:pt x="636881" y="20619"/>
                  </a:lnTo>
                  <a:lnTo>
                    <a:pt x="589448" y="9304"/>
                  </a:lnTo>
                  <a:lnTo>
                    <a:pt x="540066" y="2361"/>
                  </a:lnTo>
                  <a:lnTo>
                    <a:pt x="488950" y="0"/>
                  </a:lnTo>
                  <a:close/>
                </a:path>
              </a:pathLst>
            </a:custGeom>
            <a:solidFill>
              <a:srgbClr val="4747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228090" y="7872729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342900" y="0"/>
                  </a:moveTo>
                  <a:lnTo>
                    <a:pt x="295334" y="3011"/>
                  </a:lnTo>
                  <a:lnTo>
                    <a:pt x="250031" y="11812"/>
                  </a:lnTo>
                  <a:lnTo>
                    <a:pt x="207347" y="26054"/>
                  </a:lnTo>
                  <a:lnTo>
                    <a:pt x="167640" y="45390"/>
                  </a:lnTo>
                  <a:lnTo>
                    <a:pt x="131266" y="69471"/>
                  </a:lnTo>
                  <a:lnTo>
                    <a:pt x="98583" y="97948"/>
                  </a:lnTo>
                  <a:lnTo>
                    <a:pt x="69949" y="130474"/>
                  </a:lnTo>
                  <a:lnTo>
                    <a:pt x="45720" y="166699"/>
                  </a:lnTo>
                  <a:lnTo>
                    <a:pt x="26253" y="206275"/>
                  </a:lnTo>
                  <a:lnTo>
                    <a:pt x="11906" y="248855"/>
                  </a:lnTo>
                  <a:lnTo>
                    <a:pt x="3036" y="294089"/>
                  </a:lnTo>
                  <a:lnTo>
                    <a:pt x="0" y="341630"/>
                  </a:lnTo>
                  <a:lnTo>
                    <a:pt x="3036" y="389220"/>
                  </a:lnTo>
                  <a:lnTo>
                    <a:pt x="11906" y="434592"/>
                  </a:lnTo>
                  <a:lnTo>
                    <a:pt x="26253" y="477381"/>
                  </a:lnTo>
                  <a:lnTo>
                    <a:pt x="45719" y="517219"/>
                  </a:lnTo>
                  <a:lnTo>
                    <a:pt x="69949" y="553741"/>
                  </a:lnTo>
                  <a:lnTo>
                    <a:pt x="98583" y="586581"/>
                  </a:lnTo>
                  <a:lnTo>
                    <a:pt x="131266" y="615373"/>
                  </a:lnTo>
                  <a:lnTo>
                    <a:pt x="167639" y="639750"/>
                  </a:lnTo>
                  <a:lnTo>
                    <a:pt x="207347" y="659348"/>
                  </a:lnTo>
                  <a:lnTo>
                    <a:pt x="250031" y="673799"/>
                  </a:lnTo>
                  <a:lnTo>
                    <a:pt x="295334" y="682738"/>
                  </a:lnTo>
                  <a:lnTo>
                    <a:pt x="342900" y="685800"/>
                  </a:lnTo>
                  <a:lnTo>
                    <a:pt x="390465" y="682738"/>
                  </a:lnTo>
                  <a:lnTo>
                    <a:pt x="435768" y="673799"/>
                  </a:lnTo>
                  <a:lnTo>
                    <a:pt x="478452" y="659348"/>
                  </a:lnTo>
                  <a:lnTo>
                    <a:pt x="518159" y="639750"/>
                  </a:lnTo>
                  <a:lnTo>
                    <a:pt x="554533" y="615373"/>
                  </a:lnTo>
                  <a:lnTo>
                    <a:pt x="587216" y="586581"/>
                  </a:lnTo>
                  <a:lnTo>
                    <a:pt x="615850" y="553741"/>
                  </a:lnTo>
                  <a:lnTo>
                    <a:pt x="640079" y="517219"/>
                  </a:lnTo>
                  <a:lnTo>
                    <a:pt x="659546" y="477381"/>
                  </a:lnTo>
                  <a:lnTo>
                    <a:pt x="673893" y="434592"/>
                  </a:lnTo>
                  <a:lnTo>
                    <a:pt x="682763" y="389220"/>
                  </a:lnTo>
                  <a:lnTo>
                    <a:pt x="685799" y="341630"/>
                  </a:lnTo>
                  <a:lnTo>
                    <a:pt x="682763" y="294089"/>
                  </a:lnTo>
                  <a:lnTo>
                    <a:pt x="673893" y="248855"/>
                  </a:lnTo>
                  <a:lnTo>
                    <a:pt x="659546" y="206275"/>
                  </a:lnTo>
                  <a:lnTo>
                    <a:pt x="640079" y="166699"/>
                  </a:lnTo>
                  <a:lnTo>
                    <a:pt x="615850" y="130474"/>
                  </a:lnTo>
                  <a:lnTo>
                    <a:pt x="587216" y="97948"/>
                  </a:lnTo>
                  <a:lnTo>
                    <a:pt x="554533" y="69471"/>
                  </a:lnTo>
                  <a:lnTo>
                    <a:pt x="518159" y="45390"/>
                  </a:lnTo>
                  <a:lnTo>
                    <a:pt x="478452" y="26054"/>
                  </a:lnTo>
                  <a:lnTo>
                    <a:pt x="435768" y="11812"/>
                  </a:lnTo>
                  <a:lnTo>
                    <a:pt x="390465" y="3011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357629" y="7999729"/>
              <a:ext cx="431800" cy="406400"/>
            </a:xfrm>
            <a:custGeom>
              <a:avLst/>
              <a:gdLst/>
              <a:ahLst/>
              <a:cxnLst/>
              <a:rect l="l" t="t" r="r" b="b"/>
              <a:pathLst>
                <a:path w="431800" h="406400">
                  <a:moveTo>
                    <a:pt x="215900" y="0"/>
                  </a:moveTo>
                  <a:lnTo>
                    <a:pt x="165151" y="5191"/>
                  </a:lnTo>
                  <a:lnTo>
                    <a:pt x="119224" y="20068"/>
                  </a:lnTo>
                  <a:lnTo>
                    <a:pt x="79206" y="43587"/>
                  </a:lnTo>
                  <a:lnTo>
                    <a:pt x="46186" y="74704"/>
                  </a:lnTo>
                  <a:lnTo>
                    <a:pt x="21253" y="112374"/>
                  </a:lnTo>
                  <a:lnTo>
                    <a:pt x="5494" y="155554"/>
                  </a:lnTo>
                  <a:lnTo>
                    <a:pt x="0" y="203200"/>
                  </a:lnTo>
                  <a:lnTo>
                    <a:pt x="5494" y="250445"/>
                  </a:lnTo>
                  <a:lnTo>
                    <a:pt x="21253" y="293469"/>
                  </a:lnTo>
                  <a:lnTo>
                    <a:pt x="46186" y="331162"/>
                  </a:lnTo>
                  <a:lnTo>
                    <a:pt x="79206" y="362412"/>
                  </a:lnTo>
                  <a:lnTo>
                    <a:pt x="119224" y="386109"/>
                  </a:lnTo>
                  <a:lnTo>
                    <a:pt x="165151" y="401142"/>
                  </a:lnTo>
                  <a:lnTo>
                    <a:pt x="215900" y="406400"/>
                  </a:lnTo>
                  <a:lnTo>
                    <a:pt x="266248" y="401142"/>
                  </a:lnTo>
                  <a:lnTo>
                    <a:pt x="312020" y="386109"/>
                  </a:lnTo>
                  <a:lnTo>
                    <a:pt x="352060" y="362412"/>
                  </a:lnTo>
                  <a:lnTo>
                    <a:pt x="385213" y="331162"/>
                  </a:lnTo>
                  <a:lnTo>
                    <a:pt x="410324" y="293469"/>
                  </a:lnTo>
                  <a:lnTo>
                    <a:pt x="426238" y="250445"/>
                  </a:lnTo>
                  <a:lnTo>
                    <a:pt x="431800" y="203200"/>
                  </a:lnTo>
                  <a:lnTo>
                    <a:pt x="426238" y="155554"/>
                  </a:lnTo>
                  <a:lnTo>
                    <a:pt x="410324" y="112374"/>
                  </a:lnTo>
                  <a:lnTo>
                    <a:pt x="385213" y="74704"/>
                  </a:lnTo>
                  <a:lnTo>
                    <a:pt x="352060" y="43587"/>
                  </a:lnTo>
                  <a:lnTo>
                    <a:pt x="312020" y="20068"/>
                  </a:lnTo>
                  <a:lnTo>
                    <a:pt x="266248" y="5191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432560" y="8055609"/>
              <a:ext cx="292100" cy="304800"/>
            </a:xfrm>
            <a:custGeom>
              <a:avLst/>
              <a:gdLst/>
              <a:ahLst/>
              <a:cxnLst/>
              <a:rect l="l" t="t" r="r" b="b"/>
              <a:pathLst>
                <a:path w="292100" h="304800">
                  <a:moveTo>
                    <a:pt x="146050" y="0"/>
                  </a:moveTo>
                  <a:lnTo>
                    <a:pt x="99161" y="7559"/>
                  </a:lnTo>
                  <a:lnTo>
                    <a:pt x="58978" y="28773"/>
                  </a:lnTo>
                  <a:lnTo>
                    <a:pt x="27635" y="61447"/>
                  </a:lnTo>
                  <a:lnTo>
                    <a:pt x="7264" y="103388"/>
                  </a:lnTo>
                  <a:lnTo>
                    <a:pt x="0" y="152400"/>
                  </a:lnTo>
                  <a:lnTo>
                    <a:pt x="7264" y="201411"/>
                  </a:lnTo>
                  <a:lnTo>
                    <a:pt x="27635" y="243352"/>
                  </a:lnTo>
                  <a:lnTo>
                    <a:pt x="58978" y="276026"/>
                  </a:lnTo>
                  <a:lnTo>
                    <a:pt x="99161" y="297240"/>
                  </a:lnTo>
                  <a:lnTo>
                    <a:pt x="146050" y="304800"/>
                  </a:lnTo>
                  <a:lnTo>
                    <a:pt x="192938" y="297240"/>
                  </a:lnTo>
                  <a:lnTo>
                    <a:pt x="233121" y="276026"/>
                  </a:lnTo>
                  <a:lnTo>
                    <a:pt x="264464" y="243352"/>
                  </a:lnTo>
                  <a:lnTo>
                    <a:pt x="284835" y="201411"/>
                  </a:lnTo>
                  <a:lnTo>
                    <a:pt x="292100" y="152400"/>
                  </a:lnTo>
                  <a:lnTo>
                    <a:pt x="284835" y="103388"/>
                  </a:lnTo>
                  <a:lnTo>
                    <a:pt x="264464" y="61447"/>
                  </a:lnTo>
                  <a:lnTo>
                    <a:pt x="233121" y="28773"/>
                  </a:lnTo>
                  <a:lnTo>
                    <a:pt x="192938" y="7559"/>
                  </a:lnTo>
                  <a:lnTo>
                    <a:pt x="146050" y="0"/>
                  </a:lnTo>
                  <a:close/>
                </a:path>
              </a:pathLst>
            </a:custGeom>
            <a:solidFill>
              <a:srgbClr val="FA1C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28929" y="8216899"/>
              <a:ext cx="2514600" cy="0"/>
            </a:xfrm>
            <a:custGeom>
              <a:avLst/>
              <a:gdLst/>
              <a:ahLst/>
              <a:cxnLst/>
              <a:rect l="l" t="t" r="r" b="b"/>
              <a:pathLst>
                <a:path w="2514600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ln w="38097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4" name="object 74"/>
          <p:cNvGrpSpPr/>
          <p:nvPr/>
        </p:nvGrpSpPr>
        <p:grpSpPr>
          <a:xfrm>
            <a:off x="3070860" y="7465059"/>
            <a:ext cx="3242310" cy="1652270"/>
            <a:chOff x="3070860" y="7465059"/>
            <a:chExt cx="3242310" cy="1652270"/>
          </a:xfrm>
        </p:grpSpPr>
        <p:pic>
          <p:nvPicPr>
            <p:cNvPr id="75" name="object 7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01747" y="7506969"/>
              <a:ext cx="3211422" cy="1610360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3070860" y="7465059"/>
              <a:ext cx="3201670" cy="1601470"/>
            </a:xfrm>
            <a:custGeom>
              <a:avLst/>
              <a:gdLst/>
              <a:ahLst/>
              <a:cxnLst/>
              <a:rect l="l" t="t" r="r" b="b"/>
              <a:pathLst>
                <a:path w="3201670" h="1601470">
                  <a:moveTo>
                    <a:pt x="3201669" y="0"/>
                  </a:moveTo>
                  <a:lnTo>
                    <a:pt x="0" y="0"/>
                  </a:lnTo>
                  <a:lnTo>
                    <a:pt x="0" y="1601470"/>
                  </a:lnTo>
                  <a:lnTo>
                    <a:pt x="3201669" y="1601470"/>
                  </a:lnTo>
                  <a:lnTo>
                    <a:pt x="32016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3072129" y="7465059"/>
            <a:ext cx="3200400" cy="1600200"/>
          </a:xfrm>
          <a:prstGeom prst="rect">
            <a:avLst/>
          </a:prstGeom>
          <a:ln w="9344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150"/>
              </a:lnSpc>
            </a:pPr>
            <a:r>
              <a:rPr sz="3600" spc="-10" dirty="0">
                <a:latin typeface="Century Gothic"/>
                <a:cs typeface="Century Gothic"/>
              </a:rPr>
              <a:t>clipped</a:t>
            </a:r>
            <a:endParaRPr sz="3600">
              <a:latin typeface="Century Gothic"/>
              <a:cs typeface="Century Gothic"/>
            </a:endParaRPr>
          </a:p>
          <a:p>
            <a:pPr marL="147955" marR="139065" algn="ctr">
              <a:lnSpc>
                <a:spcPct val="100000"/>
              </a:lnSpc>
            </a:pPr>
            <a:r>
              <a:rPr sz="3600" spc="-10" dirty="0">
                <a:latin typeface="Century Gothic"/>
                <a:cs typeface="Century Gothic"/>
              </a:rPr>
              <a:t>overexposed saturated</a:t>
            </a:r>
            <a:endParaRPr sz="3600">
              <a:latin typeface="Century Gothic"/>
              <a:cs typeface="Century Gothic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3070860" y="5325109"/>
            <a:ext cx="2021839" cy="600710"/>
            <a:chOff x="3070860" y="5325109"/>
            <a:chExt cx="2021839" cy="600710"/>
          </a:xfrm>
        </p:grpSpPr>
        <p:pic>
          <p:nvPicPr>
            <p:cNvPr id="79" name="object 7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01340" y="5367019"/>
              <a:ext cx="1991360" cy="558800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3070860" y="5325109"/>
              <a:ext cx="1982470" cy="551180"/>
            </a:xfrm>
            <a:custGeom>
              <a:avLst/>
              <a:gdLst/>
              <a:ahLst/>
              <a:cxnLst/>
              <a:rect l="l" t="t" r="r" b="b"/>
              <a:pathLst>
                <a:path w="1982470" h="551179">
                  <a:moveTo>
                    <a:pt x="1982469" y="0"/>
                  </a:moveTo>
                  <a:lnTo>
                    <a:pt x="0" y="0"/>
                  </a:lnTo>
                  <a:lnTo>
                    <a:pt x="0" y="551179"/>
                  </a:lnTo>
                  <a:lnTo>
                    <a:pt x="1982469" y="551179"/>
                  </a:lnTo>
                  <a:lnTo>
                    <a:pt x="1982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3072129" y="5326379"/>
            <a:ext cx="1979930" cy="548640"/>
          </a:xfrm>
          <a:prstGeom prst="rect">
            <a:avLst/>
          </a:prstGeom>
          <a:ln w="9344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4930">
              <a:lnSpc>
                <a:spcPct val="100000"/>
              </a:lnSpc>
            </a:pPr>
            <a:r>
              <a:rPr sz="3600" dirty="0">
                <a:latin typeface="Century Gothic"/>
                <a:cs typeface="Century Gothic"/>
              </a:rPr>
              <a:t>in </a:t>
            </a:r>
            <a:r>
              <a:rPr sz="3600" spc="-10" dirty="0">
                <a:latin typeface="Century Gothic"/>
                <a:cs typeface="Century Gothic"/>
              </a:rPr>
              <a:t>range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title"/>
          </p:nvPr>
        </p:nvSpPr>
        <p:spPr>
          <a:xfrm>
            <a:off x="1889760" y="8890"/>
            <a:ext cx="922337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dirty="0"/>
              <a:t>Intensity</a:t>
            </a:r>
            <a:r>
              <a:rPr sz="4800" spc="-35" dirty="0"/>
              <a:t> </a:t>
            </a:r>
            <a:r>
              <a:rPr sz="4800" dirty="0"/>
              <a:t>/</a:t>
            </a:r>
            <a:r>
              <a:rPr sz="4800" spc="-10" dirty="0"/>
              <a:t> </a:t>
            </a:r>
            <a:r>
              <a:rPr sz="4800" dirty="0"/>
              <a:t>Exposure</a:t>
            </a:r>
            <a:r>
              <a:rPr sz="4800" spc="-20" dirty="0"/>
              <a:t> </a:t>
            </a:r>
            <a:r>
              <a:rPr sz="4800" dirty="0"/>
              <a:t>/</a:t>
            </a:r>
            <a:r>
              <a:rPr sz="4800" spc="-10" dirty="0"/>
              <a:t> Saturation</a:t>
            </a:r>
            <a:endParaRPr sz="4800" dirty="0"/>
          </a:p>
        </p:txBody>
      </p:sp>
      <p:sp>
        <p:nvSpPr>
          <p:cNvPr id="83" name="object 83"/>
          <p:cNvSpPr/>
          <p:nvPr/>
        </p:nvSpPr>
        <p:spPr>
          <a:xfrm>
            <a:off x="328929" y="1675129"/>
            <a:ext cx="12344400" cy="2540"/>
          </a:xfrm>
          <a:custGeom>
            <a:avLst/>
            <a:gdLst/>
            <a:ahLst/>
            <a:cxnLst/>
            <a:rect l="l" t="t" r="r" b="b"/>
            <a:pathLst>
              <a:path w="12344400" h="2539">
                <a:moveTo>
                  <a:pt x="0" y="0"/>
                </a:moveTo>
                <a:lnTo>
                  <a:pt x="12344400" y="2540"/>
                </a:lnTo>
              </a:path>
            </a:pathLst>
          </a:custGeom>
          <a:ln w="50676">
            <a:solidFill>
              <a:srgbClr val="2C2C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4" name="object 84"/>
          <p:cNvGrpSpPr/>
          <p:nvPr/>
        </p:nvGrpSpPr>
        <p:grpSpPr>
          <a:xfrm>
            <a:off x="514350" y="1902460"/>
            <a:ext cx="11935460" cy="788670"/>
            <a:chOff x="514350" y="1902460"/>
            <a:chExt cx="11935460" cy="788670"/>
          </a:xfrm>
        </p:grpSpPr>
        <p:pic>
          <p:nvPicPr>
            <p:cNvPr id="85" name="object 8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4350" y="1917700"/>
              <a:ext cx="11935460" cy="773022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518160" y="1902459"/>
              <a:ext cx="11926570" cy="19050"/>
            </a:xfrm>
            <a:custGeom>
              <a:avLst/>
              <a:gdLst/>
              <a:ahLst/>
              <a:cxnLst/>
              <a:rect l="l" t="t" r="r" b="b"/>
              <a:pathLst>
                <a:path w="11926570" h="19050">
                  <a:moveTo>
                    <a:pt x="1192657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19050"/>
                  </a:lnTo>
                  <a:lnTo>
                    <a:pt x="11926570" y="19050"/>
                  </a:lnTo>
                  <a:lnTo>
                    <a:pt x="11926570" y="889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D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518160" y="1921510"/>
              <a:ext cx="11926570" cy="8890"/>
            </a:xfrm>
            <a:custGeom>
              <a:avLst/>
              <a:gdLst/>
              <a:ahLst/>
              <a:cxnLst/>
              <a:rect l="l" t="t" r="r" b="b"/>
              <a:pathLst>
                <a:path w="11926570" h="8889">
                  <a:moveTo>
                    <a:pt x="1192657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6570" y="889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DE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518160" y="193040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11926570" y="10159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DD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518160" y="1940560"/>
              <a:ext cx="11926570" cy="8890"/>
            </a:xfrm>
            <a:custGeom>
              <a:avLst/>
              <a:gdLst/>
              <a:ahLst/>
              <a:cxnLst/>
              <a:rect l="l" t="t" r="r" b="b"/>
              <a:pathLst>
                <a:path w="11926570" h="8889">
                  <a:moveTo>
                    <a:pt x="1192657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6570" y="889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DC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518160" y="194945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11926570" y="10159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DB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518160" y="1959610"/>
              <a:ext cx="11926570" cy="8890"/>
            </a:xfrm>
            <a:custGeom>
              <a:avLst/>
              <a:gdLst/>
              <a:ahLst/>
              <a:cxnLst/>
              <a:rect l="l" t="t" r="r" b="b"/>
              <a:pathLst>
                <a:path w="11926570" h="8889">
                  <a:moveTo>
                    <a:pt x="1192657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6570" y="889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DA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518160" y="196850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11926570" y="10159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D9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8160" y="1978660"/>
              <a:ext cx="11926570" cy="8890"/>
            </a:xfrm>
            <a:custGeom>
              <a:avLst/>
              <a:gdLst/>
              <a:ahLst/>
              <a:cxnLst/>
              <a:rect l="l" t="t" r="r" b="b"/>
              <a:pathLst>
                <a:path w="11926570" h="8889">
                  <a:moveTo>
                    <a:pt x="1192657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6570" y="889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D8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18160" y="198755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11926570" y="10159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D7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518160" y="1997710"/>
              <a:ext cx="11926570" cy="8890"/>
            </a:xfrm>
            <a:custGeom>
              <a:avLst/>
              <a:gdLst/>
              <a:ahLst/>
              <a:cxnLst/>
              <a:rect l="l" t="t" r="r" b="b"/>
              <a:pathLst>
                <a:path w="11926570" h="8889">
                  <a:moveTo>
                    <a:pt x="1192657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6570" y="889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D6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18160" y="200660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11926570" y="10159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D5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18160" y="2016760"/>
              <a:ext cx="11926570" cy="8890"/>
            </a:xfrm>
            <a:custGeom>
              <a:avLst/>
              <a:gdLst/>
              <a:ahLst/>
              <a:cxnLst/>
              <a:rect l="l" t="t" r="r" b="b"/>
              <a:pathLst>
                <a:path w="11926570" h="8889">
                  <a:moveTo>
                    <a:pt x="1192657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6570" y="889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D4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518160" y="202565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11926570" y="10159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D3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518160" y="203581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11926570" y="1016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D2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518160" y="2045970"/>
              <a:ext cx="11926570" cy="8890"/>
            </a:xfrm>
            <a:custGeom>
              <a:avLst/>
              <a:gdLst/>
              <a:ahLst/>
              <a:cxnLst/>
              <a:rect l="l" t="t" r="r" b="b"/>
              <a:pathLst>
                <a:path w="11926570" h="8889">
                  <a:moveTo>
                    <a:pt x="1192657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6570" y="8889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D1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518160" y="205486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11926570" y="1016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D0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518160" y="2065020"/>
              <a:ext cx="11926570" cy="8890"/>
            </a:xfrm>
            <a:custGeom>
              <a:avLst/>
              <a:gdLst/>
              <a:ahLst/>
              <a:cxnLst/>
              <a:rect l="l" t="t" r="r" b="b"/>
              <a:pathLst>
                <a:path w="11926570" h="8889">
                  <a:moveTo>
                    <a:pt x="1192657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6570" y="8889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CF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518160" y="207391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11926570" y="1016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CE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518160" y="2084070"/>
              <a:ext cx="11926570" cy="8890"/>
            </a:xfrm>
            <a:custGeom>
              <a:avLst/>
              <a:gdLst/>
              <a:ahLst/>
              <a:cxnLst/>
              <a:rect l="l" t="t" r="r" b="b"/>
              <a:pathLst>
                <a:path w="11926570" h="8889">
                  <a:moveTo>
                    <a:pt x="1192657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6570" y="8889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CD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518160" y="2092959"/>
              <a:ext cx="11926570" cy="19050"/>
            </a:xfrm>
            <a:custGeom>
              <a:avLst/>
              <a:gdLst/>
              <a:ahLst/>
              <a:cxnLst/>
              <a:rect l="l" t="t" r="r" b="b"/>
              <a:pathLst>
                <a:path w="11926570" h="19050">
                  <a:moveTo>
                    <a:pt x="1192657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19050"/>
                  </a:lnTo>
                  <a:lnTo>
                    <a:pt x="11926570" y="19050"/>
                  </a:lnTo>
                  <a:lnTo>
                    <a:pt x="11926570" y="1016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CC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518160" y="211201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11926570" y="1016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CA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518160" y="2122170"/>
              <a:ext cx="11926570" cy="8890"/>
            </a:xfrm>
            <a:custGeom>
              <a:avLst/>
              <a:gdLst/>
              <a:ahLst/>
              <a:cxnLst/>
              <a:rect l="l" t="t" r="r" b="b"/>
              <a:pathLst>
                <a:path w="11926570" h="8889">
                  <a:moveTo>
                    <a:pt x="1192657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6570" y="8889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C9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518160" y="213106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11926570" y="1016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C8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518160" y="2141220"/>
              <a:ext cx="11926570" cy="8890"/>
            </a:xfrm>
            <a:custGeom>
              <a:avLst/>
              <a:gdLst/>
              <a:ahLst/>
              <a:cxnLst/>
              <a:rect l="l" t="t" r="r" b="b"/>
              <a:pathLst>
                <a:path w="11926570" h="8889">
                  <a:moveTo>
                    <a:pt x="1192657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6570" y="8889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C7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518160" y="215011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11926570" y="1016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C6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518160" y="2160270"/>
              <a:ext cx="11926570" cy="8890"/>
            </a:xfrm>
            <a:custGeom>
              <a:avLst/>
              <a:gdLst/>
              <a:ahLst/>
              <a:cxnLst/>
              <a:rect l="l" t="t" r="r" b="b"/>
              <a:pathLst>
                <a:path w="11926570" h="8889">
                  <a:moveTo>
                    <a:pt x="1192657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6570" y="8889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C5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8160" y="216916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11926570" y="1016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C4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18160" y="2179320"/>
              <a:ext cx="11926570" cy="8890"/>
            </a:xfrm>
            <a:custGeom>
              <a:avLst/>
              <a:gdLst/>
              <a:ahLst/>
              <a:cxnLst/>
              <a:rect l="l" t="t" r="r" b="b"/>
              <a:pathLst>
                <a:path w="11926570" h="8889">
                  <a:moveTo>
                    <a:pt x="1192657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6570" y="8889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C3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18160" y="218821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11926570" y="1016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C2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18160" y="2198370"/>
              <a:ext cx="11926570" cy="8890"/>
            </a:xfrm>
            <a:custGeom>
              <a:avLst/>
              <a:gdLst/>
              <a:ahLst/>
              <a:cxnLst/>
              <a:rect l="l" t="t" r="r" b="b"/>
              <a:pathLst>
                <a:path w="11926570" h="8889">
                  <a:moveTo>
                    <a:pt x="1192657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6570" y="8889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C1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518160" y="220726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11926570" y="1016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C0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518160" y="221742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11926570" y="10159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BF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518160" y="2227580"/>
              <a:ext cx="11926570" cy="8890"/>
            </a:xfrm>
            <a:custGeom>
              <a:avLst/>
              <a:gdLst/>
              <a:ahLst/>
              <a:cxnLst/>
              <a:rect l="l" t="t" r="r" b="b"/>
              <a:pathLst>
                <a:path w="11926570" h="8889">
                  <a:moveTo>
                    <a:pt x="1192657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6570" y="889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BE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518160" y="223647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11926570" y="10159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BD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518160" y="2246630"/>
              <a:ext cx="11926570" cy="8890"/>
            </a:xfrm>
            <a:custGeom>
              <a:avLst/>
              <a:gdLst/>
              <a:ahLst/>
              <a:cxnLst/>
              <a:rect l="l" t="t" r="r" b="b"/>
              <a:pathLst>
                <a:path w="11926570" h="8889">
                  <a:moveTo>
                    <a:pt x="1192657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6570" y="889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BC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518160" y="225552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11926570" y="10159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BB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518160" y="2265680"/>
              <a:ext cx="11926570" cy="8890"/>
            </a:xfrm>
            <a:custGeom>
              <a:avLst/>
              <a:gdLst/>
              <a:ahLst/>
              <a:cxnLst/>
              <a:rect l="l" t="t" r="r" b="b"/>
              <a:pathLst>
                <a:path w="11926570" h="8889">
                  <a:moveTo>
                    <a:pt x="1192657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6570" y="889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BA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518160" y="227457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11926570" y="10159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B9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518160" y="2284730"/>
              <a:ext cx="11926570" cy="8890"/>
            </a:xfrm>
            <a:custGeom>
              <a:avLst/>
              <a:gdLst/>
              <a:ahLst/>
              <a:cxnLst/>
              <a:rect l="l" t="t" r="r" b="b"/>
              <a:pathLst>
                <a:path w="11926570" h="8889">
                  <a:moveTo>
                    <a:pt x="1192657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6570" y="889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B8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518160" y="229362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11926570" y="10159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B7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518160" y="2303780"/>
              <a:ext cx="11926570" cy="8890"/>
            </a:xfrm>
            <a:custGeom>
              <a:avLst/>
              <a:gdLst/>
              <a:ahLst/>
              <a:cxnLst/>
              <a:rect l="l" t="t" r="r" b="b"/>
              <a:pathLst>
                <a:path w="11926570" h="8889">
                  <a:moveTo>
                    <a:pt x="1192657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6570" y="889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B6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518160" y="231267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11926570" y="10159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B5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518160" y="2322830"/>
              <a:ext cx="11926570" cy="8890"/>
            </a:xfrm>
            <a:custGeom>
              <a:avLst/>
              <a:gdLst/>
              <a:ahLst/>
              <a:cxnLst/>
              <a:rect l="l" t="t" r="r" b="b"/>
              <a:pathLst>
                <a:path w="11926570" h="8889">
                  <a:moveTo>
                    <a:pt x="1192657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6570" y="889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B4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518160" y="233172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11926570" y="10159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B3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518160" y="2341880"/>
              <a:ext cx="11926570" cy="8890"/>
            </a:xfrm>
            <a:custGeom>
              <a:avLst/>
              <a:gdLst/>
              <a:ahLst/>
              <a:cxnLst/>
              <a:rect l="l" t="t" r="r" b="b"/>
              <a:pathLst>
                <a:path w="11926570" h="8889">
                  <a:moveTo>
                    <a:pt x="1192657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6570" y="889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B2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518160" y="235077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11926570" y="10159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B1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518160" y="2360930"/>
              <a:ext cx="11926570" cy="8890"/>
            </a:xfrm>
            <a:custGeom>
              <a:avLst/>
              <a:gdLst/>
              <a:ahLst/>
              <a:cxnLst/>
              <a:rect l="l" t="t" r="r" b="b"/>
              <a:pathLst>
                <a:path w="11926570" h="8889">
                  <a:moveTo>
                    <a:pt x="1192657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6570" y="889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B0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518160" y="236982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11926570" y="10159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AF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518160" y="2379980"/>
              <a:ext cx="11926570" cy="8890"/>
            </a:xfrm>
            <a:custGeom>
              <a:avLst/>
              <a:gdLst/>
              <a:ahLst/>
              <a:cxnLst/>
              <a:rect l="l" t="t" r="r" b="b"/>
              <a:pathLst>
                <a:path w="11926570" h="8889">
                  <a:moveTo>
                    <a:pt x="1192657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6570" y="889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AE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518160" y="238887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11926570" y="10159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AD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518160" y="2399030"/>
              <a:ext cx="11926570" cy="8890"/>
            </a:xfrm>
            <a:custGeom>
              <a:avLst/>
              <a:gdLst/>
              <a:ahLst/>
              <a:cxnLst/>
              <a:rect l="l" t="t" r="r" b="b"/>
              <a:pathLst>
                <a:path w="11926570" h="8889">
                  <a:moveTo>
                    <a:pt x="1192657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6570" y="889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AC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518160" y="240792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11926570" y="10159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AB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518160" y="2418080"/>
              <a:ext cx="11926570" cy="8890"/>
            </a:xfrm>
            <a:custGeom>
              <a:avLst/>
              <a:gdLst/>
              <a:ahLst/>
              <a:cxnLst/>
              <a:rect l="l" t="t" r="r" b="b"/>
              <a:pathLst>
                <a:path w="11926570" h="8889">
                  <a:moveTo>
                    <a:pt x="1192657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6570" y="889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AA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518160" y="242697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11926570" y="10159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A9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518160" y="2437130"/>
              <a:ext cx="11926570" cy="8890"/>
            </a:xfrm>
            <a:custGeom>
              <a:avLst/>
              <a:gdLst/>
              <a:ahLst/>
              <a:cxnLst/>
              <a:rect l="l" t="t" r="r" b="b"/>
              <a:pathLst>
                <a:path w="11926570" h="8889">
                  <a:moveTo>
                    <a:pt x="1192657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6570" y="889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A8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518160" y="244602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11926570" y="10159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A7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518160" y="2456180"/>
              <a:ext cx="11926570" cy="8890"/>
            </a:xfrm>
            <a:custGeom>
              <a:avLst/>
              <a:gdLst/>
              <a:ahLst/>
              <a:cxnLst/>
              <a:rect l="l" t="t" r="r" b="b"/>
              <a:pathLst>
                <a:path w="11926570" h="8889">
                  <a:moveTo>
                    <a:pt x="1192657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6570" y="889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A6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518160" y="246507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11926570" y="10159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A5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518160" y="2475230"/>
              <a:ext cx="11926570" cy="8890"/>
            </a:xfrm>
            <a:custGeom>
              <a:avLst/>
              <a:gdLst/>
              <a:ahLst/>
              <a:cxnLst/>
              <a:rect l="l" t="t" r="r" b="b"/>
              <a:pathLst>
                <a:path w="11926570" h="8889">
                  <a:moveTo>
                    <a:pt x="1192657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6570" y="889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A4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518160" y="248412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11926570" y="10159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A3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518160" y="2494280"/>
              <a:ext cx="11926570" cy="8890"/>
            </a:xfrm>
            <a:custGeom>
              <a:avLst/>
              <a:gdLst/>
              <a:ahLst/>
              <a:cxnLst/>
              <a:rect l="l" t="t" r="r" b="b"/>
              <a:pathLst>
                <a:path w="11926570" h="8889">
                  <a:moveTo>
                    <a:pt x="1192657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11926570" y="889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A2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518160" y="250317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11926570" y="10159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A1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518160" y="251333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11926570" y="1016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A0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518160" y="2523490"/>
              <a:ext cx="11926570" cy="8890"/>
            </a:xfrm>
            <a:custGeom>
              <a:avLst/>
              <a:gdLst/>
              <a:ahLst/>
              <a:cxnLst/>
              <a:rect l="l" t="t" r="r" b="b"/>
              <a:pathLst>
                <a:path w="11926570" h="8889">
                  <a:moveTo>
                    <a:pt x="1192657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6570" y="8889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9F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518160" y="253238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11926570" y="1016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9E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518160" y="2542540"/>
              <a:ext cx="11926570" cy="8890"/>
            </a:xfrm>
            <a:custGeom>
              <a:avLst/>
              <a:gdLst/>
              <a:ahLst/>
              <a:cxnLst/>
              <a:rect l="l" t="t" r="r" b="b"/>
              <a:pathLst>
                <a:path w="11926570" h="8889">
                  <a:moveTo>
                    <a:pt x="1192657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6570" y="8889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9D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518160" y="255143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11926570" y="1016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9C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518160" y="2561590"/>
              <a:ext cx="11926570" cy="8890"/>
            </a:xfrm>
            <a:custGeom>
              <a:avLst/>
              <a:gdLst/>
              <a:ahLst/>
              <a:cxnLst/>
              <a:rect l="l" t="t" r="r" b="b"/>
              <a:pathLst>
                <a:path w="11926570" h="8889">
                  <a:moveTo>
                    <a:pt x="1192657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6570" y="8889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9B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518160" y="257048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11926570" y="1016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9A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518160" y="2580640"/>
              <a:ext cx="11926570" cy="8890"/>
            </a:xfrm>
            <a:custGeom>
              <a:avLst/>
              <a:gdLst/>
              <a:ahLst/>
              <a:cxnLst/>
              <a:rect l="l" t="t" r="r" b="b"/>
              <a:pathLst>
                <a:path w="11926570" h="8889">
                  <a:moveTo>
                    <a:pt x="1192657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6570" y="8889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99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518160" y="258953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11926570" y="1016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99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518160" y="2599690"/>
              <a:ext cx="11926570" cy="8890"/>
            </a:xfrm>
            <a:custGeom>
              <a:avLst/>
              <a:gdLst/>
              <a:ahLst/>
              <a:cxnLst/>
              <a:rect l="l" t="t" r="r" b="b"/>
              <a:pathLst>
                <a:path w="11926570" h="8889">
                  <a:moveTo>
                    <a:pt x="1192657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6570" y="8889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97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518160" y="260858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11926570" y="1016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96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518160" y="2618740"/>
              <a:ext cx="11926570" cy="8890"/>
            </a:xfrm>
            <a:custGeom>
              <a:avLst/>
              <a:gdLst/>
              <a:ahLst/>
              <a:cxnLst/>
              <a:rect l="l" t="t" r="r" b="b"/>
              <a:pathLst>
                <a:path w="11926570" h="8889">
                  <a:moveTo>
                    <a:pt x="1192657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6570" y="8889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95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518160" y="262763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11926570" y="1016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94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518160" y="2637790"/>
              <a:ext cx="11926570" cy="8890"/>
            </a:xfrm>
            <a:custGeom>
              <a:avLst/>
              <a:gdLst/>
              <a:ahLst/>
              <a:cxnLst/>
              <a:rect l="l" t="t" r="r" b="b"/>
              <a:pathLst>
                <a:path w="11926570" h="8889">
                  <a:moveTo>
                    <a:pt x="1192657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11926570" y="8889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93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518160" y="264668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11926570" y="10160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92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518160" y="2656840"/>
              <a:ext cx="11926570" cy="10160"/>
            </a:xfrm>
            <a:custGeom>
              <a:avLst/>
              <a:gdLst/>
              <a:ahLst/>
              <a:cxnLst/>
              <a:rect l="l" t="t" r="r" b="b"/>
              <a:pathLst>
                <a:path w="11926570" h="10160">
                  <a:moveTo>
                    <a:pt x="11926570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11926570" y="10159"/>
                  </a:lnTo>
                  <a:lnTo>
                    <a:pt x="11926570" y="0"/>
                  </a:lnTo>
                  <a:close/>
                </a:path>
              </a:pathLst>
            </a:custGeom>
            <a:solidFill>
              <a:srgbClr val="91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4" name="object 164"/>
          <p:cNvSpPr txBox="1"/>
          <p:nvPr/>
        </p:nvSpPr>
        <p:spPr>
          <a:xfrm>
            <a:off x="519430" y="1902460"/>
            <a:ext cx="11925300" cy="763270"/>
          </a:xfrm>
          <a:prstGeom prst="rect">
            <a:avLst/>
          </a:prstGeom>
          <a:ln w="9344">
            <a:solidFill>
              <a:srgbClr val="00CC97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1026160">
              <a:lnSpc>
                <a:spcPct val="100000"/>
              </a:lnSpc>
              <a:spcBef>
                <a:spcPts val="400"/>
              </a:spcBef>
            </a:pPr>
            <a:r>
              <a:rPr sz="3600" dirty="0">
                <a:latin typeface="Century Gothic"/>
                <a:cs typeface="Century Gothic"/>
              </a:rPr>
              <a:t>Do</a:t>
            </a:r>
            <a:r>
              <a:rPr sz="3600" spc="-1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NOT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over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expose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/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saturate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your </a:t>
            </a:r>
            <a:r>
              <a:rPr sz="3600" spc="-10" dirty="0">
                <a:latin typeface="Century Gothic"/>
                <a:cs typeface="Century Gothic"/>
              </a:rPr>
              <a:t>image!!!</a:t>
            </a:r>
            <a:endParaRPr sz="3600" dirty="0">
              <a:latin typeface="Century Gothic"/>
              <a:cs typeface="Century Gothic"/>
            </a:endParaRPr>
          </a:p>
        </p:txBody>
      </p:sp>
      <p:grpSp>
        <p:nvGrpSpPr>
          <p:cNvPr id="165" name="object 165"/>
          <p:cNvGrpSpPr/>
          <p:nvPr/>
        </p:nvGrpSpPr>
        <p:grpSpPr>
          <a:xfrm>
            <a:off x="476250" y="2893060"/>
            <a:ext cx="11973560" cy="1247140"/>
            <a:chOff x="476250" y="2893060"/>
            <a:chExt cx="11973560" cy="1247140"/>
          </a:xfrm>
        </p:grpSpPr>
        <p:pic>
          <p:nvPicPr>
            <p:cNvPr id="166" name="object 16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6250" y="2909570"/>
              <a:ext cx="11973560" cy="1230629"/>
            </a:xfrm>
            <a:prstGeom prst="rect">
              <a:avLst/>
            </a:prstGeom>
          </p:spPr>
        </p:pic>
        <p:sp>
          <p:nvSpPr>
            <p:cNvPr id="167" name="object 167"/>
            <p:cNvSpPr/>
            <p:nvPr/>
          </p:nvSpPr>
          <p:spPr>
            <a:xfrm>
              <a:off x="480060" y="2893059"/>
              <a:ext cx="11965940" cy="49530"/>
            </a:xfrm>
            <a:custGeom>
              <a:avLst/>
              <a:gdLst/>
              <a:ahLst/>
              <a:cxnLst/>
              <a:rect l="l" t="t" r="r" b="b"/>
              <a:pathLst>
                <a:path w="11965940" h="49530">
                  <a:moveTo>
                    <a:pt x="1196594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0" y="49530"/>
                  </a:lnTo>
                  <a:lnTo>
                    <a:pt x="11965940" y="49530"/>
                  </a:lnTo>
                  <a:lnTo>
                    <a:pt x="11965940" y="25400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480060" y="2942590"/>
              <a:ext cx="11965940" cy="25400"/>
            </a:xfrm>
            <a:custGeom>
              <a:avLst/>
              <a:gdLst/>
              <a:ahLst/>
              <a:cxnLst/>
              <a:rect l="l" t="t" r="r" b="b"/>
              <a:pathLst>
                <a:path w="11965940" h="25400">
                  <a:moveTo>
                    <a:pt x="1196594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965940" y="25400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480060" y="2967990"/>
              <a:ext cx="11965940" cy="25400"/>
            </a:xfrm>
            <a:custGeom>
              <a:avLst/>
              <a:gdLst/>
              <a:ahLst/>
              <a:cxnLst/>
              <a:rect l="l" t="t" r="r" b="b"/>
              <a:pathLst>
                <a:path w="11965940" h="25400">
                  <a:moveTo>
                    <a:pt x="1196594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965940" y="25400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480060" y="2993390"/>
              <a:ext cx="11965940" cy="24130"/>
            </a:xfrm>
            <a:custGeom>
              <a:avLst/>
              <a:gdLst/>
              <a:ahLst/>
              <a:cxnLst/>
              <a:rect l="l" t="t" r="r" b="b"/>
              <a:pathLst>
                <a:path w="11965940" h="24130">
                  <a:moveTo>
                    <a:pt x="1196594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11965940" y="24129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480060" y="3017520"/>
              <a:ext cx="11965940" cy="25400"/>
            </a:xfrm>
            <a:custGeom>
              <a:avLst/>
              <a:gdLst/>
              <a:ahLst/>
              <a:cxnLst/>
              <a:rect l="l" t="t" r="r" b="b"/>
              <a:pathLst>
                <a:path w="11965940" h="25400">
                  <a:moveTo>
                    <a:pt x="1196594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965940" y="25400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480060" y="3042920"/>
              <a:ext cx="11965940" cy="25400"/>
            </a:xfrm>
            <a:custGeom>
              <a:avLst/>
              <a:gdLst/>
              <a:ahLst/>
              <a:cxnLst/>
              <a:rect l="l" t="t" r="r" b="b"/>
              <a:pathLst>
                <a:path w="11965940" h="25400">
                  <a:moveTo>
                    <a:pt x="1196594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965940" y="25400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480060" y="3068320"/>
              <a:ext cx="11965940" cy="24130"/>
            </a:xfrm>
            <a:custGeom>
              <a:avLst/>
              <a:gdLst/>
              <a:ahLst/>
              <a:cxnLst/>
              <a:rect l="l" t="t" r="r" b="b"/>
              <a:pathLst>
                <a:path w="11965940" h="24130">
                  <a:moveTo>
                    <a:pt x="1196594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11965940" y="24129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480060" y="3092450"/>
              <a:ext cx="11965940" cy="25400"/>
            </a:xfrm>
            <a:custGeom>
              <a:avLst/>
              <a:gdLst/>
              <a:ahLst/>
              <a:cxnLst/>
              <a:rect l="l" t="t" r="r" b="b"/>
              <a:pathLst>
                <a:path w="11965940" h="25400">
                  <a:moveTo>
                    <a:pt x="1196594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965940" y="25400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480060" y="3117850"/>
              <a:ext cx="11965940" cy="25400"/>
            </a:xfrm>
            <a:custGeom>
              <a:avLst/>
              <a:gdLst/>
              <a:ahLst/>
              <a:cxnLst/>
              <a:rect l="l" t="t" r="r" b="b"/>
              <a:pathLst>
                <a:path w="11965940" h="25400">
                  <a:moveTo>
                    <a:pt x="1196594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965940" y="25400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480060" y="3143250"/>
              <a:ext cx="11965940" cy="24130"/>
            </a:xfrm>
            <a:custGeom>
              <a:avLst/>
              <a:gdLst/>
              <a:ahLst/>
              <a:cxnLst/>
              <a:rect l="l" t="t" r="r" b="b"/>
              <a:pathLst>
                <a:path w="11965940" h="24130">
                  <a:moveTo>
                    <a:pt x="1196594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11965940" y="24129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480060" y="3167380"/>
              <a:ext cx="11965940" cy="25400"/>
            </a:xfrm>
            <a:custGeom>
              <a:avLst/>
              <a:gdLst/>
              <a:ahLst/>
              <a:cxnLst/>
              <a:rect l="l" t="t" r="r" b="b"/>
              <a:pathLst>
                <a:path w="11965940" h="25400">
                  <a:moveTo>
                    <a:pt x="1196594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965940" y="25400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480060" y="3192780"/>
              <a:ext cx="11965940" cy="25400"/>
            </a:xfrm>
            <a:custGeom>
              <a:avLst/>
              <a:gdLst/>
              <a:ahLst/>
              <a:cxnLst/>
              <a:rect l="l" t="t" r="r" b="b"/>
              <a:pathLst>
                <a:path w="11965940" h="25400">
                  <a:moveTo>
                    <a:pt x="1196594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965940" y="25400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480060" y="3218180"/>
              <a:ext cx="11965940" cy="24130"/>
            </a:xfrm>
            <a:custGeom>
              <a:avLst/>
              <a:gdLst/>
              <a:ahLst/>
              <a:cxnLst/>
              <a:rect l="l" t="t" r="r" b="b"/>
              <a:pathLst>
                <a:path w="11965940" h="24130">
                  <a:moveTo>
                    <a:pt x="1196594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11965940" y="24129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480060" y="3242310"/>
              <a:ext cx="11965940" cy="25400"/>
            </a:xfrm>
            <a:custGeom>
              <a:avLst/>
              <a:gdLst/>
              <a:ahLst/>
              <a:cxnLst/>
              <a:rect l="l" t="t" r="r" b="b"/>
              <a:pathLst>
                <a:path w="11965940" h="25400">
                  <a:moveTo>
                    <a:pt x="1196594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965940" y="25400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480060" y="3267710"/>
              <a:ext cx="11965940" cy="25400"/>
            </a:xfrm>
            <a:custGeom>
              <a:avLst/>
              <a:gdLst/>
              <a:ahLst/>
              <a:cxnLst/>
              <a:rect l="l" t="t" r="r" b="b"/>
              <a:pathLst>
                <a:path w="11965940" h="25400">
                  <a:moveTo>
                    <a:pt x="1196594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965940" y="25400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480060" y="3293110"/>
              <a:ext cx="11965940" cy="24130"/>
            </a:xfrm>
            <a:custGeom>
              <a:avLst/>
              <a:gdLst/>
              <a:ahLst/>
              <a:cxnLst/>
              <a:rect l="l" t="t" r="r" b="b"/>
              <a:pathLst>
                <a:path w="11965940" h="24129">
                  <a:moveTo>
                    <a:pt x="1196594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11965940" y="24129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480060" y="3317240"/>
              <a:ext cx="11965940" cy="25400"/>
            </a:xfrm>
            <a:custGeom>
              <a:avLst/>
              <a:gdLst/>
              <a:ahLst/>
              <a:cxnLst/>
              <a:rect l="l" t="t" r="r" b="b"/>
              <a:pathLst>
                <a:path w="11965940" h="25400">
                  <a:moveTo>
                    <a:pt x="1196594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965940" y="25400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480060" y="3342640"/>
              <a:ext cx="11965940" cy="25400"/>
            </a:xfrm>
            <a:custGeom>
              <a:avLst/>
              <a:gdLst/>
              <a:ahLst/>
              <a:cxnLst/>
              <a:rect l="l" t="t" r="r" b="b"/>
              <a:pathLst>
                <a:path w="11965940" h="25400">
                  <a:moveTo>
                    <a:pt x="1196594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965940" y="25400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480060" y="3368040"/>
              <a:ext cx="11965940" cy="24130"/>
            </a:xfrm>
            <a:custGeom>
              <a:avLst/>
              <a:gdLst/>
              <a:ahLst/>
              <a:cxnLst/>
              <a:rect l="l" t="t" r="r" b="b"/>
              <a:pathLst>
                <a:path w="11965940" h="24129">
                  <a:moveTo>
                    <a:pt x="11965940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11965940" y="24130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480060" y="3392170"/>
              <a:ext cx="11965940" cy="25400"/>
            </a:xfrm>
            <a:custGeom>
              <a:avLst/>
              <a:gdLst/>
              <a:ahLst/>
              <a:cxnLst/>
              <a:rect l="l" t="t" r="r" b="b"/>
              <a:pathLst>
                <a:path w="11965940" h="25400">
                  <a:moveTo>
                    <a:pt x="1196594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965940" y="25400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480060" y="3417570"/>
              <a:ext cx="11965940" cy="24130"/>
            </a:xfrm>
            <a:custGeom>
              <a:avLst/>
              <a:gdLst/>
              <a:ahLst/>
              <a:cxnLst/>
              <a:rect l="l" t="t" r="r" b="b"/>
              <a:pathLst>
                <a:path w="11965940" h="24129">
                  <a:moveTo>
                    <a:pt x="1196594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11965940" y="24129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480060" y="3441700"/>
              <a:ext cx="11965940" cy="25400"/>
            </a:xfrm>
            <a:custGeom>
              <a:avLst/>
              <a:gdLst/>
              <a:ahLst/>
              <a:cxnLst/>
              <a:rect l="l" t="t" r="r" b="b"/>
              <a:pathLst>
                <a:path w="11965940" h="25400">
                  <a:moveTo>
                    <a:pt x="1196594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965940" y="25400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480060" y="3467100"/>
              <a:ext cx="11965940" cy="25400"/>
            </a:xfrm>
            <a:custGeom>
              <a:avLst/>
              <a:gdLst/>
              <a:ahLst/>
              <a:cxnLst/>
              <a:rect l="l" t="t" r="r" b="b"/>
              <a:pathLst>
                <a:path w="11965940" h="25400">
                  <a:moveTo>
                    <a:pt x="1196594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965940" y="25400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480060" y="3492500"/>
              <a:ext cx="11965940" cy="24130"/>
            </a:xfrm>
            <a:custGeom>
              <a:avLst/>
              <a:gdLst/>
              <a:ahLst/>
              <a:cxnLst/>
              <a:rect l="l" t="t" r="r" b="b"/>
              <a:pathLst>
                <a:path w="11965940" h="24129">
                  <a:moveTo>
                    <a:pt x="1196594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11965940" y="24129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480060" y="3516630"/>
              <a:ext cx="11965940" cy="25400"/>
            </a:xfrm>
            <a:custGeom>
              <a:avLst/>
              <a:gdLst/>
              <a:ahLst/>
              <a:cxnLst/>
              <a:rect l="l" t="t" r="r" b="b"/>
              <a:pathLst>
                <a:path w="11965940" h="25400">
                  <a:moveTo>
                    <a:pt x="1196594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965940" y="25400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480060" y="3542030"/>
              <a:ext cx="11965940" cy="25400"/>
            </a:xfrm>
            <a:custGeom>
              <a:avLst/>
              <a:gdLst/>
              <a:ahLst/>
              <a:cxnLst/>
              <a:rect l="l" t="t" r="r" b="b"/>
              <a:pathLst>
                <a:path w="11965940" h="25400">
                  <a:moveTo>
                    <a:pt x="1196594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965940" y="25400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480060" y="3567430"/>
              <a:ext cx="11965940" cy="24130"/>
            </a:xfrm>
            <a:custGeom>
              <a:avLst/>
              <a:gdLst/>
              <a:ahLst/>
              <a:cxnLst/>
              <a:rect l="l" t="t" r="r" b="b"/>
              <a:pathLst>
                <a:path w="11965940" h="24129">
                  <a:moveTo>
                    <a:pt x="11965940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11965940" y="24130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480060" y="3591560"/>
              <a:ext cx="11965940" cy="25400"/>
            </a:xfrm>
            <a:custGeom>
              <a:avLst/>
              <a:gdLst/>
              <a:ahLst/>
              <a:cxnLst/>
              <a:rect l="l" t="t" r="r" b="b"/>
              <a:pathLst>
                <a:path w="11965940" h="25400">
                  <a:moveTo>
                    <a:pt x="1196594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965940" y="25400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480060" y="3616960"/>
              <a:ext cx="11965940" cy="25400"/>
            </a:xfrm>
            <a:custGeom>
              <a:avLst/>
              <a:gdLst/>
              <a:ahLst/>
              <a:cxnLst/>
              <a:rect l="l" t="t" r="r" b="b"/>
              <a:pathLst>
                <a:path w="11965940" h="25400">
                  <a:moveTo>
                    <a:pt x="1196594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965940" y="25400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480060" y="3642360"/>
              <a:ext cx="11965940" cy="24130"/>
            </a:xfrm>
            <a:custGeom>
              <a:avLst/>
              <a:gdLst/>
              <a:ahLst/>
              <a:cxnLst/>
              <a:rect l="l" t="t" r="r" b="b"/>
              <a:pathLst>
                <a:path w="11965940" h="24129">
                  <a:moveTo>
                    <a:pt x="1196594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11965940" y="24129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480060" y="3666490"/>
              <a:ext cx="11965940" cy="25400"/>
            </a:xfrm>
            <a:custGeom>
              <a:avLst/>
              <a:gdLst/>
              <a:ahLst/>
              <a:cxnLst/>
              <a:rect l="l" t="t" r="r" b="b"/>
              <a:pathLst>
                <a:path w="11965940" h="25400">
                  <a:moveTo>
                    <a:pt x="1196594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965940" y="25400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480060" y="3691890"/>
              <a:ext cx="11965940" cy="25400"/>
            </a:xfrm>
            <a:custGeom>
              <a:avLst/>
              <a:gdLst/>
              <a:ahLst/>
              <a:cxnLst/>
              <a:rect l="l" t="t" r="r" b="b"/>
              <a:pathLst>
                <a:path w="11965940" h="25400">
                  <a:moveTo>
                    <a:pt x="1196594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965940" y="25400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480060" y="3717289"/>
              <a:ext cx="11965940" cy="49530"/>
            </a:xfrm>
            <a:custGeom>
              <a:avLst/>
              <a:gdLst/>
              <a:ahLst/>
              <a:cxnLst/>
              <a:rect l="l" t="t" r="r" b="b"/>
              <a:pathLst>
                <a:path w="11965940" h="49529">
                  <a:moveTo>
                    <a:pt x="11965940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0" y="49530"/>
                  </a:lnTo>
                  <a:lnTo>
                    <a:pt x="11965940" y="49530"/>
                  </a:lnTo>
                  <a:lnTo>
                    <a:pt x="11965940" y="24130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480060" y="3766820"/>
              <a:ext cx="11965940" cy="25400"/>
            </a:xfrm>
            <a:custGeom>
              <a:avLst/>
              <a:gdLst/>
              <a:ahLst/>
              <a:cxnLst/>
              <a:rect l="l" t="t" r="r" b="b"/>
              <a:pathLst>
                <a:path w="11965940" h="25400">
                  <a:moveTo>
                    <a:pt x="1196594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965940" y="25400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480060" y="3792220"/>
              <a:ext cx="11965940" cy="24130"/>
            </a:xfrm>
            <a:custGeom>
              <a:avLst/>
              <a:gdLst/>
              <a:ahLst/>
              <a:cxnLst/>
              <a:rect l="l" t="t" r="r" b="b"/>
              <a:pathLst>
                <a:path w="11965940" h="24129">
                  <a:moveTo>
                    <a:pt x="1196594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11965940" y="24129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480060" y="3816350"/>
              <a:ext cx="11965940" cy="25400"/>
            </a:xfrm>
            <a:custGeom>
              <a:avLst/>
              <a:gdLst/>
              <a:ahLst/>
              <a:cxnLst/>
              <a:rect l="l" t="t" r="r" b="b"/>
              <a:pathLst>
                <a:path w="11965940" h="25400">
                  <a:moveTo>
                    <a:pt x="1196594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965940" y="25400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480060" y="3841750"/>
              <a:ext cx="11965940" cy="25400"/>
            </a:xfrm>
            <a:custGeom>
              <a:avLst/>
              <a:gdLst/>
              <a:ahLst/>
              <a:cxnLst/>
              <a:rect l="l" t="t" r="r" b="b"/>
              <a:pathLst>
                <a:path w="11965940" h="25400">
                  <a:moveTo>
                    <a:pt x="1196594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965940" y="25400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480060" y="3867150"/>
              <a:ext cx="11965940" cy="24130"/>
            </a:xfrm>
            <a:custGeom>
              <a:avLst/>
              <a:gdLst/>
              <a:ahLst/>
              <a:cxnLst/>
              <a:rect l="l" t="t" r="r" b="b"/>
              <a:pathLst>
                <a:path w="11965940" h="24129">
                  <a:moveTo>
                    <a:pt x="1196594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11965940" y="24129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480060" y="3891280"/>
              <a:ext cx="11965940" cy="25400"/>
            </a:xfrm>
            <a:custGeom>
              <a:avLst/>
              <a:gdLst/>
              <a:ahLst/>
              <a:cxnLst/>
              <a:rect l="l" t="t" r="r" b="b"/>
              <a:pathLst>
                <a:path w="11965940" h="25400">
                  <a:moveTo>
                    <a:pt x="1196594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965940" y="25400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480060" y="3916680"/>
              <a:ext cx="11965940" cy="25400"/>
            </a:xfrm>
            <a:custGeom>
              <a:avLst/>
              <a:gdLst/>
              <a:ahLst/>
              <a:cxnLst/>
              <a:rect l="l" t="t" r="r" b="b"/>
              <a:pathLst>
                <a:path w="11965940" h="25400">
                  <a:moveTo>
                    <a:pt x="1196594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965940" y="25400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480060" y="3942080"/>
              <a:ext cx="11965940" cy="24130"/>
            </a:xfrm>
            <a:custGeom>
              <a:avLst/>
              <a:gdLst/>
              <a:ahLst/>
              <a:cxnLst/>
              <a:rect l="l" t="t" r="r" b="b"/>
              <a:pathLst>
                <a:path w="11965940" h="24129">
                  <a:moveTo>
                    <a:pt x="11965940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11965940" y="24130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480060" y="3966210"/>
              <a:ext cx="11965940" cy="25400"/>
            </a:xfrm>
            <a:custGeom>
              <a:avLst/>
              <a:gdLst/>
              <a:ahLst/>
              <a:cxnLst/>
              <a:rect l="l" t="t" r="r" b="b"/>
              <a:pathLst>
                <a:path w="11965940" h="25400">
                  <a:moveTo>
                    <a:pt x="1196594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965940" y="25400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480060" y="3991610"/>
              <a:ext cx="11965940" cy="25400"/>
            </a:xfrm>
            <a:custGeom>
              <a:avLst/>
              <a:gdLst/>
              <a:ahLst/>
              <a:cxnLst/>
              <a:rect l="l" t="t" r="r" b="b"/>
              <a:pathLst>
                <a:path w="11965940" h="25400">
                  <a:moveTo>
                    <a:pt x="1196594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965940" y="25400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480060" y="4017010"/>
              <a:ext cx="11965940" cy="24130"/>
            </a:xfrm>
            <a:custGeom>
              <a:avLst/>
              <a:gdLst/>
              <a:ahLst/>
              <a:cxnLst/>
              <a:rect l="l" t="t" r="r" b="b"/>
              <a:pathLst>
                <a:path w="11965940" h="24129">
                  <a:moveTo>
                    <a:pt x="11965940" y="0"/>
                  </a:moveTo>
                  <a:lnTo>
                    <a:pt x="0" y="0"/>
                  </a:lnTo>
                  <a:lnTo>
                    <a:pt x="0" y="24129"/>
                  </a:lnTo>
                  <a:lnTo>
                    <a:pt x="11965940" y="24129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480060" y="4041140"/>
              <a:ext cx="11965940" cy="25400"/>
            </a:xfrm>
            <a:custGeom>
              <a:avLst/>
              <a:gdLst/>
              <a:ahLst/>
              <a:cxnLst/>
              <a:rect l="l" t="t" r="r" b="b"/>
              <a:pathLst>
                <a:path w="11965940" h="25400">
                  <a:moveTo>
                    <a:pt x="1196594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965940" y="25400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480060" y="4066540"/>
              <a:ext cx="11965940" cy="25400"/>
            </a:xfrm>
            <a:custGeom>
              <a:avLst/>
              <a:gdLst/>
              <a:ahLst/>
              <a:cxnLst/>
              <a:rect l="l" t="t" r="r" b="b"/>
              <a:pathLst>
                <a:path w="11965940" h="25400">
                  <a:moveTo>
                    <a:pt x="1196594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965940" y="25400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480060" y="4091940"/>
              <a:ext cx="11965940" cy="24130"/>
            </a:xfrm>
            <a:custGeom>
              <a:avLst/>
              <a:gdLst/>
              <a:ahLst/>
              <a:cxnLst/>
              <a:rect l="l" t="t" r="r" b="b"/>
              <a:pathLst>
                <a:path w="11965940" h="24129">
                  <a:moveTo>
                    <a:pt x="11965940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11965940" y="24130"/>
                  </a:lnTo>
                  <a:lnTo>
                    <a:pt x="11965940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4" name="object 214"/>
          <p:cNvSpPr txBox="1"/>
          <p:nvPr/>
        </p:nvSpPr>
        <p:spPr>
          <a:xfrm>
            <a:off x="481330" y="2894329"/>
            <a:ext cx="11963400" cy="122174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3200" dirty="0">
                <a:latin typeface="Century Gothic"/>
                <a:cs typeface="Century Gothic"/>
              </a:rPr>
              <a:t>Why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not?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Wingdings"/>
                <a:cs typeface="Wingdings"/>
              </a:rPr>
              <a:t></a:t>
            </a:r>
            <a:r>
              <a:rPr sz="3200" spc="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entury Gothic"/>
                <a:cs typeface="Century Gothic"/>
              </a:rPr>
              <a:t>Lost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Information!</a:t>
            </a:r>
            <a:endParaRPr sz="3200">
              <a:latin typeface="Century Gothic"/>
              <a:cs typeface="Century Gothic"/>
            </a:endParaRPr>
          </a:p>
          <a:p>
            <a:pPr marL="6350" algn="ctr">
              <a:lnSpc>
                <a:spcPct val="100000"/>
              </a:lnSpc>
              <a:spcBef>
                <a:spcPts val="1190"/>
              </a:spcBef>
            </a:pPr>
            <a:r>
              <a:rPr sz="3200" dirty="0">
                <a:latin typeface="Century Gothic"/>
                <a:cs typeface="Century Gothic"/>
              </a:rPr>
              <a:t>Use</a:t>
            </a:r>
            <a:r>
              <a:rPr sz="3200" spc="-3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“Look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Up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Tables</a:t>
            </a:r>
            <a:r>
              <a:rPr sz="3200" spc="-2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(LUT)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/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palettes</a:t>
            </a:r>
            <a:r>
              <a:rPr sz="3200" spc="-2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to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check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the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saturation</a:t>
            </a:r>
            <a:endParaRPr sz="320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6245645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700" y="148590"/>
            <a:ext cx="1275842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Image</a:t>
            </a:r>
            <a:r>
              <a:rPr spc="-15" dirty="0"/>
              <a:t> </a:t>
            </a:r>
            <a:r>
              <a:rPr dirty="0"/>
              <a:t>Intensity Histograms</a:t>
            </a:r>
            <a:r>
              <a:rPr spc="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Use </a:t>
            </a:r>
            <a:r>
              <a:rPr spc="-10" dirty="0"/>
              <a:t>them!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05242" y="1857692"/>
            <a:ext cx="4826635" cy="2656205"/>
            <a:chOff x="1305242" y="1857692"/>
            <a:chExt cx="4826635" cy="2656205"/>
          </a:xfrm>
        </p:grpSpPr>
        <p:sp>
          <p:nvSpPr>
            <p:cNvPr id="4" name="object 4"/>
            <p:cNvSpPr/>
            <p:nvPr/>
          </p:nvSpPr>
          <p:spPr>
            <a:xfrm>
              <a:off x="1388110" y="2029459"/>
              <a:ext cx="4518660" cy="2435860"/>
            </a:xfrm>
            <a:custGeom>
              <a:avLst/>
              <a:gdLst/>
              <a:ahLst/>
              <a:cxnLst/>
              <a:rect l="l" t="t" r="r" b="b"/>
              <a:pathLst>
                <a:path w="4518660" h="2435860">
                  <a:moveTo>
                    <a:pt x="0" y="0"/>
                  </a:moveTo>
                  <a:lnTo>
                    <a:pt x="0" y="2400300"/>
                  </a:lnTo>
                  <a:lnTo>
                    <a:pt x="4518660" y="2435860"/>
                  </a:lnTo>
                  <a:lnTo>
                    <a:pt x="4340860" y="2418080"/>
                  </a:lnTo>
                  <a:lnTo>
                    <a:pt x="4091940" y="2400300"/>
                  </a:lnTo>
                  <a:lnTo>
                    <a:pt x="3967479" y="2186940"/>
                  </a:lnTo>
                  <a:lnTo>
                    <a:pt x="3858101" y="2182495"/>
                  </a:lnTo>
                  <a:lnTo>
                    <a:pt x="3779420" y="2171938"/>
                  </a:lnTo>
                  <a:lnTo>
                    <a:pt x="3736340" y="2151380"/>
                  </a:lnTo>
                  <a:lnTo>
                    <a:pt x="3719968" y="2105818"/>
                  </a:lnTo>
                  <a:lnTo>
                    <a:pt x="3702526" y="2040255"/>
                  </a:lnTo>
                  <a:lnTo>
                    <a:pt x="3688655" y="1981358"/>
                  </a:lnTo>
                  <a:lnTo>
                    <a:pt x="3683000" y="1955800"/>
                  </a:lnTo>
                  <a:lnTo>
                    <a:pt x="3432810" y="2080260"/>
                  </a:lnTo>
                  <a:lnTo>
                    <a:pt x="3183890" y="1635760"/>
                  </a:lnTo>
                  <a:lnTo>
                    <a:pt x="3077210" y="1795780"/>
                  </a:lnTo>
                  <a:lnTo>
                    <a:pt x="3029148" y="1762164"/>
                  </a:lnTo>
                  <a:lnTo>
                    <a:pt x="2919412" y="1686877"/>
                  </a:lnTo>
                  <a:lnTo>
                    <a:pt x="2799675" y="1608256"/>
                  </a:lnTo>
                  <a:lnTo>
                    <a:pt x="2721610" y="1564640"/>
                  </a:lnTo>
                  <a:lnTo>
                    <a:pt x="2671325" y="1515467"/>
                  </a:lnTo>
                  <a:lnTo>
                    <a:pt x="2612707" y="1424622"/>
                  </a:lnTo>
                  <a:lnTo>
                    <a:pt x="2564090" y="1337111"/>
                  </a:lnTo>
                  <a:lnTo>
                    <a:pt x="2543810" y="1297940"/>
                  </a:lnTo>
                  <a:lnTo>
                    <a:pt x="2383790" y="1404620"/>
                  </a:lnTo>
                  <a:lnTo>
                    <a:pt x="2205990" y="1013460"/>
                  </a:lnTo>
                  <a:lnTo>
                    <a:pt x="1974850" y="1137920"/>
                  </a:lnTo>
                  <a:lnTo>
                    <a:pt x="1743710" y="835660"/>
                  </a:lnTo>
                  <a:lnTo>
                    <a:pt x="1723509" y="855106"/>
                  </a:lnTo>
                  <a:lnTo>
                    <a:pt x="1676400" y="897890"/>
                  </a:lnTo>
                  <a:lnTo>
                    <a:pt x="1622623" y="940673"/>
                  </a:lnTo>
                  <a:lnTo>
                    <a:pt x="1582420" y="960120"/>
                  </a:lnTo>
                  <a:lnTo>
                    <a:pt x="1545193" y="910113"/>
                  </a:lnTo>
                  <a:lnTo>
                    <a:pt x="1497964" y="800100"/>
                  </a:lnTo>
                  <a:lnTo>
                    <a:pt x="1457404" y="690086"/>
                  </a:lnTo>
                  <a:lnTo>
                    <a:pt x="1440180" y="640080"/>
                  </a:lnTo>
                  <a:lnTo>
                    <a:pt x="1280160" y="746760"/>
                  </a:lnTo>
                  <a:lnTo>
                    <a:pt x="1155700" y="462280"/>
                  </a:lnTo>
                  <a:lnTo>
                    <a:pt x="1122084" y="472836"/>
                  </a:lnTo>
                  <a:lnTo>
                    <a:pt x="1046797" y="493395"/>
                  </a:lnTo>
                  <a:lnTo>
                    <a:pt x="968176" y="507285"/>
                  </a:lnTo>
                  <a:lnTo>
                    <a:pt x="924560" y="497840"/>
                  </a:lnTo>
                  <a:lnTo>
                    <a:pt x="869830" y="418941"/>
                  </a:lnTo>
                  <a:lnTo>
                    <a:pt x="766762" y="280035"/>
                  </a:lnTo>
                  <a:lnTo>
                    <a:pt x="667027" y="147796"/>
                  </a:lnTo>
                  <a:lnTo>
                    <a:pt x="622300" y="88900"/>
                  </a:lnTo>
                  <a:lnTo>
                    <a:pt x="444500" y="533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18260" y="1870709"/>
              <a:ext cx="4800600" cy="2630170"/>
            </a:xfrm>
            <a:custGeom>
              <a:avLst/>
              <a:gdLst/>
              <a:ahLst/>
              <a:cxnLst/>
              <a:rect l="l" t="t" r="r" b="b"/>
              <a:pathLst>
                <a:path w="4800600" h="2630170">
                  <a:moveTo>
                    <a:pt x="55880" y="0"/>
                  </a:moveTo>
                  <a:lnTo>
                    <a:pt x="31750" y="2630170"/>
                  </a:lnTo>
                </a:path>
                <a:path w="4800600" h="2630170">
                  <a:moveTo>
                    <a:pt x="4800600" y="2627630"/>
                  </a:moveTo>
                  <a:lnTo>
                    <a:pt x="0" y="2607310"/>
                  </a:lnTo>
                </a:path>
              </a:pathLst>
            </a:custGeom>
            <a:ln w="25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983229" y="4559300"/>
            <a:ext cx="13912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Century Gothic"/>
                <a:cs typeface="Century Gothic"/>
              </a:rPr>
              <a:t>intensity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44600" y="4559300"/>
            <a:ext cx="2101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entury Gothic"/>
                <a:cs typeface="Century Gothic"/>
              </a:rPr>
              <a:t>0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90540" y="4587240"/>
            <a:ext cx="6038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Century Gothic"/>
                <a:cs typeface="Century Gothic"/>
              </a:rPr>
              <a:t>255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9559" y="2735580"/>
            <a:ext cx="100520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-2540" algn="ctr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Century Gothic"/>
                <a:cs typeface="Century Gothic"/>
              </a:rPr>
              <a:t>log </a:t>
            </a:r>
            <a:r>
              <a:rPr sz="2800" dirty="0">
                <a:latin typeface="Century Gothic"/>
                <a:cs typeface="Century Gothic"/>
              </a:rPr>
              <a:t>no.</a:t>
            </a:r>
            <a:r>
              <a:rPr sz="2800" spc="5" dirty="0">
                <a:latin typeface="Century Gothic"/>
                <a:cs typeface="Century Gothic"/>
              </a:rPr>
              <a:t> </a:t>
            </a:r>
            <a:r>
              <a:rPr sz="2800" spc="-25" dirty="0">
                <a:latin typeface="Century Gothic"/>
                <a:cs typeface="Century Gothic"/>
              </a:rPr>
              <a:t>of </a:t>
            </a:r>
            <a:r>
              <a:rPr sz="2800" spc="-10" dirty="0">
                <a:latin typeface="Century Gothic"/>
                <a:cs typeface="Century Gothic"/>
              </a:rPr>
              <a:t>pixels</a:t>
            </a:r>
            <a:endParaRPr sz="2800">
              <a:latin typeface="Century Gothic"/>
              <a:cs typeface="Century Gothic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137659" y="2133600"/>
            <a:ext cx="1009650" cy="509270"/>
            <a:chOff x="4137659" y="2133600"/>
            <a:chExt cx="1009650" cy="50927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46549" y="2145029"/>
              <a:ext cx="1000760" cy="49784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137659" y="2133600"/>
              <a:ext cx="991869" cy="490220"/>
            </a:xfrm>
            <a:custGeom>
              <a:avLst/>
              <a:gdLst/>
              <a:ahLst/>
              <a:cxnLst/>
              <a:rect l="l" t="t" r="r" b="b"/>
              <a:pathLst>
                <a:path w="991870" h="490219">
                  <a:moveTo>
                    <a:pt x="991869" y="0"/>
                  </a:moveTo>
                  <a:lnTo>
                    <a:pt x="0" y="0"/>
                  </a:lnTo>
                  <a:lnTo>
                    <a:pt x="0" y="490220"/>
                  </a:lnTo>
                  <a:lnTo>
                    <a:pt x="991869" y="490220"/>
                  </a:lnTo>
                  <a:lnTo>
                    <a:pt x="9918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138929" y="2134870"/>
            <a:ext cx="990600" cy="487680"/>
          </a:xfrm>
          <a:prstGeom prst="rect">
            <a:avLst/>
          </a:prstGeom>
          <a:ln w="9344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0970">
              <a:lnSpc>
                <a:spcPct val="100000"/>
              </a:lnSpc>
            </a:pPr>
            <a:r>
              <a:rPr sz="3200" b="1" spc="-25" dirty="0">
                <a:latin typeface="Century Gothic"/>
                <a:cs typeface="Century Gothic"/>
              </a:rPr>
              <a:t>OK!</a:t>
            </a:r>
            <a:endParaRPr sz="3200">
              <a:latin typeface="Century Gothic"/>
              <a:cs typeface="Century Gothic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0767059" y="1673860"/>
            <a:ext cx="1922780" cy="1677670"/>
            <a:chOff x="10767059" y="1673860"/>
            <a:chExt cx="1922780" cy="1677670"/>
          </a:xfrm>
        </p:grpSpPr>
        <p:sp>
          <p:nvSpPr>
            <p:cNvPr id="15" name="object 15"/>
            <p:cNvSpPr/>
            <p:nvPr/>
          </p:nvSpPr>
          <p:spPr>
            <a:xfrm>
              <a:off x="10768330" y="2931159"/>
              <a:ext cx="707390" cy="420370"/>
            </a:xfrm>
            <a:custGeom>
              <a:avLst/>
              <a:gdLst/>
              <a:ahLst/>
              <a:cxnLst/>
              <a:rect l="l" t="t" r="r" b="b"/>
              <a:pathLst>
                <a:path w="707390" h="420370">
                  <a:moveTo>
                    <a:pt x="707390" y="77470"/>
                  </a:moveTo>
                  <a:lnTo>
                    <a:pt x="685800" y="39370"/>
                  </a:lnTo>
                  <a:lnTo>
                    <a:pt x="664210" y="0"/>
                  </a:lnTo>
                  <a:lnTo>
                    <a:pt x="211150" y="252488"/>
                  </a:lnTo>
                  <a:lnTo>
                    <a:pt x="167640" y="173990"/>
                  </a:lnTo>
                  <a:lnTo>
                    <a:pt x="0" y="420370"/>
                  </a:lnTo>
                  <a:lnTo>
                    <a:pt x="297180" y="407670"/>
                  </a:lnTo>
                  <a:lnTo>
                    <a:pt x="254139" y="330047"/>
                  </a:lnTo>
                  <a:lnTo>
                    <a:pt x="707390" y="7747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74679" y="1685290"/>
              <a:ext cx="1915160" cy="115315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0767059" y="1673860"/>
              <a:ext cx="1906270" cy="1144270"/>
            </a:xfrm>
            <a:custGeom>
              <a:avLst/>
              <a:gdLst/>
              <a:ahLst/>
              <a:cxnLst/>
              <a:rect l="l" t="t" r="r" b="b"/>
              <a:pathLst>
                <a:path w="1906270" h="1144270">
                  <a:moveTo>
                    <a:pt x="1906270" y="0"/>
                  </a:moveTo>
                  <a:lnTo>
                    <a:pt x="0" y="0"/>
                  </a:lnTo>
                  <a:lnTo>
                    <a:pt x="0" y="1144270"/>
                  </a:lnTo>
                  <a:lnTo>
                    <a:pt x="1906270" y="1144270"/>
                  </a:lnTo>
                  <a:lnTo>
                    <a:pt x="19062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0768330" y="1673860"/>
            <a:ext cx="1905000" cy="1143000"/>
          </a:xfrm>
          <a:prstGeom prst="rect">
            <a:avLst/>
          </a:prstGeom>
          <a:ln w="9344">
            <a:solidFill>
              <a:srgbClr val="7E7E7E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106045" marR="92710" indent="-3810">
              <a:lnSpc>
                <a:spcPct val="100000"/>
              </a:lnSpc>
              <a:spcBef>
                <a:spcPts val="670"/>
              </a:spcBef>
            </a:pPr>
            <a:r>
              <a:rPr sz="3200" b="1" dirty="0">
                <a:latin typeface="Century Gothic"/>
                <a:cs typeface="Century Gothic"/>
              </a:rPr>
              <a:t>Lost </a:t>
            </a:r>
            <a:r>
              <a:rPr sz="3200" b="1" spc="-10" dirty="0">
                <a:latin typeface="Century Gothic"/>
                <a:cs typeface="Century Gothic"/>
              </a:rPr>
              <a:t>Info! Clipped!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358119" y="4658359"/>
            <a:ext cx="6038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Century Gothic"/>
                <a:cs typeface="Century Gothic"/>
              </a:rPr>
              <a:t>255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26200" y="4635500"/>
            <a:ext cx="2101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entury Gothic"/>
                <a:cs typeface="Century Gothic"/>
              </a:rPr>
              <a:t>0</a:t>
            </a:r>
            <a:endParaRPr sz="2800">
              <a:latin typeface="Century Gothic"/>
              <a:cs typeface="Century Gothic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370320" y="1391919"/>
            <a:ext cx="6487160" cy="4048760"/>
            <a:chOff x="6370320" y="1391919"/>
            <a:chExt cx="6487160" cy="4048760"/>
          </a:xfrm>
        </p:grpSpPr>
        <p:sp>
          <p:nvSpPr>
            <p:cNvPr id="22" name="object 22"/>
            <p:cNvSpPr/>
            <p:nvPr/>
          </p:nvSpPr>
          <p:spPr>
            <a:xfrm>
              <a:off x="6554470" y="2263139"/>
              <a:ext cx="4095750" cy="2263140"/>
            </a:xfrm>
            <a:custGeom>
              <a:avLst/>
              <a:gdLst/>
              <a:ahLst/>
              <a:cxnLst/>
              <a:rect l="l" t="t" r="r" b="b"/>
              <a:pathLst>
                <a:path w="4095750" h="2263140">
                  <a:moveTo>
                    <a:pt x="0" y="0"/>
                  </a:moveTo>
                  <a:lnTo>
                    <a:pt x="0" y="2230119"/>
                  </a:lnTo>
                  <a:lnTo>
                    <a:pt x="4095750" y="2263139"/>
                  </a:lnTo>
                  <a:lnTo>
                    <a:pt x="3934459" y="2246629"/>
                  </a:lnTo>
                  <a:lnTo>
                    <a:pt x="3708400" y="2230119"/>
                  </a:lnTo>
                  <a:lnTo>
                    <a:pt x="3596639" y="2031999"/>
                  </a:lnTo>
                  <a:lnTo>
                    <a:pt x="3497421" y="2027872"/>
                  </a:lnTo>
                  <a:lnTo>
                    <a:pt x="3425725" y="2018069"/>
                  </a:lnTo>
                  <a:lnTo>
                    <a:pt x="3385820" y="1998979"/>
                  </a:lnTo>
                  <a:lnTo>
                    <a:pt x="3371849" y="1956673"/>
                  </a:lnTo>
                  <a:lnTo>
                    <a:pt x="3355974" y="1895792"/>
                  </a:lnTo>
                  <a:lnTo>
                    <a:pt x="3342957" y="1841103"/>
                  </a:lnTo>
                  <a:lnTo>
                    <a:pt x="3337559" y="1817369"/>
                  </a:lnTo>
                  <a:lnTo>
                    <a:pt x="3112770" y="1932939"/>
                  </a:lnTo>
                  <a:lnTo>
                    <a:pt x="2886709" y="1520189"/>
                  </a:lnTo>
                  <a:lnTo>
                    <a:pt x="2790189" y="1668779"/>
                  </a:lnTo>
                  <a:lnTo>
                    <a:pt x="2746573" y="1637545"/>
                  </a:lnTo>
                  <a:lnTo>
                    <a:pt x="2646997" y="1567497"/>
                  </a:lnTo>
                  <a:lnTo>
                    <a:pt x="2538372" y="1494115"/>
                  </a:lnTo>
                  <a:lnTo>
                    <a:pt x="2467609" y="1452879"/>
                  </a:lnTo>
                  <a:lnTo>
                    <a:pt x="2422048" y="1407755"/>
                  </a:lnTo>
                  <a:lnTo>
                    <a:pt x="2368867" y="1323339"/>
                  </a:lnTo>
                  <a:lnTo>
                    <a:pt x="2324735" y="1241782"/>
                  </a:lnTo>
                  <a:lnTo>
                    <a:pt x="2306320" y="1205229"/>
                  </a:lnTo>
                  <a:lnTo>
                    <a:pt x="2160270" y="1305559"/>
                  </a:lnTo>
                  <a:lnTo>
                    <a:pt x="1998979" y="941069"/>
                  </a:lnTo>
                  <a:lnTo>
                    <a:pt x="1789429" y="1057909"/>
                  </a:lnTo>
                  <a:lnTo>
                    <a:pt x="1579879" y="777239"/>
                  </a:lnTo>
                  <a:lnTo>
                    <a:pt x="1561722" y="795297"/>
                  </a:lnTo>
                  <a:lnTo>
                    <a:pt x="1519396" y="835025"/>
                  </a:lnTo>
                  <a:lnTo>
                    <a:pt x="1471116" y="874752"/>
                  </a:lnTo>
                  <a:lnTo>
                    <a:pt x="1435100" y="892809"/>
                  </a:lnTo>
                  <a:lnTo>
                    <a:pt x="1400929" y="846177"/>
                  </a:lnTo>
                  <a:lnTo>
                    <a:pt x="1357947" y="743584"/>
                  </a:lnTo>
                  <a:lnTo>
                    <a:pt x="1321157" y="640992"/>
                  </a:lnTo>
                  <a:lnTo>
                    <a:pt x="1305559" y="594359"/>
                  </a:lnTo>
                  <a:lnTo>
                    <a:pt x="1160779" y="693419"/>
                  </a:lnTo>
                  <a:lnTo>
                    <a:pt x="1047750" y="429259"/>
                  </a:lnTo>
                  <a:lnTo>
                    <a:pt x="1017329" y="439062"/>
                  </a:lnTo>
                  <a:lnTo>
                    <a:pt x="949166" y="458152"/>
                  </a:lnTo>
                  <a:lnTo>
                    <a:pt x="877907" y="471050"/>
                  </a:lnTo>
                  <a:lnTo>
                    <a:pt x="838200" y="462279"/>
                  </a:lnTo>
                  <a:lnTo>
                    <a:pt x="788372" y="389016"/>
                  </a:lnTo>
                  <a:lnTo>
                    <a:pt x="694848" y="260032"/>
                  </a:lnTo>
                  <a:lnTo>
                    <a:pt x="604420" y="137239"/>
                  </a:lnTo>
                  <a:lnTo>
                    <a:pt x="563879" y="82550"/>
                  </a:lnTo>
                  <a:lnTo>
                    <a:pt x="402589" y="49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83350" y="2115819"/>
              <a:ext cx="4168140" cy="2430780"/>
            </a:xfrm>
            <a:custGeom>
              <a:avLst/>
              <a:gdLst/>
              <a:ahLst/>
              <a:cxnLst/>
              <a:rect l="l" t="t" r="r" b="b"/>
              <a:pathLst>
                <a:path w="4168140" h="2430779">
                  <a:moveTo>
                    <a:pt x="33020" y="0"/>
                  </a:moveTo>
                  <a:lnTo>
                    <a:pt x="13970" y="2430779"/>
                  </a:lnTo>
                </a:path>
                <a:path w="4168140" h="2430779">
                  <a:moveTo>
                    <a:pt x="4168140" y="2414269"/>
                  </a:moveTo>
                  <a:lnTo>
                    <a:pt x="0" y="2416809"/>
                  </a:lnTo>
                </a:path>
              </a:pathLst>
            </a:custGeom>
            <a:ln w="25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387329" y="1978659"/>
              <a:ext cx="228600" cy="2523490"/>
            </a:xfrm>
            <a:custGeom>
              <a:avLst/>
              <a:gdLst/>
              <a:ahLst/>
              <a:cxnLst/>
              <a:rect l="l" t="t" r="r" b="b"/>
              <a:pathLst>
                <a:path w="228600" h="2523490">
                  <a:moveTo>
                    <a:pt x="228600" y="0"/>
                  </a:moveTo>
                  <a:lnTo>
                    <a:pt x="0" y="0"/>
                  </a:lnTo>
                  <a:lnTo>
                    <a:pt x="0" y="2523490"/>
                  </a:lnTo>
                  <a:lnTo>
                    <a:pt x="114300" y="2523490"/>
                  </a:lnTo>
                  <a:lnTo>
                    <a:pt x="228600" y="252349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387329" y="1978659"/>
              <a:ext cx="228600" cy="2523490"/>
            </a:xfrm>
            <a:custGeom>
              <a:avLst/>
              <a:gdLst/>
              <a:ahLst/>
              <a:cxnLst/>
              <a:rect l="l" t="t" r="r" b="b"/>
              <a:pathLst>
                <a:path w="228600" h="2523490">
                  <a:moveTo>
                    <a:pt x="114300" y="2523490"/>
                  </a:moveTo>
                  <a:lnTo>
                    <a:pt x="0" y="2523490"/>
                  </a:lnTo>
                  <a:lnTo>
                    <a:pt x="0" y="0"/>
                  </a:lnTo>
                  <a:lnTo>
                    <a:pt x="228600" y="0"/>
                  </a:lnTo>
                  <a:lnTo>
                    <a:pt x="228600" y="2523490"/>
                  </a:lnTo>
                  <a:lnTo>
                    <a:pt x="114300" y="2523490"/>
                  </a:lnTo>
                  <a:close/>
                </a:path>
              </a:pathLst>
            </a:custGeom>
            <a:ln w="9344">
              <a:solidFill>
                <a:srgbClr val="FAFF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70320" y="1391919"/>
              <a:ext cx="6487160" cy="4048760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5666740" y="8750300"/>
            <a:ext cx="6038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Century Gothic"/>
                <a:cs typeface="Century Gothic"/>
              </a:rPr>
              <a:t>255</a:t>
            </a:r>
            <a:endParaRPr sz="2800">
              <a:latin typeface="Century Gothic"/>
              <a:cs typeface="Century Gothic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92112" y="5633720"/>
            <a:ext cx="5702935" cy="3084195"/>
            <a:chOff x="392112" y="5633720"/>
            <a:chExt cx="5702935" cy="3084195"/>
          </a:xfrm>
        </p:grpSpPr>
        <p:sp>
          <p:nvSpPr>
            <p:cNvPr id="29" name="object 29"/>
            <p:cNvSpPr/>
            <p:nvPr/>
          </p:nvSpPr>
          <p:spPr>
            <a:xfrm>
              <a:off x="1275080" y="5633720"/>
              <a:ext cx="4618990" cy="3078480"/>
            </a:xfrm>
            <a:custGeom>
              <a:avLst/>
              <a:gdLst/>
              <a:ahLst/>
              <a:cxnLst/>
              <a:rect l="l" t="t" r="r" b="b"/>
              <a:pathLst>
                <a:path w="4618990" h="3078479">
                  <a:moveTo>
                    <a:pt x="0" y="0"/>
                  </a:moveTo>
                  <a:lnTo>
                    <a:pt x="0" y="3034029"/>
                  </a:lnTo>
                  <a:lnTo>
                    <a:pt x="4618990" y="3078479"/>
                  </a:lnTo>
                  <a:lnTo>
                    <a:pt x="4437380" y="3055619"/>
                  </a:lnTo>
                  <a:lnTo>
                    <a:pt x="4183379" y="3034029"/>
                  </a:lnTo>
                  <a:lnTo>
                    <a:pt x="4055109" y="2763519"/>
                  </a:lnTo>
                  <a:lnTo>
                    <a:pt x="3943667" y="2757963"/>
                  </a:lnTo>
                  <a:lnTo>
                    <a:pt x="3863300" y="2744767"/>
                  </a:lnTo>
                  <a:lnTo>
                    <a:pt x="3818890" y="2719069"/>
                  </a:lnTo>
                  <a:lnTo>
                    <a:pt x="3802856" y="2661622"/>
                  </a:lnTo>
                  <a:lnTo>
                    <a:pt x="3784917" y="2578576"/>
                  </a:lnTo>
                  <a:lnTo>
                    <a:pt x="3770312" y="2503864"/>
                  </a:lnTo>
                  <a:lnTo>
                    <a:pt x="3764279" y="2471419"/>
                  </a:lnTo>
                  <a:lnTo>
                    <a:pt x="3510279" y="2628899"/>
                  </a:lnTo>
                  <a:lnTo>
                    <a:pt x="3255009" y="2067559"/>
                  </a:lnTo>
                  <a:lnTo>
                    <a:pt x="3145790" y="2269490"/>
                  </a:lnTo>
                  <a:lnTo>
                    <a:pt x="3096716" y="2227064"/>
                  </a:lnTo>
                  <a:lnTo>
                    <a:pt x="2984658" y="2132012"/>
                  </a:lnTo>
                  <a:lnTo>
                    <a:pt x="2862361" y="2032674"/>
                  </a:lnTo>
                  <a:lnTo>
                    <a:pt x="2782570" y="1977389"/>
                  </a:lnTo>
                  <a:lnTo>
                    <a:pt x="2731154" y="1914961"/>
                  </a:lnTo>
                  <a:lnTo>
                    <a:pt x="2671286" y="1799907"/>
                  </a:lnTo>
                  <a:lnTo>
                    <a:pt x="2621657" y="1689139"/>
                  </a:lnTo>
                  <a:lnTo>
                    <a:pt x="2600960" y="1639569"/>
                  </a:lnTo>
                  <a:lnTo>
                    <a:pt x="2437130" y="1775459"/>
                  </a:lnTo>
                  <a:lnTo>
                    <a:pt x="2254249" y="1281429"/>
                  </a:lnTo>
                  <a:lnTo>
                    <a:pt x="2018030" y="1437639"/>
                  </a:lnTo>
                  <a:lnTo>
                    <a:pt x="1781809" y="1055369"/>
                  </a:lnTo>
                  <a:lnTo>
                    <a:pt x="1761390" y="1079976"/>
                  </a:lnTo>
                  <a:lnTo>
                    <a:pt x="1713706" y="1134109"/>
                  </a:lnTo>
                  <a:lnTo>
                    <a:pt x="1659116" y="1188243"/>
                  </a:lnTo>
                  <a:lnTo>
                    <a:pt x="1617980" y="1212849"/>
                  </a:lnTo>
                  <a:lnTo>
                    <a:pt x="1580356" y="1149746"/>
                  </a:lnTo>
                  <a:lnTo>
                    <a:pt x="1532254" y="1010919"/>
                  </a:lnTo>
                  <a:lnTo>
                    <a:pt x="1490821" y="872093"/>
                  </a:lnTo>
                  <a:lnTo>
                    <a:pt x="1473200" y="808989"/>
                  </a:lnTo>
                  <a:lnTo>
                    <a:pt x="1309370" y="943609"/>
                  </a:lnTo>
                  <a:lnTo>
                    <a:pt x="1182370" y="584200"/>
                  </a:lnTo>
                  <a:lnTo>
                    <a:pt x="1147941" y="597574"/>
                  </a:lnTo>
                  <a:lnTo>
                    <a:pt x="1070768" y="623570"/>
                  </a:lnTo>
                  <a:lnTo>
                    <a:pt x="990024" y="640992"/>
                  </a:lnTo>
                  <a:lnTo>
                    <a:pt x="944880" y="628650"/>
                  </a:lnTo>
                  <a:lnTo>
                    <a:pt x="889158" y="529133"/>
                  </a:lnTo>
                  <a:lnTo>
                    <a:pt x="783907" y="353536"/>
                  </a:lnTo>
                  <a:lnTo>
                    <a:pt x="681989" y="186273"/>
                  </a:lnTo>
                  <a:lnTo>
                    <a:pt x="636269" y="111759"/>
                  </a:lnTo>
                  <a:lnTo>
                    <a:pt x="454659" y="6743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05129" y="5701030"/>
              <a:ext cx="5676900" cy="3003550"/>
            </a:xfrm>
            <a:custGeom>
              <a:avLst/>
              <a:gdLst/>
              <a:ahLst/>
              <a:cxnLst/>
              <a:rect l="l" t="t" r="r" b="b"/>
              <a:pathLst>
                <a:path w="5676900" h="3003550">
                  <a:moveTo>
                    <a:pt x="50800" y="0"/>
                  </a:moveTo>
                  <a:lnTo>
                    <a:pt x="22860" y="3003550"/>
                  </a:lnTo>
                </a:path>
                <a:path w="5676900" h="3003550">
                  <a:moveTo>
                    <a:pt x="5676900" y="2998470"/>
                  </a:moveTo>
                  <a:lnTo>
                    <a:pt x="0" y="2975610"/>
                  </a:lnTo>
                </a:path>
              </a:pathLst>
            </a:custGeom>
            <a:ln w="25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19430" y="6360159"/>
            <a:ext cx="69913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0" b="1" dirty="0">
                <a:latin typeface="Courier New"/>
                <a:cs typeface="Courier New"/>
              </a:rPr>
              <a:t>?</a:t>
            </a:r>
            <a:endParaRPr sz="900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30200" y="8674100"/>
            <a:ext cx="11664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758825" algn="l"/>
              </a:tabLst>
            </a:pPr>
            <a:r>
              <a:rPr sz="2800" spc="-50" dirty="0">
                <a:latin typeface="Century Gothic"/>
                <a:cs typeface="Century Gothic"/>
              </a:rPr>
              <a:t>0</a:t>
            </a:r>
            <a:r>
              <a:rPr sz="2800" dirty="0">
                <a:latin typeface="Century Gothic"/>
                <a:cs typeface="Century Gothic"/>
              </a:rPr>
              <a:t>	</a:t>
            </a:r>
            <a:r>
              <a:rPr sz="2800" spc="-25" dirty="0">
                <a:latin typeface="Century Gothic"/>
                <a:cs typeface="Century Gothic"/>
              </a:rPr>
              <a:t>30</a:t>
            </a:r>
            <a:endParaRPr sz="2800">
              <a:latin typeface="Century Gothic"/>
              <a:cs typeface="Century Gothic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029450" y="5788659"/>
            <a:ext cx="4963160" cy="3530600"/>
            <a:chOff x="7029450" y="5788659"/>
            <a:chExt cx="4963160" cy="3530600"/>
          </a:xfrm>
        </p:grpSpPr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29450" y="5803899"/>
              <a:ext cx="4963159" cy="351536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7033260" y="5788659"/>
              <a:ext cx="4954270" cy="142240"/>
            </a:xfrm>
            <a:custGeom>
              <a:avLst/>
              <a:gdLst/>
              <a:ahLst/>
              <a:cxnLst/>
              <a:rect l="l" t="t" r="r" b="b"/>
              <a:pathLst>
                <a:path w="4954270" h="142239">
                  <a:moveTo>
                    <a:pt x="4954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0" y="142240"/>
                  </a:lnTo>
                  <a:lnTo>
                    <a:pt x="4954270" y="142240"/>
                  </a:lnTo>
                  <a:lnTo>
                    <a:pt x="4954270" y="71120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033260" y="5930899"/>
              <a:ext cx="4954270" cy="72390"/>
            </a:xfrm>
            <a:custGeom>
              <a:avLst/>
              <a:gdLst/>
              <a:ahLst/>
              <a:cxnLst/>
              <a:rect l="l" t="t" r="r" b="b"/>
              <a:pathLst>
                <a:path w="4954270" h="72389">
                  <a:moveTo>
                    <a:pt x="4954270" y="0"/>
                  </a:moveTo>
                  <a:lnTo>
                    <a:pt x="0" y="0"/>
                  </a:lnTo>
                  <a:lnTo>
                    <a:pt x="0" y="72389"/>
                  </a:lnTo>
                  <a:lnTo>
                    <a:pt x="4954270" y="72389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033260" y="6003289"/>
              <a:ext cx="4954270" cy="71120"/>
            </a:xfrm>
            <a:custGeom>
              <a:avLst/>
              <a:gdLst/>
              <a:ahLst/>
              <a:cxnLst/>
              <a:rect l="l" t="t" r="r" b="b"/>
              <a:pathLst>
                <a:path w="4954270" h="71120">
                  <a:moveTo>
                    <a:pt x="4954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4954270" y="71120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033260" y="6074409"/>
              <a:ext cx="4954270" cy="72390"/>
            </a:xfrm>
            <a:custGeom>
              <a:avLst/>
              <a:gdLst/>
              <a:ahLst/>
              <a:cxnLst/>
              <a:rect l="l" t="t" r="r" b="b"/>
              <a:pathLst>
                <a:path w="4954270" h="72389">
                  <a:moveTo>
                    <a:pt x="4954270" y="0"/>
                  </a:moveTo>
                  <a:lnTo>
                    <a:pt x="0" y="0"/>
                  </a:lnTo>
                  <a:lnTo>
                    <a:pt x="0" y="72389"/>
                  </a:lnTo>
                  <a:lnTo>
                    <a:pt x="4954270" y="72389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033260" y="6146799"/>
              <a:ext cx="4954270" cy="71120"/>
            </a:xfrm>
            <a:custGeom>
              <a:avLst/>
              <a:gdLst/>
              <a:ahLst/>
              <a:cxnLst/>
              <a:rect l="l" t="t" r="r" b="b"/>
              <a:pathLst>
                <a:path w="4954270" h="71120">
                  <a:moveTo>
                    <a:pt x="4954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4954270" y="71120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033260" y="6217919"/>
              <a:ext cx="4954270" cy="71120"/>
            </a:xfrm>
            <a:custGeom>
              <a:avLst/>
              <a:gdLst/>
              <a:ahLst/>
              <a:cxnLst/>
              <a:rect l="l" t="t" r="r" b="b"/>
              <a:pathLst>
                <a:path w="4954270" h="71120">
                  <a:moveTo>
                    <a:pt x="4954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4954270" y="71119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033260" y="6289039"/>
              <a:ext cx="4954270" cy="72390"/>
            </a:xfrm>
            <a:custGeom>
              <a:avLst/>
              <a:gdLst/>
              <a:ahLst/>
              <a:cxnLst/>
              <a:rect l="l" t="t" r="r" b="b"/>
              <a:pathLst>
                <a:path w="4954270" h="72389">
                  <a:moveTo>
                    <a:pt x="4954270" y="0"/>
                  </a:moveTo>
                  <a:lnTo>
                    <a:pt x="0" y="0"/>
                  </a:lnTo>
                  <a:lnTo>
                    <a:pt x="0" y="72389"/>
                  </a:lnTo>
                  <a:lnTo>
                    <a:pt x="4954270" y="72389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033260" y="6361429"/>
              <a:ext cx="4954270" cy="71120"/>
            </a:xfrm>
            <a:custGeom>
              <a:avLst/>
              <a:gdLst/>
              <a:ahLst/>
              <a:cxnLst/>
              <a:rect l="l" t="t" r="r" b="b"/>
              <a:pathLst>
                <a:path w="4954270" h="71120">
                  <a:moveTo>
                    <a:pt x="4954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4954270" y="71120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033260" y="6432549"/>
              <a:ext cx="4954270" cy="71120"/>
            </a:xfrm>
            <a:custGeom>
              <a:avLst/>
              <a:gdLst/>
              <a:ahLst/>
              <a:cxnLst/>
              <a:rect l="l" t="t" r="r" b="b"/>
              <a:pathLst>
                <a:path w="4954270" h="71120">
                  <a:moveTo>
                    <a:pt x="4954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4954270" y="71119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033260" y="6503669"/>
              <a:ext cx="4954270" cy="71120"/>
            </a:xfrm>
            <a:custGeom>
              <a:avLst/>
              <a:gdLst/>
              <a:ahLst/>
              <a:cxnLst/>
              <a:rect l="l" t="t" r="r" b="b"/>
              <a:pathLst>
                <a:path w="4954270" h="71120">
                  <a:moveTo>
                    <a:pt x="4954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4954270" y="71119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033260" y="6574789"/>
              <a:ext cx="4954270" cy="72390"/>
            </a:xfrm>
            <a:custGeom>
              <a:avLst/>
              <a:gdLst/>
              <a:ahLst/>
              <a:cxnLst/>
              <a:rect l="l" t="t" r="r" b="b"/>
              <a:pathLst>
                <a:path w="4954270" h="72390">
                  <a:moveTo>
                    <a:pt x="4954270" y="0"/>
                  </a:moveTo>
                  <a:lnTo>
                    <a:pt x="0" y="0"/>
                  </a:lnTo>
                  <a:lnTo>
                    <a:pt x="0" y="72389"/>
                  </a:lnTo>
                  <a:lnTo>
                    <a:pt x="4954270" y="72389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033260" y="6647179"/>
              <a:ext cx="4954270" cy="71120"/>
            </a:xfrm>
            <a:custGeom>
              <a:avLst/>
              <a:gdLst/>
              <a:ahLst/>
              <a:cxnLst/>
              <a:rect l="l" t="t" r="r" b="b"/>
              <a:pathLst>
                <a:path w="4954270" h="71120">
                  <a:moveTo>
                    <a:pt x="4954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4954270" y="71120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033260" y="6718299"/>
              <a:ext cx="4954270" cy="72390"/>
            </a:xfrm>
            <a:custGeom>
              <a:avLst/>
              <a:gdLst/>
              <a:ahLst/>
              <a:cxnLst/>
              <a:rect l="l" t="t" r="r" b="b"/>
              <a:pathLst>
                <a:path w="4954270" h="72390">
                  <a:moveTo>
                    <a:pt x="4954270" y="0"/>
                  </a:moveTo>
                  <a:lnTo>
                    <a:pt x="0" y="0"/>
                  </a:lnTo>
                  <a:lnTo>
                    <a:pt x="0" y="72389"/>
                  </a:lnTo>
                  <a:lnTo>
                    <a:pt x="4954270" y="72389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033260" y="6790689"/>
              <a:ext cx="4954270" cy="71120"/>
            </a:xfrm>
            <a:custGeom>
              <a:avLst/>
              <a:gdLst/>
              <a:ahLst/>
              <a:cxnLst/>
              <a:rect l="l" t="t" r="r" b="b"/>
              <a:pathLst>
                <a:path w="4954270" h="71120">
                  <a:moveTo>
                    <a:pt x="4954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4954270" y="71119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033260" y="6861809"/>
              <a:ext cx="4954270" cy="72390"/>
            </a:xfrm>
            <a:custGeom>
              <a:avLst/>
              <a:gdLst/>
              <a:ahLst/>
              <a:cxnLst/>
              <a:rect l="l" t="t" r="r" b="b"/>
              <a:pathLst>
                <a:path w="4954270" h="72390">
                  <a:moveTo>
                    <a:pt x="4954270" y="0"/>
                  </a:moveTo>
                  <a:lnTo>
                    <a:pt x="0" y="0"/>
                  </a:lnTo>
                  <a:lnTo>
                    <a:pt x="0" y="72390"/>
                  </a:lnTo>
                  <a:lnTo>
                    <a:pt x="4954270" y="72390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033260" y="6934199"/>
              <a:ext cx="4954270" cy="71120"/>
            </a:xfrm>
            <a:custGeom>
              <a:avLst/>
              <a:gdLst/>
              <a:ahLst/>
              <a:cxnLst/>
              <a:rect l="l" t="t" r="r" b="b"/>
              <a:pathLst>
                <a:path w="4954270" h="71120">
                  <a:moveTo>
                    <a:pt x="4954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4954270" y="71119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033260" y="7005319"/>
              <a:ext cx="4954270" cy="71120"/>
            </a:xfrm>
            <a:custGeom>
              <a:avLst/>
              <a:gdLst/>
              <a:ahLst/>
              <a:cxnLst/>
              <a:rect l="l" t="t" r="r" b="b"/>
              <a:pathLst>
                <a:path w="4954270" h="71120">
                  <a:moveTo>
                    <a:pt x="4954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4954270" y="71119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033260" y="7076439"/>
              <a:ext cx="4954270" cy="71120"/>
            </a:xfrm>
            <a:custGeom>
              <a:avLst/>
              <a:gdLst/>
              <a:ahLst/>
              <a:cxnLst/>
              <a:rect l="l" t="t" r="r" b="b"/>
              <a:pathLst>
                <a:path w="4954270" h="71120">
                  <a:moveTo>
                    <a:pt x="4954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4954270" y="71119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033260" y="7147559"/>
              <a:ext cx="4954270" cy="72390"/>
            </a:xfrm>
            <a:custGeom>
              <a:avLst/>
              <a:gdLst/>
              <a:ahLst/>
              <a:cxnLst/>
              <a:rect l="l" t="t" r="r" b="b"/>
              <a:pathLst>
                <a:path w="4954270" h="72390">
                  <a:moveTo>
                    <a:pt x="4954270" y="0"/>
                  </a:moveTo>
                  <a:lnTo>
                    <a:pt x="0" y="0"/>
                  </a:lnTo>
                  <a:lnTo>
                    <a:pt x="0" y="72390"/>
                  </a:lnTo>
                  <a:lnTo>
                    <a:pt x="4954270" y="72390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033260" y="7219949"/>
              <a:ext cx="4954270" cy="71120"/>
            </a:xfrm>
            <a:custGeom>
              <a:avLst/>
              <a:gdLst/>
              <a:ahLst/>
              <a:cxnLst/>
              <a:rect l="l" t="t" r="r" b="b"/>
              <a:pathLst>
                <a:path w="4954270" h="71120">
                  <a:moveTo>
                    <a:pt x="4954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4954270" y="71119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033260" y="7291069"/>
              <a:ext cx="4954270" cy="71120"/>
            </a:xfrm>
            <a:custGeom>
              <a:avLst/>
              <a:gdLst/>
              <a:ahLst/>
              <a:cxnLst/>
              <a:rect l="l" t="t" r="r" b="b"/>
              <a:pathLst>
                <a:path w="4954270" h="71120">
                  <a:moveTo>
                    <a:pt x="4954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4954270" y="71119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033260" y="7362189"/>
              <a:ext cx="4954270" cy="72390"/>
            </a:xfrm>
            <a:custGeom>
              <a:avLst/>
              <a:gdLst/>
              <a:ahLst/>
              <a:cxnLst/>
              <a:rect l="l" t="t" r="r" b="b"/>
              <a:pathLst>
                <a:path w="4954270" h="72390">
                  <a:moveTo>
                    <a:pt x="4954270" y="0"/>
                  </a:moveTo>
                  <a:lnTo>
                    <a:pt x="0" y="0"/>
                  </a:lnTo>
                  <a:lnTo>
                    <a:pt x="0" y="72389"/>
                  </a:lnTo>
                  <a:lnTo>
                    <a:pt x="4954270" y="72389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033260" y="7434579"/>
              <a:ext cx="4954270" cy="71120"/>
            </a:xfrm>
            <a:custGeom>
              <a:avLst/>
              <a:gdLst/>
              <a:ahLst/>
              <a:cxnLst/>
              <a:rect l="l" t="t" r="r" b="b"/>
              <a:pathLst>
                <a:path w="4954270" h="71120">
                  <a:moveTo>
                    <a:pt x="4954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4954270" y="71120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033260" y="7505699"/>
              <a:ext cx="4954270" cy="72390"/>
            </a:xfrm>
            <a:custGeom>
              <a:avLst/>
              <a:gdLst/>
              <a:ahLst/>
              <a:cxnLst/>
              <a:rect l="l" t="t" r="r" b="b"/>
              <a:pathLst>
                <a:path w="4954270" h="72390">
                  <a:moveTo>
                    <a:pt x="4954270" y="0"/>
                  </a:moveTo>
                  <a:lnTo>
                    <a:pt x="0" y="0"/>
                  </a:lnTo>
                  <a:lnTo>
                    <a:pt x="0" y="72389"/>
                  </a:lnTo>
                  <a:lnTo>
                    <a:pt x="4954270" y="72389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033260" y="7578089"/>
              <a:ext cx="4954270" cy="71120"/>
            </a:xfrm>
            <a:custGeom>
              <a:avLst/>
              <a:gdLst/>
              <a:ahLst/>
              <a:cxnLst/>
              <a:rect l="l" t="t" r="r" b="b"/>
              <a:pathLst>
                <a:path w="4954270" h="71120">
                  <a:moveTo>
                    <a:pt x="4954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4954270" y="71119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033260" y="7649209"/>
              <a:ext cx="4954270" cy="71120"/>
            </a:xfrm>
            <a:custGeom>
              <a:avLst/>
              <a:gdLst/>
              <a:ahLst/>
              <a:cxnLst/>
              <a:rect l="l" t="t" r="r" b="b"/>
              <a:pathLst>
                <a:path w="4954270" h="71120">
                  <a:moveTo>
                    <a:pt x="4954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4954270" y="71120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033260" y="7720329"/>
              <a:ext cx="4954270" cy="72390"/>
            </a:xfrm>
            <a:custGeom>
              <a:avLst/>
              <a:gdLst/>
              <a:ahLst/>
              <a:cxnLst/>
              <a:rect l="l" t="t" r="r" b="b"/>
              <a:pathLst>
                <a:path w="4954270" h="72390">
                  <a:moveTo>
                    <a:pt x="4954270" y="0"/>
                  </a:moveTo>
                  <a:lnTo>
                    <a:pt x="0" y="0"/>
                  </a:lnTo>
                  <a:lnTo>
                    <a:pt x="0" y="72390"/>
                  </a:lnTo>
                  <a:lnTo>
                    <a:pt x="4954270" y="72390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033260" y="7792719"/>
              <a:ext cx="4954270" cy="71120"/>
            </a:xfrm>
            <a:custGeom>
              <a:avLst/>
              <a:gdLst/>
              <a:ahLst/>
              <a:cxnLst/>
              <a:rect l="l" t="t" r="r" b="b"/>
              <a:pathLst>
                <a:path w="4954270" h="71120">
                  <a:moveTo>
                    <a:pt x="4954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4954270" y="71119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033260" y="7863839"/>
              <a:ext cx="4954270" cy="71120"/>
            </a:xfrm>
            <a:custGeom>
              <a:avLst/>
              <a:gdLst/>
              <a:ahLst/>
              <a:cxnLst/>
              <a:rect l="l" t="t" r="r" b="b"/>
              <a:pathLst>
                <a:path w="4954270" h="71120">
                  <a:moveTo>
                    <a:pt x="4954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4954270" y="71119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033260" y="7934959"/>
              <a:ext cx="4954270" cy="72390"/>
            </a:xfrm>
            <a:custGeom>
              <a:avLst/>
              <a:gdLst/>
              <a:ahLst/>
              <a:cxnLst/>
              <a:rect l="l" t="t" r="r" b="b"/>
              <a:pathLst>
                <a:path w="4954270" h="72390">
                  <a:moveTo>
                    <a:pt x="4954270" y="0"/>
                  </a:moveTo>
                  <a:lnTo>
                    <a:pt x="0" y="0"/>
                  </a:lnTo>
                  <a:lnTo>
                    <a:pt x="0" y="72390"/>
                  </a:lnTo>
                  <a:lnTo>
                    <a:pt x="4954270" y="72390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033260" y="8007349"/>
              <a:ext cx="4954270" cy="71120"/>
            </a:xfrm>
            <a:custGeom>
              <a:avLst/>
              <a:gdLst/>
              <a:ahLst/>
              <a:cxnLst/>
              <a:rect l="l" t="t" r="r" b="b"/>
              <a:pathLst>
                <a:path w="4954270" h="71120">
                  <a:moveTo>
                    <a:pt x="4954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4954270" y="71119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033260" y="8078469"/>
              <a:ext cx="4954270" cy="71120"/>
            </a:xfrm>
            <a:custGeom>
              <a:avLst/>
              <a:gdLst/>
              <a:ahLst/>
              <a:cxnLst/>
              <a:rect l="l" t="t" r="r" b="b"/>
              <a:pathLst>
                <a:path w="4954270" h="71120">
                  <a:moveTo>
                    <a:pt x="4954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4954270" y="71119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033260" y="8149589"/>
              <a:ext cx="4954270" cy="143510"/>
            </a:xfrm>
            <a:custGeom>
              <a:avLst/>
              <a:gdLst/>
              <a:ahLst/>
              <a:cxnLst/>
              <a:rect l="l" t="t" r="r" b="b"/>
              <a:pathLst>
                <a:path w="4954270" h="143509">
                  <a:moveTo>
                    <a:pt x="4954270" y="0"/>
                  </a:moveTo>
                  <a:lnTo>
                    <a:pt x="0" y="0"/>
                  </a:lnTo>
                  <a:lnTo>
                    <a:pt x="0" y="72390"/>
                  </a:lnTo>
                  <a:lnTo>
                    <a:pt x="0" y="143510"/>
                  </a:lnTo>
                  <a:lnTo>
                    <a:pt x="4954270" y="143510"/>
                  </a:lnTo>
                  <a:lnTo>
                    <a:pt x="4954270" y="72390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033260" y="8293099"/>
              <a:ext cx="4954270" cy="72390"/>
            </a:xfrm>
            <a:custGeom>
              <a:avLst/>
              <a:gdLst/>
              <a:ahLst/>
              <a:cxnLst/>
              <a:rect l="l" t="t" r="r" b="b"/>
              <a:pathLst>
                <a:path w="4954270" h="72390">
                  <a:moveTo>
                    <a:pt x="4954270" y="0"/>
                  </a:moveTo>
                  <a:lnTo>
                    <a:pt x="0" y="0"/>
                  </a:lnTo>
                  <a:lnTo>
                    <a:pt x="0" y="72390"/>
                  </a:lnTo>
                  <a:lnTo>
                    <a:pt x="4954270" y="72390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7033260" y="8365489"/>
              <a:ext cx="4954270" cy="71120"/>
            </a:xfrm>
            <a:custGeom>
              <a:avLst/>
              <a:gdLst/>
              <a:ahLst/>
              <a:cxnLst/>
              <a:rect l="l" t="t" r="r" b="b"/>
              <a:pathLst>
                <a:path w="4954270" h="71120">
                  <a:moveTo>
                    <a:pt x="4954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4954270" y="71119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7033260" y="8436609"/>
              <a:ext cx="4954270" cy="71120"/>
            </a:xfrm>
            <a:custGeom>
              <a:avLst/>
              <a:gdLst/>
              <a:ahLst/>
              <a:cxnLst/>
              <a:rect l="l" t="t" r="r" b="b"/>
              <a:pathLst>
                <a:path w="4954270" h="71120">
                  <a:moveTo>
                    <a:pt x="4954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4954270" y="71120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7033260" y="8507729"/>
              <a:ext cx="4954270" cy="72390"/>
            </a:xfrm>
            <a:custGeom>
              <a:avLst/>
              <a:gdLst/>
              <a:ahLst/>
              <a:cxnLst/>
              <a:rect l="l" t="t" r="r" b="b"/>
              <a:pathLst>
                <a:path w="4954270" h="72390">
                  <a:moveTo>
                    <a:pt x="4954270" y="0"/>
                  </a:moveTo>
                  <a:lnTo>
                    <a:pt x="0" y="0"/>
                  </a:lnTo>
                  <a:lnTo>
                    <a:pt x="0" y="72390"/>
                  </a:lnTo>
                  <a:lnTo>
                    <a:pt x="4954270" y="72390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7033260" y="8580119"/>
              <a:ext cx="4954270" cy="71120"/>
            </a:xfrm>
            <a:custGeom>
              <a:avLst/>
              <a:gdLst/>
              <a:ahLst/>
              <a:cxnLst/>
              <a:rect l="l" t="t" r="r" b="b"/>
              <a:pathLst>
                <a:path w="4954270" h="71120">
                  <a:moveTo>
                    <a:pt x="4954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4954270" y="71119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033260" y="8651239"/>
              <a:ext cx="4954270" cy="71120"/>
            </a:xfrm>
            <a:custGeom>
              <a:avLst/>
              <a:gdLst/>
              <a:ahLst/>
              <a:cxnLst/>
              <a:rect l="l" t="t" r="r" b="b"/>
              <a:pathLst>
                <a:path w="4954270" h="71120">
                  <a:moveTo>
                    <a:pt x="4954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4954270" y="71119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033260" y="8722359"/>
              <a:ext cx="4954270" cy="72390"/>
            </a:xfrm>
            <a:custGeom>
              <a:avLst/>
              <a:gdLst/>
              <a:ahLst/>
              <a:cxnLst/>
              <a:rect l="l" t="t" r="r" b="b"/>
              <a:pathLst>
                <a:path w="4954270" h="72390">
                  <a:moveTo>
                    <a:pt x="4954270" y="0"/>
                  </a:moveTo>
                  <a:lnTo>
                    <a:pt x="0" y="0"/>
                  </a:lnTo>
                  <a:lnTo>
                    <a:pt x="0" y="72390"/>
                  </a:lnTo>
                  <a:lnTo>
                    <a:pt x="4954270" y="72390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7033260" y="8794749"/>
              <a:ext cx="4954270" cy="71120"/>
            </a:xfrm>
            <a:custGeom>
              <a:avLst/>
              <a:gdLst/>
              <a:ahLst/>
              <a:cxnLst/>
              <a:rect l="l" t="t" r="r" b="b"/>
              <a:pathLst>
                <a:path w="4954270" h="71120">
                  <a:moveTo>
                    <a:pt x="4954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4954270" y="71119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033260" y="8865869"/>
              <a:ext cx="4954270" cy="71120"/>
            </a:xfrm>
            <a:custGeom>
              <a:avLst/>
              <a:gdLst/>
              <a:ahLst/>
              <a:cxnLst/>
              <a:rect l="l" t="t" r="r" b="b"/>
              <a:pathLst>
                <a:path w="4954270" h="71120">
                  <a:moveTo>
                    <a:pt x="4954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4954270" y="71119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033260" y="8936989"/>
              <a:ext cx="4954270" cy="72390"/>
            </a:xfrm>
            <a:custGeom>
              <a:avLst/>
              <a:gdLst/>
              <a:ahLst/>
              <a:cxnLst/>
              <a:rect l="l" t="t" r="r" b="b"/>
              <a:pathLst>
                <a:path w="4954270" h="72390">
                  <a:moveTo>
                    <a:pt x="4954270" y="0"/>
                  </a:moveTo>
                  <a:lnTo>
                    <a:pt x="0" y="0"/>
                  </a:lnTo>
                  <a:lnTo>
                    <a:pt x="0" y="72389"/>
                  </a:lnTo>
                  <a:lnTo>
                    <a:pt x="4954270" y="72389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033260" y="9009379"/>
              <a:ext cx="4954270" cy="71120"/>
            </a:xfrm>
            <a:custGeom>
              <a:avLst/>
              <a:gdLst/>
              <a:ahLst/>
              <a:cxnLst/>
              <a:rect l="l" t="t" r="r" b="b"/>
              <a:pathLst>
                <a:path w="4954270" h="71120">
                  <a:moveTo>
                    <a:pt x="4954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4954270" y="71120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033260" y="9080500"/>
              <a:ext cx="4954270" cy="72390"/>
            </a:xfrm>
            <a:custGeom>
              <a:avLst/>
              <a:gdLst/>
              <a:ahLst/>
              <a:cxnLst/>
              <a:rect l="l" t="t" r="r" b="b"/>
              <a:pathLst>
                <a:path w="4954270" h="72390">
                  <a:moveTo>
                    <a:pt x="4954270" y="0"/>
                  </a:moveTo>
                  <a:lnTo>
                    <a:pt x="0" y="0"/>
                  </a:lnTo>
                  <a:lnTo>
                    <a:pt x="0" y="72390"/>
                  </a:lnTo>
                  <a:lnTo>
                    <a:pt x="4954270" y="72390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7033260" y="9152889"/>
              <a:ext cx="4954270" cy="71120"/>
            </a:xfrm>
            <a:custGeom>
              <a:avLst/>
              <a:gdLst/>
              <a:ahLst/>
              <a:cxnLst/>
              <a:rect l="l" t="t" r="r" b="b"/>
              <a:pathLst>
                <a:path w="4954270" h="71120">
                  <a:moveTo>
                    <a:pt x="4954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4954270" y="71119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7033260" y="9224009"/>
              <a:ext cx="4954270" cy="71120"/>
            </a:xfrm>
            <a:custGeom>
              <a:avLst/>
              <a:gdLst/>
              <a:ahLst/>
              <a:cxnLst/>
              <a:rect l="l" t="t" r="r" b="b"/>
              <a:pathLst>
                <a:path w="4954270" h="71120">
                  <a:moveTo>
                    <a:pt x="4954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4954270" y="71120"/>
                  </a:lnTo>
                  <a:lnTo>
                    <a:pt x="4954270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7033259" y="5788659"/>
            <a:ext cx="4954270" cy="35052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450">
              <a:latin typeface="Times New Roman"/>
              <a:cs typeface="Times New Roman"/>
            </a:endParaRPr>
          </a:p>
          <a:p>
            <a:pPr marL="330200" marR="322580" indent="1905" algn="ctr">
              <a:lnSpc>
                <a:spcPct val="100000"/>
              </a:lnSpc>
            </a:pPr>
            <a:r>
              <a:rPr sz="3600" dirty="0">
                <a:latin typeface="Century Gothic"/>
                <a:cs typeface="Century Gothic"/>
              </a:rPr>
              <a:t>In </a:t>
            </a:r>
            <a:r>
              <a:rPr sz="3600" spc="-10" dirty="0">
                <a:latin typeface="Century Gothic"/>
                <a:cs typeface="Century Gothic"/>
              </a:rPr>
              <a:t>Histograms: </a:t>
            </a:r>
            <a:r>
              <a:rPr sz="3600" dirty="0">
                <a:latin typeface="Century Gothic"/>
                <a:cs typeface="Century Gothic"/>
              </a:rPr>
              <a:t>easily</a:t>
            </a:r>
            <a:r>
              <a:rPr sz="3600" spc="-3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see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spc="-10" dirty="0">
                <a:latin typeface="Century Gothic"/>
                <a:cs typeface="Century Gothic"/>
              </a:rPr>
              <a:t>problems </a:t>
            </a:r>
            <a:r>
              <a:rPr sz="3600" dirty="0">
                <a:latin typeface="Century Gothic"/>
                <a:cs typeface="Century Gothic"/>
              </a:rPr>
              <a:t>for </a:t>
            </a:r>
            <a:r>
              <a:rPr sz="3600" spc="-10" dirty="0">
                <a:latin typeface="Century Gothic"/>
                <a:cs typeface="Century Gothic"/>
              </a:rPr>
              <a:t>image quantification!</a:t>
            </a:r>
            <a:endParaRPr sz="3600">
              <a:latin typeface="Century Gothic"/>
              <a:cs typeface="Century Gothic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2308860" y="8991600"/>
            <a:ext cx="2532380" cy="509270"/>
            <a:chOff x="2308860" y="8991600"/>
            <a:chExt cx="2532380" cy="509270"/>
          </a:xfrm>
        </p:grpSpPr>
        <p:pic>
          <p:nvPicPr>
            <p:cNvPr id="84" name="object 8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16480" y="9003029"/>
              <a:ext cx="2524760" cy="497840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2308860" y="8991600"/>
              <a:ext cx="2515870" cy="490220"/>
            </a:xfrm>
            <a:custGeom>
              <a:avLst/>
              <a:gdLst/>
              <a:ahLst/>
              <a:cxnLst/>
              <a:rect l="l" t="t" r="r" b="b"/>
              <a:pathLst>
                <a:path w="2515870" h="490220">
                  <a:moveTo>
                    <a:pt x="2515869" y="0"/>
                  </a:moveTo>
                  <a:lnTo>
                    <a:pt x="0" y="0"/>
                  </a:lnTo>
                  <a:lnTo>
                    <a:pt x="0" y="490220"/>
                  </a:lnTo>
                  <a:lnTo>
                    <a:pt x="2515869" y="490220"/>
                  </a:lnTo>
                  <a:lnTo>
                    <a:pt x="25158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2308860" y="8992869"/>
            <a:ext cx="2514600" cy="487680"/>
          </a:xfrm>
          <a:prstGeom prst="rect">
            <a:avLst/>
          </a:prstGeom>
          <a:ln w="9344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1125">
              <a:lnSpc>
                <a:spcPct val="100000"/>
              </a:lnSpc>
            </a:pPr>
            <a:r>
              <a:rPr sz="3200" b="1" dirty="0">
                <a:latin typeface="Century Gothic"/>
                <a:cs typeface="Century Gothic"/>
              </a:rPr>
              <a:t>30</a:t>
            </a:r>
            <a:r>
              <a:rPr sz="3200" b="1" spc="-5" dirty="0">
                <a:latin typeface="Century Gothic"/>
                <a:cs typeface="Century Gothic"/>
              </a:rPr>
              <a:t> </a:t>
            </a:r>
            <a:r>
              <a:rPr sz="3200" b="1" dirty="0">
                <a:latin typeface="Century Gothic"/>
                <a:cs typeface="Century Gothic"/>
              </a:rPr>
              <a:t>= 0 </a:t>
            </a:r>
            <a:r>
              <a:rPr sz="3200" b="1" spc="-10" dirty="0">
                <a:latin typeface="Century Gothic"/>
                <a:cs typeface="Century Gothic"/>
              </a:rPr>
              <a:t>???!!!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328929" y="1141730"/>
            <a:ext cx="12344400" cy="2540"/>
          </a:xfrm>
          <a:custGeom>
            <a:avLst/>
            <a:gdLst/>
            <a:ahLst/>
            <a:cxnLst/>
            <a:rect l="l" t="t" r="r" b="b"/>
            <a:pathLst>
              <a:path w="12344400" h="2540">
                <a:moveTo>
                  <a:pt x="0" y="0"/>
                </a:moveTo>
                <a:lnTo>
                  <a:pt x="12344400" y="2540"/>
                </a:lnTo>
              </a:path>
            </a:pathLst>
          </a:custGeom>
          <a:ln w="50676">
            <a:solidFill>
              <a:srgbClr val="2C2C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8" name="object 8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8120" y="5582920"/>
            <a:ext cx="6106160" cy="4048760"/>
          </a:xfrm>
          <a:prstGeom prst="rect">
            <a:avLst/>
          </a:prstGeom>
        </p:spPr>
      </p:pic>
      <p:grpSp>
        <p:nvGrpSpPr>
          <p:cNvPr id="89" name="object 89"/>
          <p:cNvGrpSpPr/>
          <p:nvPr/>
        </p:nvGrpSpPr>
        <p:grpSpPr>
          <a:xfrm>
            <a:off x="171857" y="5555387"/>
            <a:ext cx="6105525" cy="4049395"/>
            <a:chOff x="171857" y="5555387"/>
            <a:chExt cx="6105525" cy="4049395"/>
          </a:xfrm>
        </p:grpSpPr>
        <p:sp>
          <p:nvSpPr>
            <p:cNvPr id="90" name="object 90"/>
            <p:cNvSpPr/>
            <p:nvPr/>
          </p:nvSpPr>
          <p:spPr>
            <a:xfrm>
              <a:off x="1548130" y="8837929"/>
              <a:ext cx="510540" cy="427990"/>
            </a:xfrm>
            <a:custGeom>
              <a:avLst/>
              <a:gdLst/>
              <a:ahLst/>
              <a:cxnLst/>
              <a:rect l="l" t="t" r="r" b="b"/>
              <a:pathLst>
                <a:path w="510539" h="427990">
                  <a:moveTo>
                    <a:pt x="510540" y="359410"/>
                  </a:moveTo>
                  <a:lnTo>
                    <a:pt x="234315" y="134023"/>
                  </a:lnTo>
                  <a:lnTo>
                    <a:pt x="290830" y="64770"/>
                  </a:lnTo>
                  <a:lnTo>
                    <a:pt x="0" y="0"/>
                  </a:lnTo>
                  <a:lnTo>
                    <a:pt x="121920" y="271780"/>
                  </a:lnTo>
                  <a:lnTo>
                    <a:pt x="178396" y="202565"/>
                  </a:lnTo>
                  <a:lnTo>
                    <a:pt x="454660" y="427990"/>
                  </a:lnTo>
                  <a:lnTo>
                    <a:pt x="510540" y="35941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176529" y="5560059"/>
              <a:ext cx="6096000" cy="4039870"/>
            </a:xfrm>
            <a:custGeom>
              <a:avLst/>
              <a:gdLst/>
              <a:ahLst/>
              <a:cxnLst/>
              <a:rect l="l" t="t" r="r" b="b"/>
              <a:pathLst>
                <a:path w="6096000" h="4039870">
                  <a:moveTo>
                    <a:pt x="3048000" y="4039869"/>
                  </a:moveTo>
                  <a:lnTo>
                    <a:pt x="0" y="4039869"/>
                  </a:lnTo>
                  <a:lnTo>
                    <a:pt x="0" y="0"/>
                  </a:lnTo>
                  <a:lnTo>
                    <a:pt x="6096000" y="0"/>
                  </a:lnTo>
                  <a:lnTo>
                    <a:pt x="6096000" y="4039869"/>
                  </a:lnTo>
                  <a:lnTo>
                    <a:pt x="3048000" y="4039869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2" name="object 9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98120" y="1391919"/>
            <a:ext cx="6106160" cy="4048760"/>
          </a:xfrm>
          <a:prstGeom prst="rect">
            <a:avLst/>
          </a:prstGeom>
        </p:spPr>
      </p:pic>
      <p:sp>
        <p:nvSpPr>
          <p:cNvPr id="93" name="object 93"/>
          <p:cNvSpPr/>
          <p:nvPr/>
        </p:nvSpPr>
        <p:spPr>
          <a:xfrm>
            <a:off x="176529" y="1370330"/>
            <a:ext cx="6096000" cy="4038600"/>
          </a:xfrm>
          <a:custGeom>
            <a:avLst/>
            <a:gdLst/>
            <a:ahLst/>
            <a:cxnLst/>
            <a:rect l="l" t="t" r="r" b="b"/>
            <a:pathLst>
              <a:path w="6096000" h="4038600">
                <a:moveTo>
                  <a:pt x="3048000" y="4038600"/>
                </a:moveTo>
                <a:lnTo>
                  <a:pt x="0" y="4038600"/>
                </a:lnTo>
                <a:lnTo>
                  <a:pt x="0" y="0"/>
                </a:lnTo>
                <a:lnTo>
                  <a:pt x="6096000" y="0"/>
                </a:lnTo>
                <a:lnTo>
                  <a:pt x="6096000" y="4038600"/>
                </a:lnTo>
                <a:lnTo>
                  <a:pt x="3048000" y="403860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6348729" y="1370330"/>
            <a:ext cx="6477000" cy="4038600"/>
          </a:xfrm>
          <a:custGeom>
            <a:avLst/>
            <a:gdLst/>
            <a:ahLst/>
            <a:cxnLst/>
            <a:rect l="l" t="t" r="r" b="b"/>
            <a:pathLst>
              <a:path w="6477000" h="4038600">
                <a:moveTo>
                  <a:pt x="3238500" y="4038600"/>
                </a:moveTo>
                <a:lnTo>
                  <a:pt x="0" y="4038600"/>
                </a:lnTo>
                <a:lnTo>
                  <a:pt x="0" y="0"/>
                </a:lnTo>
                <a:lnTo>
                  <a:pt x="6477000" y="0"/>
                </a:lnTo>
                <a:lnTo>
                  <a:pt x="6477000" y="4038600"/>
                </a:lnTo>
                <a:lnTo>
                  <a:pt x="3238500" y="403860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92301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47890" y="2719175"/>
            <a:ext cx="5517235" cy="434334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4550" y="2719175"/>
            <a:ext cx="5517235" cy="4343347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229167" y="7766367"/>
            <a:ext cx="1407160" cy="482600"/>
            <a:chOff x="2229167" y="7766367"/>
            <a:chExt cx="1407160" cy="48260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41549" y="7781290"/>
              <a:ext cx="1394460" cy="4673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232659" y="7769860"/>
              <a:ext cx="1385570" cy="459740"/>
            </a:xfrm>
            <a:custGeom>
              <a:avLst/>
              <a:gdLst/>
              <a:ahLst/>
              <a:cxnLst/>
              <a:rect l="l" t="t" r="r" b="b"/>
              <a:pathLst>
                <a:path w="1385570" h="459740">
                  <a:moveTo>
                    <a:pt x="1385569" y="0"/>
                  </a:moveTo>
                  <a:lnTo>
                    <a:pt x="0" y="0"/>
                  </a:lnTo>
                  <a:lnTo>
                    <a:pt x="0" y="459740"/>
                  </a:lnTo>
                  <a:lnTo>
                    <a:pt x="1385569" y="459740"/>
                  </a:lnTo>
                  <a:lnTo>
                    <a:pt x="13855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33929" y="7771130"/>
              <a:ext cx="1384300" cy="457200"/>
            </a:xfrm>
            <a:custGeom>
              <a:avLst/>
              <a:gdLst/>
              <a:ahLst/>
              <a:cxnLst/>
              <a:rect l="l" t="t" r="r" b="b"/>
              <a:pathLst>
                <a:path w="1384300" h="457200">
                  <a:moveTo>
                    <a:pt x="69215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1384299" y="0"/>
                  </a:lnTo>
                  <a:lnTo>
                    <a:pt x="1384299" y="457200"/>
                  </a:lnTo>
                  <a:lnTo>
                    <a:pt x="692150" y="457200"/>
                  </a:lnTo>
                  <a:close/>
                </a:path>
              </a:pathLst>
            </a:custGeom>
            <a:ln w="934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87688" y="2124709"/>
            <a:ext cx="6096000" cy="66294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4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6000" dirty="0">
              <a:latin typeface="Times New Roman"/>
              <a:cs typeface="Times New Roman"/>
            </a:endParaRPr>
          </a:p>
          <a:p>
            <a:pPr marR="779780" algn="ctr">
              <a:lnSpc>
                <a:spcPct val="100000"/>
              </a:lnSpc>
            </a:pPr>
            <a:r>
              <a:rPr sz="3600" spc="-25" dirty="0">
                <a:latin typeface="Century Gothic"/>
                <a:cs typeface="Century Gothic"/>
              </a:rPr>
              <a:t>OK</a:t>
            </a:r>
            <a:endParaRPr sz="3600" dirty="0">
              <a:latin typeface="Century Gothic"/>
              <a:cs typeface="Century Gothic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715567" y="7768907"/>
            <a:ext cx="3679190" cy="464820"/>
            <a:chOff x="7715567" y="7768907"/>
            <a:chExt cx="3679190" cy="46482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0" y="7785099"/>
              <a:ext cx="3667760" cy="44830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719060" y="7773669"/>
              <a:ext cx="3658870" cy="440690"/>
            </a:xfrm>
            <a:custGeom>
              <a:avLst/>
              <a:gdLst/>
              <a:ahLst/>
              <a:cxnLst/>
              <a:rect l="l" t="t" r="r" b="b"/>
              <a:pathLst>
                <a:path w="3658870" h="440690">
                  <a:moveTo>
                    <a:pt x="3658870" y="0"/>
                  </a:moveTo>
                  <a:lnTo>
                    <a:pt x="0" y="0"/>
                  </a:lnTo>
                  <a:lnTo>
                    <a:pt x="0" y="440689"/>
                  </a:lnTo>
                  <a:lnTo>
                    <a:pt x="3658870" y="440689"/>
                  </a:lnTo>
                  <a:lnTo>
                    <a:pt x="36588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720330" y="7773669"/>
              <a:ext cx="3657600" cy="439420"/>
            </a:xfrm>
            <a:custGeom>
              <a:avLst/>
              <a:gdLst/>
              <a:ahLst/>
              <a:cxnLst/>
              <a:rect l="l" t="t" r="r" b="b"/>
              <a:pathLst>
                <a:path w="3657600" h="439420">
                  <a:moveTo>
                    <a:pt x="1828800" y="439419"/>
                  </a:moveTo>
                  <a:lnTo>
                    <a:pt x="0" y="439419"/>
                  </a:lnTo>
                  <a:lnTo>
                    <a:pt x="0" y="0"/>
                  </a:lnTo>
                  <a:lnTo>
                    <a:pt x="3657600" y="0"/>
                  </a:lnTo>
                  <a:lnTo>
                    <a:pt x="3657600" y="439419"/>
                  </a:lnTo>
                  <a:lnTo>
                    <a:pt x="1828800" y="439419"/>
                  </a:lnTo>
                  <a:close/>
                </a:path>
              </a:pathLst>
            </a:custGeom>
            <a:ln w="934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653529" y="2116545"/>
            <a:ext cx="6096000" cy="66294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4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6000" dirty="0">
              <a:latin typeface="Times New Roman"/>
              <a:cs typeface="Times New Roman"/>
            </a:endParaRPr>
          </a:p>
          <a:p>
            <a:pPr marR="330835" algn="ctr">
              <a:lnSpc>
                <a:spcPct val="100000"/>
              </a:lnSpc>
            </a:pPr>
            <a:r>
              <a:rPr sz="3600" dirty="0">
                <a:latin typeface="Century Gothic"/>
                <a:cs typeface="Century Gothic"/>
              </a:rPr>
              <a:t>not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OK</a:t>
            </a:r>
            <a:r>
              <a:rPr sz="3600" spc="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-</a:t>
            </a:r>
            <a:r>
              <a:rPr sz="3600" spc="5" dirty="0">
                <a:latin typeface="Century Gothic"/>
                <a:cs typeface="Century Gothic"/>
              </a:rPr>
              <a:t> </a:t>
            </a:r>
            <a:r>
              <a:rPr sz="3600" spc="-20" dirty="0">
                <a:latin typeface="Century Gothic"/>
                <a:cs typeface="Century Gothic"/>
              </a:rPr>
              <a:t>why?</a:t>
            </a:r>
            <a:endParaRPr sz="3600" dirty="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1878310" y="2405379"/>
            <a:ext cx="749300" cy="3034030"/>
          </a:xfrm>
          <a:custGeom>
            <a:avLst/>
            <a:gdLst/>
            <a:ahLst/>
            <a:cxnLst/>
            <a:rect l="l" t="t" r="r" b="b"/>
            <a:pathLst>
              <a:path w="749300" h="3034029">
                <a:moveTo>
                  <a:pt x="63500" y="2901950"/>
                </a:moveTo>
                <a:lnTo>
                  <a:pt x="0" y="2901950"/>
                </a:lnTo>
                <a:lnTo>
                  <a:pt x="0" y="2965450"/>
                </a:lnTo>
                <a:lnTo>
                  <a:pt x="63500" y="2965450"/>
                </a:lnTo>
                <a:lnTo>
                  <a:pt x="63500" y="2901950"/>
                </a:lnTo>
                <a:close/>
              </a:path>
              <a:path w="749300" h="3034029">
                <a:moveTo>
                  <a:pt x="63500" y="2776220"/>
                </a:moveTo>
                <a:lnTo>
                  <a:pt x="0" y="2776220"/>
                </a:lnTo>
                <a:lnTo>
                  <a:pt x="0" y="2839720"/>
                </a:lnTo>
                <a:lnTo>
                  <a:pt x="63500" y="2839720"/>
                </a:lnTo>
                <a:lnTo>
                  <a:pt x="63500" y="2776220"/>
                </a:lnTo>
                <a:close/>
              </a:path>
              <a:path w="749300" h="3034029">
                <a:moveTo>
                  <a:pt x="63500" y="2649220"/>
                </a:moveTo>
                <a:lnTo>
                  <a:pt x="0" y="2649220"/>
                </a:lnTo>
                <a:lnTo>
                  <a:pt x="0" y="2712720"/>
                </a:lnTo>
                <a:lnTo>
                  <a:pt x="63500" y="2712720"/>
                </a:lnTo>
                <a:lnTo>
                  <a:pt x="63500" y="2649220"/>
                </a:lnTo>
                <a:close/>
              </a:path>
              <a:path w="749300" h="3034029">
                <a:moveTo>
                  <a:pt x="63500" y="2522220"/>
                </a:moveTo>
                <a:lnTo>
                  <a:pt x="0" y="2522220"/>
                </a:lnTo>
                <a:lnTo>
                  <a:pt x="0" y="2585720"/>
                </a:lnTo>
                <a:lnTo>
                  <a:pt x="63500" y="2585720"/>
                </a:lnTo>
                <a:lnTo>
                  <a:pt x="63500" y="2522220"/>
                </a:lnTo>
                <a:close/>
              </a:path>
              <a:path w="749300" h="3034029">
                <a:moveTo>
                  <a:pt x="63500" y="2395220"/>
                </a:moveTo>
                <a:lnTo>
                  <a:pt x="0" y="2395220"/>
                </a:lnTo>
                <a:lnTo>
                  <a:pt x="0" y="2458720"/>
                </a:lnTo>
                <a:lnTo>
                  <a:pt x="63500" y="2458720"/>
                </a:lnTo>
                <a:lnTo>
                  <a:pt x="63500" y="2395220"/>
                </a:lnTo>
                <a:close/>
              </a:path>
              <a:path w="749300" h="3034029">
                <a:moveTo>
                  <a:pt x="63500" y="2269490"/>
                </a:moveTo>
                <a:lnTo>
                  <a:pt x="0" y="2269490"/>
                </a:lnTo>
                <a:lnTo>
                  <a:pt x="0" y="2331720"/>
                </a:lnTo>
                <a:lnTo>
                  <a:pt x="63500" y="2331720"/>
                </a:lnTo>
                <a:lnTo>
                  <a:pt x="63500" y="2269490"/>
                </a:lnTo>
                <a:close/>
              </a:path>
              <a:path w="749300" h="3034029">
                <a:moveTo>
                  <a:pt x="63500" y="2142490"/>
                </a:moveTo>
                <a:lnTo>
                  <a:pt x="0" y="2142490"/>
                </a:lnTo>
                <a:lnTo>
                  <a:pt x="0" y="2205990"/>
                </a:lnTo>
                <a:lnTo>
                  <a:pt x="63500" y="2205990"/>
                </a:lnTo>
                <a:lnTo>
                  <a:pt x="63500" y="2142490"/>
                </a:lnTo>
                <a:close/>
              </a:path>
              <a:path w="749300" h="3034029">
                <a:moveTo>
                  <a:pt x="63500" y="2015490"/>
                </a:moveTo>
                <a:lnTo>
                  <a:pt x="0" y="2015490"/>
                </a:lnTo>
                <a:lnTo>
                  <a:pt x="0" y="2078990"/>
                </a:lnTo>
                <a:lnTo>
                  <a:pt x="63500" y="2078990"/>
                </a:lnTo>
                <a:lnTo>
                  <a:pt x="63500" y="2015490"/>
                </a:lnTo>
                <a:close/>
              </a:path>
              <a:path w="749300" h="3034029">
                <a:moveTo>
                  <a:pt x="63500" y="1888490"/>
                </a:moveTo>
                <a:lnTo>
                  <a:pt x="0" y="1888490"/>
                </a:lnTo>
                <a:lnTo>
                  <a:pt x="0" y="1951990"/>
                </a:lnTo>
                <a:lnTo>
                  <a:pt x="63500" y="1951990"/>
                </a:lnTo>
                <a:lnTo>
                  <a:pt x="63500" y="1888490"/>
                </a:lnTo>
                <a:close/>
              </a:path>
              <a:path w="749300" h="3034029">
                <a:moveTo>
                  <a:pt x="63500" y="1761490"/>
                </a:moveTo>
                <a:lnTo>
                  <a:pt x="0" y="1761490"/>
                </a:lnTo>
                <a:lnTo>
                  <a:pt x="0" y="1824990"/>
                </a:lnTo>
                <a:lnTo>
                  <a:pt x="63500" y="1824990"/>
                </a:lnTo>
                <a:lnTo>
                  <a:pt x="63500" y="1761490"/>
                </a:lnTo>
                <a:close/>
              </a:path>
              <a:path w="749300" h="3034029">
                <a:moveTo>
                  <a:pt x="63500" y="1635760"/>
                </a:moveTo>
                <a:lnTo>
                  <a:pt x="0" y="1635760"/>
                </a:lnTo>
                <a:lnTo>
                  <a:pt x="0" y="1697990"/>
                </a:lnTo>
                <a:lnTo>
                  <a:pt x="63500" y="1697990"/>
                </a:lnTo>
                <a:lnTo>
                  <a:pt x="63500" y="1635760"/>
                </a:lnTo>
                <a:close/>
              </a:path>
              <a:path w="749300" h="3034029">
                <a:moveTo>
                  <a:pt x="63500" y="1508760"/>
                </a:moveTo>
                <a:lnTo>
                  <a:pt x="0" y="1508760"/>
                </a:lnTo>
                <a:lnTo>
                  <a:pt x="0" y="1572260"/>
                </a:lnTo>
                <a:lnTo>
                  <a:pt x="63500" y="1572260"/>
                </a:lnTo>
                <a:lnTo>
                  <a:pt x="63500" y="1508760"/>
                </a:lnTo>
                <a:close/>
              </a:path>
              <a:path w="749300" h="3034029">
                <a:moveTo>
                  <a:pt x="63500" y="1381760"/>
                </a:moveTo>
                <a:lnTo>
                  <a:pt x="0" y="1381760"/>
                </a:lnTo>
                <a:lnTo>
                  <a:pt x="0" y="1445260"/>
                </a:lnTo>
                <a:lnTo>
                  <a:pt x="63500" y="1445260"/>
                </a:lnTo>
                <a:lnTo>
                  <a:pt x="63500" y="1381760"/>
                </a:lnTo>
                <a:close/>
              </a:path>
              <a:path w="749300" h="3034029">
                <a:moveTo>
                  <a:pt x="63500" y="1254760"/>
                </a:moveTo>
                <a:lnTo>
                  <a:pt x="0" y="1254760"/>
                </a:lnTo>
                <a:lnTo>
                  <a:pt x="0" y="1318260"/>
                </a:lnTo>
                <a:lnTo>
                  <a:pt x="63500" y="1318260"/>
                </a:lnTo>
                <a:lnTo>
                  <a:pt x="63500" y="1254760"/>
                </a:lnTo>
                <a:close/>
              </a:path>
              <a:path w="749300" h="3034029">
                <a:moveTo>
                  <a:pt x="63500" y="1127760"/>
                </a:moveTo>
                <a:lnTo>
                  <a:pt x="0" y="1127760"/>
                </a:lnTo>
                <a:lnTo>
                  <a:pt x="0" y="1191260"/>
                </a:lnTo>
                <a:lnTo>
                  <a:pt x="63500" y="1191260"/>
                </a:lnTo>
                <a:lnTo>
                  <a:pt x="63500" y="1127760"/>
                </a:lnTo>
                <a:close/>
              </a:path>
              <a:path w="749300" h="3034029">
                <a:moveTo>
                  <a:pt x="63500" y="1002030"/>
                </a:moveTo>
                <a:lnTo>
                  <a:pt x="0" y="1002030"/>
                </a:lnTo>
                <a:lnTo>
                  <a:pt x="0" y="1065530"/>
                </a:lnTo>
                <a:lnTo>
                  <a:pt x="63500" y="1065530"/>
                </a:lnTo>
                <a:lnTo>
                  <a:pt x="63500" y="1002030"/>
                </a:lnTo>
                <a:close/>
              </a:path>
              <a:path w="749300" h="3034029">
                <a:moveTo>
                  <a:pt x="63500" y="875030"/>
                </a:moveTo>
                <a:lnTo>
                  <a:pt x="0" y="875030"/>
                </a:lnTo>
                <a:lnTo>
                  <a:pt x="0" y="938530"/>
                </a:lnTo>
                <a:lnTo>
                  <a:pt x="63500" y="938530"/>
                </a:lnTo>
                <a:lnTo>
                  <a:pt x="63500" y="875030"/>
                </a:lnTo>
                <a:close/>
              </a:path>
              <a:path w="749300" h="3034029">
                <a:moveTo>
                  <a:pt x="63500" y="748030"/>
                </a:moveTo>
                <a:lnTo>
                  <a:pt x="0" y="748030"/>
                </a:lnTo>
                <a:lnTo>
                  <a:pt x="0" y="811530"/>
                </a:lnTo>
                <a:lnTo>
                  <a:pt x="63500" y="811530"/>
                </a:lnTo>
                <a:lnTo>
                  <a:pt x="63500" y="748030"/>
                </a:lnTo>
                <a:close/>
              </a:path>
              <a:path w="749300" h="3034029">
                <a:moveTo>
                  <a:pt x="63500" y="621030"/>
                </a:moveTo>
                <a:lnTo>
                  <a:pt x="0" y="621030"/>
                </a:lnTo>
                <a:lnTo>
                  <a:pt x="0" y="684530"/>
                </a:lnTo>
                <a:lnTo>
                  <a:pt x="63500" y="684530"/>
                </a:lnTo>
                <a:lnTo>
                  <a:pt x="63500" y="621030"/>
                </a:lnTo>
                <a:close/>
              </a:path>
              <a:path w="749300" h="3034029">
                <a:moveTo>
                  <a:pt x="63500" y="495300"/>
                </a:moveTo>
                <a:lnTo>
                  <a:pt x="0" y="495300"/>
                </a:lnTo>
                <a:lnTo>
                  <a:pt x="0" y="557530"/>
                </a:lnTo>
                <a:lnTo>
                  <a:pt x="63500" y="557530"/>
                </a:lnTo>
                <a:lnTo>
                  <a:pt x="63500" y="495300"/>
                </a:lnTo>
                <a:close/>
              </a:path>
              <a:path w="749300" h="3034029">
                <a:moveTo>
                  <a:pt x="63500" y="368300"/>
                </a:moveTo>
                <a:lnTo>
                  <a:pt x="0" y="368300"/>
                </a:lnTo>
                <a:lnTo>
                  <a:pt x="0" y="431800"/>
                </a:lnTo>
                <a:lnTo>
                  <a:pt x="63500" y="431800"/>
                </a:lnTo>
                <a:lnTo>
                  <a:pt x="63500" y="368300"/>
                </a:lnTo>
                <a:close/>
              </a:path>
              <a:path w="749300" h="3034029">
                <a:moveTo>
                  <a:pt x="63500" y="241300"/>
                </a:moveTo>
                <a:lnTo>
                  <a:pt x="0" y="241300"/>
                </a:lnTo>
                <a:lnTo>
                  <a:pt x="0" y="304800"/>
                </a:lnTo>
                <a:lnTo>
                  <a:pt x="63500" y="304800"/>
                </a:lnTo>
                <a:lnTo>
                  <a:pt x="63500" y="241300"/>
                </a:lnTo>
                <a:close/>
              </a:path>
              <a:path w="749300" h="3034029">
                <a:moveTo>
                  <a:pt x="63500" y="114300"/>
                </a:moveTo>
                <a:lnTo>
                  <a:pt x="0" y="114300"/>
                </a:lnTo>
                <a:lnTo>
                  <a:pt x="0" y="177800"/>
                </a:lnTo>
                <a:lnTo>
                  <a:pt x="63500" y="177800"/>
                </a:lnTo>
                <a:lnTo>
                  <a:pt x="63500" y="114300"/>
                </a:lnTo>
                <a:close/>
              </a:path>
              <a:path w="749300" h="3034029">
                <a:moveTo>
                  <a:pt x="76200" y="0"/>
                </a:moveTo>
                <a:lnTo>
                  <a:pt x="31750" y="0"/>
                </a:lnTo>
                <a:lnTo>
                  <a:pt x="0" y="0"/>
                </a:lnTo>
                <a:lnTo>
                  <a:pt x="0" y="30480"/>
                </a:lnTo>
                <a:lnTo>
                  <a:pt x="0" y="50800"/>
                </a:lnTo>
                <a:lnTo>
                  <a:pt x="31750" y="50800"/>
                </a:lnTo>
                <a:lnTo>
                  <a:pt x="31750" y="62230"/>
                </a:lnTo>
                <a:lnTo>
                  <a:pt x="76200" y="62230"/>
                </a:lnTo>
                <a:lnTo>
                  <a:pt x="76200" y="0"/>
                </a:lnTo>
                <a:close/>
              </a:path>
              <a:path w="749300" h="3034029">
                <a:moveTo>
                  <a:pt x="121920" y="2971800"/>
                </a:moveTo>
                <a:lnTo>
                  <a:pt x="58420" y="2971800"/>
                </a:lnTo>
                <a:lnTo>
                  <a:pt x="58420" y="3034030"/>
                </a:lnTo>
                <a:lnTo>
                  <a:pt x="121920" y="3034030"/>
                </a:lnTo>
                <a:lnTo>
                  <a:pt x="121920" y="2971800"/>
                </a:lnTo>
                <a:close/>
              </a:path>
              <a:path w="749300" h="3034029">
                <a:moveTo>
                  <a:pt x="203200" y="0"/>
                </a:moveTo>
                <a:lnTo>
                  <a:pt x="139700" y="0"/>
                </a:lnTo>
                <a:lnTo>
                  <a:pt x="139700" y="62230"/>
                </a:lnTo>
                <a:lnTo>
                  <a:pt x="203200" y="62230"/>
                </a:lnTo>
                <a:lnTo>
                  <a:pt x="203200" y="0"/>
                </a:lnTo>
                <a:close/>
              </a:path>
              <a:path w="749300" h="3034029">
                <a:moveTo>
                  <a:pt x="248920" y="2971800"/>
                </a:moveTo>
                <a:lnTo>
                  <a:pt x="185420" y="2971800"/>
                </a:lnTo>
                <a:lnTo>
                  <a:pt x="185420" y="3034030"/>
                </a:lnTo>
                <a:lnTo>
                  <a:pt x="248920" y="3034030"/>
                </a:lnTo>
                <a:lnTo>
                  <a:pt x="248920" y="2971800"/>
                </a:lnTo>
                <a:close/>
              </a:path>
              <a:path w="749300" h="3034029">
                <a:moveTo>
                  <a:pt x="328930" y="0"/>
                </a:moveTo>
                <a:lnTo>
                  <a:pt x="265430" y="0"/>
                </a:lnTo>
                <a:lnTo>
                  <a:pt x="265430" y="62230"/>
                </a:lnTo>
                <a:lnTo>
                  <a:pt x="328930" y="62230"/>
                </a:lnTo>
                <a:lnTo>
                  <a:pt x="328930" y="0"/>
                </a:lnTo>
                <a:close/>
              </a:path>
              <a:path w="749300" h="3034029">
                <a:moveTo>
                  <a:pt x="375920" y="2971800"/>
                </a:moveTo>
                <a:lnTo>
                  <a:pt x="312420" y="2971800"/>
                </a:lnTo>
                <a:lnTo>
                  <a:pt x="312420" y="3034030"/>
                </a:lnTo>
                <a:lnTo>
                  <a:pt x="375920" y="3034030"/>
                </a:lnTo>
                <a:lnTo>
                  <a:pt x="375920" y="2971800"/>
                </a:lnTo>
                <a:close/>
              </a:path>
              <a:path w="749300" h="3034029">
                <a:moveTo>
                  <a:pt x="455930" y="0"/>
                </a:moveTo>
                <a:lnTo>
                  <a:pt x="392430" y="0"/>
                </a:lnTo>
                <a:lnTo>
                  <a:pt x="392430" y="62230"/>
                </a:lnTo>
                <a:lnTo>
                  <a:pt x="455930" y="62230"/>
                </a:lnTo>
                <a:lnTo>
                  <a:pt x="455930" y="0"/>
                </a:lnTo>
                <a:close/>
              </a:path>
              <a:path w="749300" h="3034029">
                <a:moveTo>
                  <a:pt x="467360" y="2971800"/>
                </a:moveTo>
                <a:lnTo>
                  <a:pt x="403860" y="2971800"/>
                </a:lnTo>
                <a:lnTo>
                  <a:pt x="403860" y="3034030"/>
                </a:lnTo>
                <a:lnTo>
                  <a:pt x="467360" y="3034030"/>
                </a:lnTo>
                <a:lnTo>
                  <a:pt x="467360" y="2971800"/>
                </a:lnTo>
                <a:close/>
              </a:path>
              <a:path w="749300" h="3034029">
                <a:moveTo>
                  <a:pt x="582930" y="0"/>
                </a:moveTo>
                <a:lnTo>
                  <a:pt x="519430" y="0"/>
                </a:lnTo>
                <a:lnTo>
                  <a:pt x="519430" y="62230"/>
                </a:lnTo>
                <a:lnTo>
                  <a:pt x="582930" y="62230"/>
                </a:lnTo>
                <a:lnTo>
                  <a:pt x="582930" y="0"/>
                </a:lnTo>
                <a:close/>
              </a:path>
              <a:path w="749300" h="3034029">
                <a:moveTo>
                  <a:pt x="594360" y="2971800"/>
                </a:moveTo>
                <a:lnTo>
                  <a:pt x="530860" y="2971800"/>
                </a:lnTo>
                <a:lnTo>
                  <a:pt x="530860" y="3034030"/>
                </a:lnTo>
                <a:lnTo>
                  <a:pt x="594360" y="3034030"/>
                </a:lnTo>
                <a:lnTo>
                  <a:pt x="594360" y="2971800"/>
                </a:lnTo>
                <a:close/>
              </a:path>
              <a:path w="749300" h="3034029">
                <a:moveTo>
                  <a:pt x="709930" y="0"/>
                </a:moveTo>
                <a:lnTo>
                  <a:pt x="646430" y="0"/>
                </a:lnTo>
                <a:lnTo>
                  <a:pt x="646430" y="62230"/>
                </a:lnTo>
                <a:lnTo>
                  <a:pt x="709930" y="62230"/>
                </a:lnTo>
                <a:lnTo>
                  <a:pt x="709930" y="0"/>
                </a:lnTo>
                <a:close/>
              </a:path>
              <a:path w="749300" h="3034029">
                <a:moveTo>
                  <a:pt x="749300" y="3001010"/>
                </a:moveTo>
                <a:lnTo>
                  <a:pt x="717550" y="3001010"/>
                </a:lnTo>
                <a:lnTo>
                  <a:pt x="717550" y="2971800"/>
                </a:lnTo>
                <a:lnTo>
                  <a:pt x="657860" y="2971800"/>
                </a:lnTo>
                <a:lnTo>
                  <a:pt x="657860" y="3034030"/>
                </a:lnTo>
                <a:lnTo>
                  <a:pt x="717550" y="3034030"/>
                </a:lnTo>
                <a:lnTo>
                  <a:pt x="749300" y="3034030"/>
                </a:lnTo>
                <a:lnTo>
                  <a:pt x="749300" y="3002280"/>
                </a:lnTo>
                <a:lnTo>
                  <a:pt x="749300" y="3001010"/>
                </a:lnTo>
                <a:close/>
              </a:path>
              <a:path w="749300" h="3034029">
                <a:moveTo>
                  <a:pt x="749300" y="2874010"/>
                </a:moveTo>
                <a:lnTo>
                  <a:pt x="685800" y="2874010"/>
                </a:lnTo>
                <a:lnTo>
                  <a:pt x="685800" y="2937510"/>
                </a:lnTo>
                <a:lnTo>
                  <a:pt x="749300" y="2937510"/>
                </a:lnTo>
                <a:lnTo>
                  <a:pt x="749300" y="2874010"/>
                </a:lnTo>
                <a:close/>
              </a:path>
              <a:path w="749300" h="3034029">
                <a:moveTo>
                  <a:pt x="749300" y="2747010"/>
                </a:moveTo>
                <a:lnTo>
                  <a:pt x="685800" y="2747010"/>
                </a:lnTo>
                <a:lnTo>
                  <a:pt x="685800" y="2810510"/>
                </a:lnTo>
                <a:lnTo>
                  <a:pt x="749300" y="2810510"/>
                </a:lnTo>
                <a:lnTo>
                  <a:pt x="749300" y="2747010"/>
                </a:lnTo>
                <a:close/>
              </a:path>
              <a:path w="749300" h="3034029">
                <a:moveTo>
                  <a:pt x="749300" y="2620010"/>
                </a:moveTo>
                <a:lnTo>
                  <a:pt x="685800" y="2620010"/>
                </a:lnTo>
                <a:lnTo>
                  <a:pt x="685800" y="2683510"/>
                </a:lnTo>
                <a:lnTo>
                  <a:pt x="749300" y="2683510"/>
                </a:lnTo>
                <a:lnTo>
                  <a:pt x="749300" y="2620010"/>
                </a:lnTo>
                <a:close/>
              </a:path>
              <a:path w="749300" h="3034029">
                <a:moveTo>
                  <a:pt x="749300" y="2493010"/>
                </a:moveTo>
                <a:lnTo>
                  <a:pt x="685800" y="2493010"/>
                </a:lnTo>
                <a:lnTo>
                  <a:pt x="685800" y="2556510"/>
                </a:lnTo>
                <a:lnTo>
                  <a:pt x="749300" y="2556510"/>
                </a:lnTo>
                <a:lnTo>
                  <a:pt x="749300" y="2493010"/>
                </a:lnTo>
                <a:close/>
              </a:path>
              <a:path w="749300" h="3034029">
                <a:moveTo>
                  <a:pt x="749300" y="2367280"/>
                </a:moveTo>
                <a:lnTo>
                  <a:pt x="685800" y="2367280"/>
                </a:lnTo>
                <a:lnTo>
                  <a:pt x="685800" y="2429510"/>
                </a:lnTo>
                <a:lnTo>
                  <a:pt x="749300" y="2429510"/>
                </a:lnTo>
                <a:lnTo>
                  <a:pt x="749300" y="2367280"/>
                </a:lnTo>
                <a:close/>
              </a:path>
              <a:path w="749300" h="3034029">
                <a:moveTo>
                  <a:pt x="749300" y="2240280"/>
                </a:moveTo>
                <a:lnTo>
                  <a:pt x="685800" y="2240280"/>
                </a:lnTo>
                <a:lnTo>
                  <a:pt x="685800" y="2303780"/>
                </a:lnTo>
                <a:lnTo>
                  <a:pt x="749300" y="2303780"/>
                </a:lnTo>
                <a:lnTo>
                  <a:pt x="749300" y="2240280"/>
                </a:lnTo>
                <a:close/>
              </a:path>
              <a:path w="749300" h="3034029">
                <a:moveTo>
                  <a:pt x="749300" y="2113280"/>
                </a:moveTo>
                <a:lnTo>
                  <a:pt x="685800" y="2113280"/>
                </a:lnTo>
                <a:lnTo>
                  <a:pt x="685800" y="2176780"/>
                </a:lnTo>
                <a:lnTo>
                  <a:pt x="749300" y="2176780"/>
                </a:lnTo>
                <a:lnTo>
                  <a:pt x="749300" y="2113280"/>
                </a:lnTo>
                <a:close/>
              </a:path>
              <a:path w="749300" h="3034029">
                <a:moveTo>
                  <a:pt x="749300" y="1986280"/>
                </a:moveTo>
                <a:lnTo>
                  <a:pt x="685800" y="1986280"/>
                </a:lnTo>
                <a:lnTo>
                  <a:pt x="685800" y="2049780"/>
                </a:lnTo>
                <a:lnTo>
                  <a:pt x="749300" y="2049780"/>
                </a:lnTo>
                <a:lnTo>
                  <a:pt x="749300" y="1986280"/>
                </a:lnTo>
                <a:close/>
              </a:path>
              <a:path w="749300" h="3034029">
                <a:moveTo>
                  <a:pt x="749300" y="1859280"/>
                </a:moveTo>
                <a:lnTo>
                  <a:pt x="685800" y="1859280"/>
                </a:lnTo>
                <a:lnTo>
                  <a:pt x="685800" y="1922780"/>
                </a:lnTo>
                <a:lnTo>
                  <a:pt x="749300" y="1922780"/>
                </a:lnTo>
                <a:lnTo>
                  <a:pt x="749300" y="1859280"/>
                </a:lnTo>
                <a:close/>
              </a:path>
              <a:path w="749300" h="3034029">
                <a:moveTo>
                  <a:pt x="749300" y="1733550"/>
                </a:moveTo>
                <a:lnTo>
                  <a:pt x="685800" y="1733550"/>
                </a:lnTo>
                <a:lnTo>
                  <a:pt x="685800" y="1797050"/>
                </a:lnTo>
                <a:lnTo>
                  <a:pt x="749300" y="1797050"/>
                </a:lnTo>
                <a:lnTo>
                  <a:pt x="749300" y="1733550"/>
                </a:lnTo>
                <a:close/>
              </a:path>
              <a:path w="749300" h="3034029">
                <a:moveTo>
                  <a:pt x="749300" y="1606550"/>
                </a:moveTo>
                <a:lnTo>
                  <a:pt x="685800" y="1606550"/>
                </a:lnTo>
                <a:lnTo>
                  <a:pt x="685800" y="1670050"/>
                </a:lnTo>
                <a:lnTo>
                  <a:pt x="749300" y="1670050"/>
                </a:lnTo>
                <a:lnTo>
                  <a:pt x="749300" y="1606550"/>
                </a:lnTo>
                <a:close/>
              </a:path>
              <a:path w="749300" h="3034029">
                <a:moveTo>
                  <a:pt x="749300" y="1479550"/>
                </a:moveTo>
                <a:lnTo>
                  <a:pt x="685800" y="1479550"/>
                </a:lnTo>
                <a:lnTo>
                  <a:pt x="685800" y="1543050"/>
                </a:lnTo>
                <a:lnTo>
                  <a:pt x="749300" y="1543050"/>
                </a:lnTo>
                <a:lnTo>
                  <a:pt x="749300" y="1479550"/>
                </a:lnTo>
                <a:close/>
              </a:path>
              <a:path w="749300" h="3034029">
                <a:moveTo>
                  <a:pt x="749300" y="1352550"/>
                </a:moveTo>
                <a:lnTo>
                  <a:pt x="685800" y="1352550"/>
                </a:lnTo>
                <a:lnTo>
                  <a:pt x="685800" y="1416050"/>
                </a:lnTo>
                <a:lnTo>
                  <a:pt x="749300" y="1416050"/>
                </a:lnTo>
                <a:lnTo>
                  <a:pt x="749300" y="1352550"/>
                </a:lnTo>
                <a:close/>
              </a:path>
              <a:path w="749300" h="3034029">
                <a:moveTo>
                  <a:pt x="749300" y="1226820"/>
                </a:moveTo>
                <a:lnTo>
                  <a:pt x="685800" y="1226820"/>
                </a:lnTo>
                <a:lnTo>
                  <a:pt x="685800" y="1289050"/>
                </a:lnTo>
                <a:lnTo>
                  <a:pt x="749300" y="1289050"/>
                </a:lnTo>
                <a:lnTo>
                  <a:pt x="749300" y="1226820"/>
                </a:lnTo>
                <a:close/>
              </a:path>
              <a:path w="749300" h="3034029">
                <a:moveTo>
                  <a:pt x="749300" y="1099820"/>
                </a:moveTo>
                <a:lnTo>
                  <a:pt x="685800" y="1099820"/>
                </a:lnTo>
                <a:lnTo>
                  <a:pt x="685800" y="1163320"/>
                </a:lnTo>
                <a:lnTo>
                  <a:pt x="749300" y="1163320"/>
                </a:lnTo>
                <a:lnTo>
                  <a:pt x="749300" y="1099820"/>
                </a:lnTo>
                <a:close/>
              </a:path>
              <a:path w="749300" h="3034029">
                <a:moveTo>
                  <a:pt x="749300" y="972820"/>
                </a:moveTo>
                <a:lnTo>
                  <a:pt x="685800" y="972820"/>
                </a:lnTo>
                <a:lnTo>
                  <a:pt x="685800" y="1036320"/>
                </a:lnTo>
                <a:lnTo>
                  <a:pt x="749300" y="1036320"/>
                </a:lnTo>
                <a:lnTo>
                  <a:pt x="749300" y="972820"/>
                </a:lnTo>
                <a:close/>
              </a:path>
              <a:path w="749300" h="3034029">
                <a:moveTo>
                  <a:pt x="749300" y="845820"/>
                </a:moveTo>
                <a:lnTo>
                  <a:pt x="685800" y="845820"/>
                </a:lnTo>
                <a:lnTo>
                  <a:pt x="685800" y="909320"/>
                </a:lnTo>
                <a:lnTo>
                  <a:pt x="749300" y="909320"/>
                </a:lnTo>
                <a:lnTo>
                  <a:pt x="749300" y="845820"/>
                </a:lnTo>
                <a:close/>
              </a:path>
              <a:path w="749300" h="3034029">
                <a:moveTo>
                  <a:pt x="749300" y="718820"/>
                </a:moveTo>
                <a:lnTo>
                  <a:pt x="685800" y="718820"/>
                </a:lnTo>
                <a:lnTo>
                  <a:pt x="685800" y="782320"/>
                </a:lnTo>
                <a:lnTo>
                  <a:pt x="749300" y="782320"/>
                </a:lnTo>
                <a:lnTo>
                  <a:pt x="749300" y="718820"/>
                </a:lnTo>
                <a:close/>
              </a:path>
              <a:path w="749300" h="3034029">
                <a:moveTo>
                  <a:pt x="749300" y="593090"/>
                </a:moveTo>
                <a:lnTo>
                  <a:pt x="685800" y="593090"/>
                </a:lnTo>
                <a:lnTo>
                  <a:pt x="685800" y="656590"/>
                </a:lnTo>
                <a:lnTo>
                  <a:pt x="749300" y="656590"/>
                </a:lnTo>
                <a:lnTo>
                  <a:pt x="749300" y="593090"/>
                </a:lnTo>
                <a:close/>
              </a:path>
              <a:path w="749300" h="3034029">
                <a:moveTo>
                  <a:pt x="749300" y="466090"/>
                </a:moveTo>
                <a:lnTo>
                  <a:pt x="685800" y="466090"/>
                </a:lnTo>
                <a:lnTo>
                  <a:pt x="685800" y="529590"/>
                </a:lnTo>
                <a:lnTo>
                  <a:pt x="749300" y="529590"/>
                </a:lnTo>
                <a:lnTo>
                  <a:pt x="749300" y="466090"/>
                </a:lnTo>
                <a:close/>
              </a:path>
              <a:path w="749300" h="3034029">
                <a:moveTo>
                  <a:pt x="749300" y="339090"/>
                </a:moveTo>
                <a:lnTo>
                  <a:pt x="685800" y="339090"/>
                </a:lnTo>
                <a:lnTo>
                  <a:pt x="685800" y="402590"/>
                </a:lnTo>
                <a:lnTo>
                  <a:pt x="749300" y="402590"/>
                </a:lnTo>
                <a:lnTo>
                  <a:pt x="749300" y="339090"/>
                </a:lnTo>
                <a:close/>
              </a:path>
              <a:path w="749300" h="3034029">
                <a:moveTo>
                  <a:pt x="749300" y="212090"/>
                </a:moveTo>
                <a:lnTo>
                  <a:pt x="685800" y="212090"/>
                </a:lnTo>
                <a:lnTo>
                  <a:pt x="685800" y="275590"/>
                </a:lnTo>
                <a:lnTo>
                  <a:pt x="749300" y="275590"/>
                </a:lnTo>
                <a:lnTo>
                  <a:pt x="749300" y="212090"/>
                </a:lnTo>
                <a:close/>
              </a:path>
              <a:path w="749300" h="3034029">
                <a:moveTo>
                  <a:pt x="749300" y="86360"/>
                </a:moveTo>
                <a:lnTo>
                  <a:pt x="685800" y="86360"/>
                </a:lnTo>
                <a:lnTo>
                  <a:pt x="685800" y="148590"/>
                </a:lnTo>
                <a:lnTo>
                  <a:pt x="749300" y="148590"/>
                </a:lnTo>
                <a:lnTo>
                  <a:pt x="749300" y="86360"/>
                </a:lnTo>
                <a:close/>
              </a:path>
            </a:pathLst>
          </a:custGeom>
          <a:solidFill>
            <a:srgbClr val="FA3B1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3370987" y="1361847"/>
            <a:ext cx="6336030" cy="469900"/>
            <a:chOff x="3370987" y="1361847"/>
            <a:chExt cx="6336030" cy="469900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71849" y="1383030"/>
              <a:ext cx="6334759" cy="44830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375660" y="1366519"/>
              <a:ext cx="6325870" cy="6350"/>
            </a:xfrm>
            <a:custGeom>
              <a:avLst/>
              <a:gdLst/>
              <a:ahLst/>
              <a:cxnLst/>
              <a:rect l="l" t="t" r="r" b="b"/>
              <a:pathLst>
                <a:path w="6325870" h="6350">
                  <a:moveTo>
                    <a:pt x="632587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25870" y="635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D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375659" y="137287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6325870" y="762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DE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375659" y="138049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6325870" y="7619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DD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375659" y="1388110"/>
              <a:ext cx="6325870" cy="6350"/>
            </a:xfrm>
            <a:custGeom>
              <a:avLst/>
              <a:gdLst/>
              <a:ahLst/>
              <a:cxnLst/>
              <a:rect l="l" t="t" r="r" b="b"/>
              <a:pathLst>
                <a:path w="6325870" h="6350">
                  <a:moveTo>
                    <a:pt x="632587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25870" y="635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DC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375659" y="139446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6325870" y="762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DA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375659" y="140208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6325870" y="762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D9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375659" y="1409700"/>
              <a:ext cx="6325870" cy="6350"/>
            </a:xfrm>
            <a:custGeom>
              <a:avLst/>
              <a:gdLst/>
              <a:ahLst/>
              <a:cxnLst/>
              <a:rect l="l" t="t" r="r" b="b"/>
              <a:pathLst>
                <a:path w="6325870" h="6350">
                  <a:moveTo>
                    <a:pt x="632587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25870" y="635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D8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375659" y="141605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6325870" y="762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D6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375659" y="142367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6325870" y="762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D5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375659" y="1431290"/>
              <a:ext cx="6325870" cy="6350"/>
            </a:xfrm>
            <a:custGeom>
              <a:avLst/>
              <a:gdLst/>
              <a:ahLst/>
              <a:cxnLst/>
              <a:rect l="l" t="t" r="r" b="b"/>
              <a:pathLst>
                <a:path w="6325870" h="6350">
                  <a:moveTo>
                    <a:pt x="632587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25870" y="635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D4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375659" y="143764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6325870" y="7619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D3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375659" y="144526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6325870" y="762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D1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375659" y="145288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6325870" y="762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D0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375659" y="1460500"/>
              <a:ext cx="6325870" cy="6350"/>
            </a:xfrm>
            <a:custGeom>
              <a:avLst/>
              <a:gdLst/>
              <a:ahLst/>
              <a:cxnLst/>
              <a:rect l="l" t="t" r="r" b="b"/>
              <a:pathLst>
                <a:path w="6325870" h="6350">
                  <a:moveTo>
                    <a:pt x="632587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25870" y="635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CF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375659" y="146685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6325870" y="762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CD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375660" y="1474469"/>
              <a:ext cx="6325870" cy="13970"/>
            </a:xfrm>
            <a:custGeom>
              <a:avLst/>
              <a:gdLst/>
              <a:ahLst/>
              <a:cxnLst/>
              <a:rect l="l" t="t" r="r" b="b"/>
              <a:pathLst>
                <a:path w="6325870" h="13969">
                  <a:moveTo>
                    <a:pt x="63258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3970"/>
                  </a:lnTo>
                  <a:lnTo>
                    <a:pt x="6325870" y="13970"/>
                  </a:lnTo>
                  <a:lnTo>
                    <a:pt x="6325870" y="762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CC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375659" y="148844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6325870" y="7619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CA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375659" y="149606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6325870" y="762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C8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375659" y="1503680"/>
              <a:ext cx="6325870" cy="6350"/>
            </a:xfrm>
            <a:custGeom>
              <a:avLst/>
              <a:gdLst/>
              <a:ahLst/>
              <a:cxnLst/>
              <a:rect l="l" t="t" r="r" b="b"/>
              <a:pathLst>
                <a:path w="6325870" h="6350">
                  <a:moveTo>
                    <a:pt x="632587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25870" y="635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C7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375659" y="151003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6325870" y="762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C6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375659" y="151765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6325870" y="762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C4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375659" y="1525270"/>
              <a:ext cx="6325870" cy="6350"/>
            </a:xfrm>
            <a:custGeom>
              <a:avLst/>
              <a:gdLst/>
              <a:ahLst/>
              <a:cxnLst/>
              <a:rect l="l" t="t" r="r" b="b"/>
              <a:pathLst>
                <a:path w="6325870" h="6350">
                  <a:moveTo>
                    <a:pt x="632587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25870" y="635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C3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375659" y="153162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6325870" y="762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C2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375659" y="153924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6325870" y="7619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C1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75659" y="154686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6325870" y="762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BF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75659" y="1554480"/>
              <a:ext cx="6325870" cy="6350"/>
            </a:xfrm>
            <a:custGeom>
              <a:avLst/>
              <a:gdLst/>
              <a:ahLst/>
              <a:cxnLst/>
              <a:rect l="l" t="t" r="r" b="b"/>
              <a:pathLst>
                <a:path w="6325870" h="6350">
                  <a:moveTo>
                    <a:pt x="632587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25870" y="635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BE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375659" y="156083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6325870" y="762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BD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375659" y="156845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6325870" y="762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BB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375659" y="1576070"/>
              <a:ext cx="6325870" cy="6350"/>
            </a:xfrm>
            <a:custGeom>
              <a:avLst/>
              <a:gdLst/>
              <a:ahLst/>
              <a:cxnLst/>
              <a:rect l="l" t="t" r="r" b="b"/>
              <a:pathLst>
                <a:path w="6325870" h="6350">
                  <a:moveTo>
                    <a:pt x="632587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25870" y="635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BA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375659" y="158242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6325870" y="762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B9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375659" y="159004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6325870" y="7619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B7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375659" y="1597660"/>
              <a:ext cx="6325870" cy="6350"/>
            </a:xfrm>
            <a:custGeom>
              <a:avLst/>
              <a:gdLst/>
              <a:ahLst/>
              <a:cxnLst/>
              <a:rect l="l" t="t" r="r" b="b"/>
              <a:pathLst>
                <a:path w="6325870" h="6350">
                  <a:moveTo>
                    <a:pt x="632587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25870" y="635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B6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375659" y="160401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6325870" y="762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B5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375659" y="161163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6325870" y="762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B4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375659" y="1619250"/>
              <a:ext cx="6325870" cy="6350"/>
            </a:xfrm>
            <a:custGeom>
              <a:avLst/>
              <a:gdLst/>
              <a:ahLst/>
              <a:cxnLst/>
              <a:rect l="l" t="t" r="r" b="b"/>
              <a:pathLst>
                <a:path w="6325870" h="6350">
                  <a:moveTo>
                    <a:pt x="632587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25870" y="635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B2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375659" y="162560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6325870" y="762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B1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375659" y="163322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6325870" y="762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B0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375659" y="164084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6325870" y="7619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AE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375659" y="1648460"/>
              <a:ext cx="6325870" cy="6350"/>
            </a:xfrm>
            <a:custGeom>
              <a:avLst/>
              <a:gdLst/>
              <a:ahLst/>
              <a:cxnLst/>
              <a:rect l="l" t="t" r="r" b="b"/>
              <a:pathLst>
                <a:path w="6325870" h="6350">
                  <a:moveTo>
                    <a:pt x="632587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25870" y="635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AD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375659" y="165481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6325870" y="762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AC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375659" y="166243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6325870" y="762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AB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375659" y="1670050"/>
              <a:ext cx="6325870" cy="6350"/>
            </a:xfrm>
            <a:custGeom>
              <a:avLst/>
              <a:gdLst/>
              <a:ahLst/>
              <a:cxnLst/>
              <a:rect l="l" t="t" r="r" b="b"/>
              <a:pathLst>
                <a:path w="6325870" h="6350">
                  <a:moveTo>
                    <a:pt x="632587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25870" y="635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A9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375659" y="167640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6325870" y="762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A8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375659" y="168402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6325870" y="762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A7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375659" y="1691640"/>
              <a:ext cx="6325870" cy="6350"/>
            </a:xfrm>
            <a:custGeom>
              <a:avLst/>
              <a:gdLst/>
              <a:ahLst/>
              <a:cxnLst/>
              <a:rect l="l" t="t" r="r" b="b"/>
              <a:pathLst>
                <a:path w="6325870" h="6350">
                  <a:moveTo>
                    <a:pt x="632587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25870" y="635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A5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375659" y="169799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6325870" y="7619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A4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375659" y="170561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6325870" y="762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A3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375659" y="171323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6325870" y="762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A2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375659" y="1720850"/>
              <a:ext cx="6325870" cy="6350"/>
            </a:xfrm>
            <a:custGeom>
              <a:avLst/>
              <a:gdLst/>
              <a:ahLst/>
              <a:cxnLst/>
              <a:rect l="l" t="t" r="r" b="b"/>
              <a:pathLst>
                <a:path w="6325870" h="6350">
                  <a:moveTo>
                    <a:pt x="632587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25870" y="635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A0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375659" y="172720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6325870" y="762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9F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375659" y="173482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6325870" y="762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9E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375659" y="1742440"/>
              <a:ext cx="6325870" cy="6350"/>
            </a:xfrm>
            <a:custGeom>
              <a:avLst/>
              <a:gdLst/>
              <a:ahLst/>
              <a:cxnLst/>
              <a:rect l="l" t="t" r="r" b="b"/>
              <a:pathLst>
                <a:path w="6325870" h="6350">
                  <a:moveTo>
                    <a:pt x="632587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25870" y="635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9C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375659" y="174879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6325870" y="7619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9B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375659" y="175641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6325870" y="762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9A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375659" y="1764030"/>
              <a:ext cx="6325870" cy="6350"/>
            </a:xfrm>
            <a:custGeom>
              <a:avLst/>
              <a:gdLst/>
              <a:ahLst/>
              <a:cxnLst/>
              <a:rect l="l" t="t" r="r" b="b"/>
              <a:pathLst>
                <a:path w="6325870" h="6350">
                  <a:moveTo>
                    <a:pt x="632587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25870" y="635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99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375659" y="177038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6325870" y="762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97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375659" y="177800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6325870" y="762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96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375659" y="1785620"/>
              <a:ext cx="6325870" cy="6350"/>
            </a:xfrm>
            <a:custGeom>
              <a:avLst/>
              <a:gdLst/>
              <a:ahLst/>
              <a:cxnLst/>
              <a:rect l="l" t="t" r="r" b="b"/>
              <a:pathLst>
                <a:path w="6325870" h="6350">
                  <a:moveTo>
                    <a:pt x="632587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25870" y="635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95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375659" y="179197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6325870" y="7620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93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375659" y="1799590"/>
              <a:ext cx="6325870" cy="7620"/>
            </a:xfrm>
            <a:custGeom>
              <a:avLst/>
              <a:gdLst/>
              <a:ahLst/>
              <a:cxnLst/>
              <a:rect l="l" t="t" r="r" b="b"/>
              <a:pathLst>
                <a:path w="6325870" h="7619">
                  <a:moveTo>
                    <a:pt x="632587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6325870" y="7619"/>
                  </a:lnTo>
                  <a:lnTo>
                    <a:pt x="6325870" y="0"/>
                  </a:lnTo>
                  <a:close/>
                </a:path>
              </a:pathLst>
            </a:custGeom>
            <a:solidFill>
              <a:srgbClr val="92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375659" y="1366520"/>
              <a:ext cx="6325870" cy="439420"/>
            </a:xfrm>
            <a:custGeom>
              <a:avLst/>
              <a:gdLst/>
              <a:ahLst/>
              <a:cxnLst/>
              <a:rect l="l" t="t" r="r" b="b"/>
              <a:pathLst>
                <a:path w="6325870" h="439419">
                  <a:moveTo>
                    <a:pt x="3163569" y="439420"/>
                  </a:moveTo>
                  <a:lnTo>
                    <a:pt x="0" y="439420"/>
                  </a:lnTo>
                  <a:lnTo>
                    <a:pt x="0" y="0"/>
                  </a:lnTo>
                  <a:lnTo>
                    <a:pt x="6325870" y="0"/>
                  </a:lnTo>
                  <a:lnTo>
                    <a:pt x="6325870" y="439420"/>
                  </a:lnTo>
                  <a:lnTo>
                    <a:pt x="3163569" y="439420"/>
                  </a:lnTo>
                  <a:close/>
                </a:path>
              </a:pathLst>
            </a:custGeom>
            <a:ln w="9344">
              <a:solidFill>
                <a:srgbClr val="00CC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3672840" y="1244600"/>
            <a:ext cx="56946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entury Gothic"/>
                <a:cs typeface="Century Gothic"/>
              </a:rPr>
              <a:t>Fluorescence</a:t>
            </a:r>
            <a:r>
              <a:rPr sz="3600" spc="-30" dirty="0">
                <a:latin typeface="Century Gothic"/>
                <a:cs typeface="Century Gothic"/>
              </a:rPr>
              <a:t> </a:t>
            </a:r>
            <a:r>
              <a:rPr sz="3600" spc="-10" dirty="0">
                <a:latin typeface="Century Gothic"/>
                <a:cs typeface="Century Gothic"/>
              </a:rPr>
              <a:t>Microscopy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81" name="object 81"/>
          <p:cNvSpPr txBox="1">
            <a:spLocks noGrp="1"/>
          </p:cNvSpPr>
          <p:nvPr>
            <p:ph type="title"/>
          </p:nvPr>
        </p:nvSpPr>
        <p:spPr>
          <a:xfrm>
            <a:off x="3390900" y="77469"/>
            <a:ext cx="622236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Intensity</a:t>
            </a:r>
            <a:r>
              <a:rPr spc="-10" dirty="0"/>
              <a:t> Histogram</a:t>
            </a:r>
          </a:p>
        </p:txBody>
      </p:sp>
      <p:sp>
        <p:nvSpPr>
          <p:cNvPr id="82" name="object 82"/>
          <p:cNvSpPr/>
          <p:nvPr/>
        </p:nvSpPr>
        <p:spPr>
          <a:xfrm>
            <a:off x="328929" y="1141730"/>
            <a:ext cx="12344400" cy="2540"/>
          </a:xfrm>
          <a:custGeom>
            <a:avLst/>
            <a:gdLst/>
            <a:ahLst/>
            <a:cxnLst/>
            <a:rect l="l" t="t" r="r" b="b"/>
            <a:pathLst>
              <a:path w="12344400" h="2540">
                <a:moveTo>
                  <a:pt x="0" y="0"/>
                </a:moveTo>
                <a:lnTo>
                  <a:pt x="12344400" y="2540"/>
                </a:lnTo>
              </a:path>
            </a:pathLst>
          </a:custGeom>
          <a:ln w="50676">
            <a:solidFill>
              <a:srgbClr val="2C2C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41105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2886075">
              <a:lnSpc>
                <a:spcPct val="100000"/>
              </a:lnSpc>
              <a:spcBef>
                <a:spcPts val="100"/>
              </a:spcBef>
            </a:pPr>
            <a:r>
              <a:rPr dirty="0"/>
              <a:t>Intensity</a:t>
            </a:r>
            <a:r>
              <a:rPr spc="-10" dirty="0"/>
              <a:t> Histogram</a:t>
            </a:r>
          </a:p>
        </p:txBody>
      </p:sp>
      <p:sp>
        <p:nvSpPr>
          <p:cNvPr id="19" name="object 19"/>
          <p:cNvSpPr/>
          <p:nvPr/>
        </p:nvSpPr>
        <p:spPr>
          <a:xfrm>
            <a:off x="328929" y="1290319"/>
            <a:ext cx="12344400" cy="3810"/>
          </a:xfrm>
          <a:custGeom>
            <a:avLst/>
            <a:gdLst/>
            <a:ahLst/>
            <a:cxnLst/>
            <a:rect l="l" t="t" r="r" b="b"/>
            <a:pathLst>
              <a:path w="12344400" h="3809">
                <a:moveTo>
                  <a:pt x="0" y="0"/>
                </a:moveTo>
                <a:lnTo>
                  <a:pt x="12344400" y="3809"/>
                </a:lnTo>
              </a:path>
            </a:pathLst>
          </a:custGeom>
          <a:ln w="50676">
            <a:solidFill>
              <a:srgbClr val="2C2C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BBFBCDB-4356-555C-96F7-1767B7036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00" y="4191000"/>
            <a:ext cx="8998231" cy="5113943"/>
          </a:xfrm>
          <a:prstGeom prst="rect">
            <a:avLst/>
          </a:prstGeom>
        </p:spPr>
      </p:pic>
      <p:pic>
        <p:nvPicPr>
          <p:cNvPr id="26" name="object 5">
            <a:extLst>
              <a:ext uri="{FF2B5EF4-FFF2-40B4-BE49-F238E27FC236}">
                <a16:creationId xmlns:a16="http://schemas.microsoft.com/office/drawing/2014/main" id="{358B2A76-DDED-D9D8-A9F7-B0AB08499AC9}"/>
              </a:ext>
            </a:extLst>
          </p:cNvPr>
          <p:cNvPicPr/>
          <p:nvPr/>
        </p:nvPicPr>
        <p:blipFill rotWithShape="1">
          <a:blip r:embed="rId3" cstate="print"/>
          <a:srcRect l="40625"/>
          <a:stretch/>
        </p:blipFill>
        <p:spPr>
          <a:xfrm>
            <a:off x="2768600" y="1558289"/>
            <a:ext cx="2895600" cy="24384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575C431-DF81-9CF7-D620-CE44384432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2314" y="1551939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2149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400" y="2818129"/>
            <a:ext cx="3529329" cy="35306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8045857" y="7461657"/>
            <a:ext cx="1303020" cy="415290"/>
            <a:chOff x="8045857" y="7461657"/>
            <a:chExt cx="1303020" cy="41529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58150" y="7476490"/>
              <a:ext cx="1290320" cy="4000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050530" y="7465060"/>
              <a:ext cx="1281430" cy="392430"/>
            </a:xfrm>
            <a:custGeom>
              <a:avLst/>
              <a:gdLst/>
              <a:ahLst/>
              <a:cxnLst/>
              <a:rect l="l" t="t" r="r" b="b"/>
              <a:pathLst>
                <a:path w="1281429" h="392429">
                  <a:moveTo>
                    <a:pt x="1281429" y="0"/>
                  </a:moveTo>
                  <a:lnTo>
                    <a:pt x="0" y="0"/>
                  </a:lnTo>
                  <a:lnTo>
                    <a:pt x="0" y="392430"/>
                  </a:lnTo>
                  <a:lnTo>
                    <a:pt x="1281429" y="392430"/>
                  </a:lnTo>
                  <a:lnTo>
                    <a:pt x="12814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50530" y="7466330"/>
              <a:ext cx="1281430" cy="389890"/>
            </a:xfrm>
            <a:custGeom>
              <a:avLst/>
              <a:gdLst/>
              <a:ahLst/>
              <a:cxnLst/>
              <a:rect l="l" t="t" r="r" b="b"/>
              <a:pathLst>
                <a:path w="1281429" h="389890">
                  <a:moveTo>
                    <a:pt x="641350" y="389890"/>
                  </a:moveTo>
                  <a:lnTo>
                    <a:pt x="0" y="389890"/>
                  </a:lnTo>
                  <a:lnTo>
                    <a:pt x="0" y="0"/>
                  </a:lnTo>
                  <a:lnTo>
                    <a:pt x="1281429" y="0"/>
                  </a:lnTo>
                  <a:lnTo>
                    <a:pt x="1281429" y="389890"/>
                  </a:lnTo>
                  <a:lnTo>
                    <a:pt x="641350" y="389890"/>
                  </a:lnTo>
                  <a:close/>
                </a:path>
              </a:pathLst>
            </a:custGeom>
            <a:ln w="934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039100" y="7355840"/>
            <a:ext cx="12636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0" dirty="0">
                <a:latin typeface="Century Gothic"/>
                <a:cs typeface="Century Gothic"/>
              </a:rPr>
              <a:t>FWHM</a:t>
            </a:r>
            <a:endParaRPr sz="3200">
              <a:latin typeface="Century Gothic"/>
              <a:cs typeface="Century Gothic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70787" y="8074659"/>
            <a:ext cx="9003030" cy="1634489"/>
            <a:chOff x="1770787" y="8074659"/>
            <a:chExt cx="9003030" cy="1634489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0787" y="8090307"/>
              <a:ext cx="9002622" cy="161884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75460" y="8074659"/>
              <a:ext cx="8992870" cy="64769"/>
            </a:xfrm>
            <a:custGeom>
              <a:avLst/>
              <a:gdLst/>
              <a:ahLst/>
              <a:cxnLst/>
              <a:rect l="l" t="t" r="r" b="b"/>
              <a:pathLst>
                <a:path w="8992870" h="64770">
                  <a:moveTo>
                    <a:pt x="8992870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0" y="64770"/>
                  </a:lnTo>
                  <a:lnTo>
                    <a:pt x="8992870" y="64770"/>
                  </a:lnTo>
                  <a:lnTo>
                    <a:pt x="8992870" y="33020"/>
                  </a:lnTo>
                  <a:lnTo>
                    <a:pt x="899287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75459" y="8139429"/>
              <a:ext cx="8992870" cy="33020"/>
            </a:xfrm>
            <a:custGeom>
              <a:avLst/>
              <a:gdLst/>
              <a:ahLst/>
              <a:cxnLst/>
              <a:rect l="l" t="t" r="r" b="b"/>
              <a:pathLst>
                <a:path w="8992870" h="33020">
                  <a:moveTo>
                    <a:pt x="89928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8992869" y="33020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75459" y="8172449"/>
              <a:ext cx="8992870" cy="33020"/>
            </a:xfrm>
            <a:custGeom>
              <a:avLst/>
              <a:gdLst/>
              <a:ahLst/>
              <a:cxnLst/>
              <a:rect l="l" t="t" r="r" b="b"/>
              <a:pathLst>
                <a:path w="8992870" h="33020">
                  <a:moveTo>
                    <a:pt x="8992869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8992869" y="33019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75459" y="8205469"/>
              <a:ext cx="8992870" cy="33020"/>
            </a:xfrm>
            <a:custGeom>
              <a:avLst/>
              <a:gdLst/>
              <a:ahLst/>
              <a:cxnLst/>
              <a:rect l="l" t="t" r="r" b="b"/>
              <a:pathLst>
                <a:path w="8992870" h="33020">
                  <a:moveTo>
                    <a:pt x="8992869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8992869" y="33019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75459" y="8238489"/>
              <a:ext cx="8992870" cy="33020"/>
            </a:xfrm>
            <a:custGeom>
              <a:avLst/>
              <a:gdLst/>
              <a:ahLst/>
              <a:cxnLst/>
              <a:rect l="l" t="t" r="r" b="b"/>
              <a:pathLst>
                <a:path w="8992870" h="33020">
                  <a:moveTo>
                    <a:pt x="8992869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8992869" y="33019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75459" y="8271509"/>
              <a:ext cx="8992870" cy="33020"/>
            </a:xfrm>
            <a:custGeom>
              <a:avLst/>
              <a:gdLst/>
              <a:ahLst/>
              <a:cxnLst/>
              <a:rect l="l" t="t" r="r" b="b"/>
              <a:pathLst>
                <a:path w="8992870" h="33020">
                  <a:moveTo>
                    <a:pt x="89928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8992869" y="33020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775459" y="8304529"/>
              <a:ext cx="8992870" cy="33020"/>
            </a:xfrm>
            <a:custGeom>
              <a:avLst/>
              <a:gdLst/>
              <a:ahLst/>
              <a:cxnLst/>
              <a:rect l="l" t="t" r="r" b="b"/>
              <a:pathLst>
                <a:path w="8992870" h="33020">
                  <a:moveTo>
                    <a:pt x="89928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8992869" y="33020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775459" y="8337549"/>
              <a:ext cx="8992870" cy="33020"/>
            </a:xfrm>
            <a:custGeom>
              <a:avLst/>
              <a:gdLst/>
              <a:ahLst/>
              <a:cxnLst/>
              <a:rect l="l" t="t" r="r" b="b"/>
              <a:pathLst>
                <a:path w="8992870" h="33020">
                  <a:moveTo>
                    <a:pt x="8992869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8992869" y="33019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75459" y="8370569"/>
              <a:ext cx="8992870" cy="33020"/>
            </a:xfrm>
            <a:custGeom>
              <a:avLst/>
              <a:gdLst/>
              <a:ahLst/>
              <a:cxnLst/>
              <a:rect l="l" t="t" r="r" b="b"/>
              <a:pathLst>
                <a:path w="8992870" h="33020">
                  <a:moveTo>
                    <a:pt x="8992869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8992869" y="33019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775459" y="8403589"/>
              <a:ext cx="8992870" cy="31750"/>
            </a:xfrm>
            <a:custGeom>
              <a:avLst/>
              <a:gdLst/>
              <a:ahLst/>
              <a:cxnLst/>
              <a:rect l="l" t="t" r="r" b="b"/>
              <a:pathLst>
                <a:path w="8992870" h="31750">
                  <a:moveTo>
                    <a:pt x="8992869" y="0"/>
                  </a:moveTo>
                  <a:lnTo>
                    <a:pt x="0" y="0"/>
                  </a:lnTo>
                  <a:lnTo>
                    <a:pt x="0" y="31749"/>
                  </a:lnTo>
                  <a:lnTo>
                    <a:pt x="8992869" y="31749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775459" y="8435339"/>
              <a:ext cx="8992870" cy="33020"/>
            </a:xfrm>
            <a:custGeom>
              <a:avLst/>
              <a:gdLst/>
              <a:ahLst/>
              <a:cxnLst/>
              <a:rect l="l" t="t" r="r" b="b"/>
              <a:pathLst>
                <a:path w="8992870" h="33020">
                  <a:moveTo>
                    <a:pt x="8992869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8992869" y="33019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775459" y="8468359"/>
              <a:ext cx="8992870" cy="33020"/>
            </a:xfrm>
            <a:custGeom>
              <a:avLst/>
              <a:gdLst/>
              <a:ahLst/>
              <a:cxnLst/>
              <a:rect l="l" t="t" r="r" b="b"/>
              <a:pathLst>
                <a:path w="8992870" h="33020">
                  <a:moveTo>
                    <a:pt x="89928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8992869" y="33020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75459" y="8501379"/>
              <a:ext cx="8992870" cy="33020"/>
            </a:xfrm>
            <a:custGeom>
              <a:avLst/>
              <a:gdLst/>
              <a:ahLst/>
              <a:cxnLst/>
              <a:rect l="l" t="t" r="r" b="b"/>
              <a:pathLst>
                <a:path w="8992870" h="33020">
                  <a:moveTo>
                    <a:pt x="89928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8992869" y="33020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775459" y="8534399"/>
              <a:ext cx="8992870" cy="33020"/>
            </a:xfrm>
            <a:custGeom>
              <a:avLst/>
              <a:gdLst/>
              <a:ahLst/>
              <a:cxnLst/>
              <a:rect l="l" t="t" r="r" b="b"/>
              <a:pathLst>
                <a:path w="8992870" h="33020">
                  <a:moveTo>
                    <a:pt x="8992869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8992869" y="33019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75459" y="8567419"/>
              <a:ext cx="8992870" cy="33020"/>
            </a:xfrm>
            <a:custGeom>
              <a:avLst/>
              <a:gdLst/>
              <a:ahLst/>
              <a:cxnLst/>
              <a:rect l="l" t="t" r="r" b="b"/>
              <a:pathLst>
                <a:path w="8992870" h="33020">
                  <a:moveTo>
                    <a:pt x="8992869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8992869" y="33019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75459" y="8600439"/>
              <a:ext cx="8992870" cy="33020"/>
            </a:xfrm>
            <a:custGeom>
              <a:avLst/>
              <a:gdLst/>
              <a:ahLst/>
              <a:cxnLst/>
              <a:rect l="l" t="t" r="r" b="b"/>
              <a:pathLst>
                <a:path w="8992870" h="33020">
                  <a:moveTo>
                    <a:pt x="8992869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8992869" y="33019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75459" y="8633459"/>
              <a:ext cx="8992870" cy="33020"/>
            </a:xfrm>
            <a:custGeom>
              <a:avLst/>
              <a:gdLst/>
              <a:ahLst/>
              <a:cxnLst/>
              <a:rect l="l" t="t" r="r" b="b"/>
              <a:pathLst>
                <a:path w="8992870" h="33020">
                  <a:moveTo>
                    <a:pt x="89928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8992869" y="33020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775459" y="8666479"/>
              <a:ext cx="8992870" cy="31750"/>
            </a:xfrm>
            <a:custGeom>
              <a:avLst/>
              <a:gdLst/>
              <a:ahLst/>
              <a:cxnLst/>
              <a:rect l="l" t="t" r="r" b="b"/>
              <a:pathLst>
                <a:path w="8992870" h="31750">
                  <a:moveTo>
                    <a:pt x="8992869" y="0"/>
                  </a:moveTo>
                  <a:lnTo>
                    <a:pt x="0" y="0"/>
                  </a:lnTo>
                  <a:lnTo>
                    <a:pt x="0" y="31750"/>
                  </a:lnTo>
                  <a:lnTo>
                    <a:pt x="8992869" y="31750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775459" y="8698229"/>
              <a:ext cx="8992870" cy="33020"/>
            </a:xfrm>
            <a:custGeom>
              <a:avLst/>
              <a:gdLst/>
              <a:ahLst/>
              <a:cxnLst/>
              <a:rect l="l" t="t" r="r" b="b"/>
              <a:pathLst>
                <a:path w="8992870" h="33020">
                  <a:moveTo>
                    <a:pt x="89928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8992869" y="33020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775459" y="8731249"/>
              <a:ext cx="8992870" cy="33020"/>
            </a:xfrm>
            <a:custGeom>
              <a:avLst/>
              <a:gdLst/>
              <a:ahLst/>
              <a:cxnLst/>
              <a:rect l="l" t="t" r="r" b="b"/>
              <a:pathLst>
                <a:path w="8992870" h="33020">
                  <a:moveTo>
                    <a:pt x="8992869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8992869" y="33019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775459" y="8764269"/>
              <a:ext cx="8992870" cy="33020"/>
            </a:xfrm>
            <a:custGeom>
              <a:avLst/>
              <a:gdLst/>
              <a:ahLst/>
              <a:cxnLst/>
              <a:rect l="l" t="t" r="r" b="b"/>
              <a:pathLst>
                <a:path w="8992870" h="33020">
                  <a:moveTo>
                    <a:pt x="8992869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8992869" y="33019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775459" y="8797289"/>
              <a:ext cx="8992870" cy="33020"/>
            </a:xfrm>
            <a:custGeom>
              <a:avLst/>
              <a:gdLst/>
              <a:ahLst/>
              <a:cxnLst/>
              <a:rect l="l" t="t" r="r" b="b"/>
              <a:pathLst>
                <a:path w="8992870" h="33020">
                  <a:moveTo>
                    <a:pt x="8992869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8992869" y="33019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775459" y="8830309"/>
              <a:ext cx="8992870" cy="33020"/>
            </a:xfrm>
            <a:custGeom>
              <a:avLst/>
              <a:gdLst/>
              <a:ahLst/>
              <a:cxnLst/>
              <a:rect l="l" t="t" r="r" b="b"/>
              <a:pathLst>
                <a:path w="8992870" h="33020">
                  <a:moveTo>
                    <a:pt x="89928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8992869" y="33020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775459" y="8863329"/>
              <a:ext cx="8992870" cy="33020"/>
            </a:xfrm>
            <a:custGeom>
              <a:avLst/>
              <a:gdLst/>
              <a:ahLst/>
              <a:cxnLst/>
              <a:rect l="l" t="t" r="r" b="b"/>
              <a:pathLst>
                <a:path w="8992870" h="33020">
                  <a:moveTo>
                    <a:pt x="89928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8992869" y="33020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775459" y="8896349"/>
              <a:ext cx="8992870" cy="31750"/>
            </a:xfrm>
            <a:custGeom>
              <a:avLst/>
              <a:gdLst/>
              <a:ahLst/>
              <a:cxnLst/>
              <a:rect l="l" t="t" r="r" b="b"/>
              <a:pathLst>
                <a:path w="8992870" h="31750">
                  <a:moveTo>
                    <a:pt x="8992869" y="0"/>
                  </a:moveTo>
                  <a:lnTo>
                    <a:pt x="0" y="0"/>
                  </a:lnTo>
                  <a:lnTo>
                    <a:pt x="0" y="31750"/>
                  </a:lnTo>
                  <a:lnTo>
                    <a:pt x="8992869" y="31750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775459" y="8928099"/>
              <a:ext cx="8992870" cy="34290"/>
            </a:xfrm>
            <a:custGeom>
              <a:avLst/>
              <a:gdLst/>
              <a:ahLst/>
              <a:cxnLst/>
              <a:rect l="l" t="t" r="r" b="b"/>
              <a:pathLst>
                <a:path w="8992870" h="34290">
                  <a:moveTo>
                    <a:pt x="8992869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8992869" y="34290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775459" y="8962389"/>
              <a:ext cx="8992870" cy="31750"/>
            </a:xfrm>
            <a:custGeom>
              <a:avLst/>
              <a:gdLst/>
              <a:ahLst/>
              <a:cxnLst/>
              <a:rect l="l" t="t" r="r" b="b"/>
              <a:pathLst>
                <a:path w="8992870" h="31750">
                  <a:moveTo>
                    <a:pt x="8992869" y="0"/>
                  </a:moveTo>
                  <a:lnTo>
                    <a:pt x="0" y="0"/>
                  </a:lnTo>
                  <a:lnTo>
                    <a:pt x="0" y="31749"/>
                  </a:lnTo>
                  <a:lnTo>
                    <a:pt x="8992869" y="31749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775459" y="8994139"/>
              <a:ext cx="8992870" cy="33020"/>
            </a:xfrm>
            <a:custGeom>
              <a:avLst/>
              <a:gdLst/>
              <a:ahLst/>
              <a:cxnLst/>
              <a:rect l="l" t="t" r="r" b="b"/>
              <a:pathLst>
                <a:path w="8992870" h="33020">
                  <a:moveTo>
                    <a:pt x="8992869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8992869" y="33019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775459" y="9027159"/>
              <a:ext cx="8992870" cy="33020"/>
            </a:xfrm>
            <a:custGeom>
              <a:avLst/>
              <a:gdLst/>
              <a:ahLst/>
              <a:cxnLst/>
              <a:rect l="l" t="t" r="r" b="b"/>
              <a:pathLst>
                <a:path w="8992870" h="33020">
                  <a:moveTo>
                    <a:pt x="89928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8992869" y="33020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775459" y="9060179"/>
              <a:ext cx="8992870" cy="33020"/>
            </a:xfrm>
            <a:custGeom>
              <a:avLst/>
              <a:gdLst/>
              <a:ahLst/>
              <a:cxnLst/>
              <a:rect l="l" t="t" r="r" b="b"/>
              <a:pathLst>
                <a:path w="8992870" h="33020">
                  <a:moveTo>
                    <a:pt x="89928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8992869" y="33020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775459" y="9093199"/>
              <a:ext cx="8992870" cy="33020"/>
            </a:xfrm>
            <a:custGeom>
              <a:avLst/>
              <a:gdLst/>
              <a:ahLst/>
              <a:cxnLst/>
              <a:rect l="l" t="t" r="r" b="b"/>
              <a:pathLst>
                <a:path w="8992870" h="33020">
                  <a:moveTo>
                    <a:pt x="89928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8992869" y="33020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775459" y="9126219"/>
              <a:ext cx="8992870" cy="33020"/>
            </a:xfrm>
            <a:custGeom>
              <a:avLst/>
              <a:gdLst/>
              <a:ahLst/>
              <a:cxnLst/>
              <a:rect l="l" t="t" r="r" b="b"/>
              <a:pathLst>
                <a:path w="8992870" h="33020">
                  <a:moveTo>
                    <a:pt x="8992869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8992869" y="33019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775460" y="9159239"/>
              <a:ext cx="8992870" cy="64769"/>
            </a:xfrm>
            <a:custGeom>
              <a:avLst/>
              <a:gdLst/>
              <a:ahLst/>
              <a:cxnLst/>
              <a:rect l="l" t="t" r="r" b="b"/>
              <a:pathLst>
                <a:path w="8992870" h="64770">
                  <a:moveTo>
                    <a:pt x="8992870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0" y="64770"/>
                  </a:lnTo>
                  <a:lnTo>
                    <a:pt x="8992870" y="64770"/>
                  </a:lnTo>
                  <a:lnTo>
                    <a:pt x="8992870" y="33020"/>
                  </a:lnTo>
                  <a:lnTo>
                    <a:pt x="899287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775459" y="9224009"/>
              <a:ext cx="8992870" cy="34290"/>
            </a:xfrm>
            <a:custGeom>
              <a:avLst/>
              <a:gdLst/>
              <a:ahLst/>
              <a:cxnLst/>
              <a:rect l="l" t="t" r="r" b="b"/>
              <a:pathLst>
                <a:path w="8992870" h="34290">
                  <a:moveTo>
                    <a:pt x="8992869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8992869" y="34290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775459" y="9258299"/>
              <a:ext cx="8992870" cy="31750"/>
            </a:xfrm>
            <a:custGeom>
              <a:avLst/>
              <a:gdLst/>
              <a:ahLst/>
              <a:cxnLst/>
              <a:rect l="l" t="t" r="r" b="b"/>
              <a:pathLst>
                <a:path w="8992870" h="31750">
                  <a:moveTo>
                    <a:pt x="8992869" y="0"/>
                  </a:moveTo>
                  <a:lnTo>
                    <a:pt x="0" y="0"/>
                  </a:lnTo>
                  <a:lnTo>
                    <a:pt x="0" y="31750"/>
                  </a:lnTo>
                  <a:lnTo>
                    <a:pt x="8992869" y="31750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775459" y="9290049"/>
              <a:ext cx="8992870" cy="33020"/>
            </a:xfrm>
            <a:custGeom>
              <a:avLst/>
              <a:gdLst/>
              <a:ahLst/>
              <a:cxnLst/>
              <a:rect l="l" t="t" r="r" b="b"/>
              <a:pathLst>
                <a:path w="8992870" h="33020">
                  <a:moveTo>
                    <a:pt x="89928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8992869" y="33020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775459" y="9323069"/>
              <a:ext cx="8992870" cy="33020"/>
            </a:xfrm>
            <a:custGeom>
              <a:avLst/>
              <a:gdLst/>
              <a:ahLst/>
              <a:cxnLst/>
              <a:rect l="l" t="t" r="r" b="b"/>
              <a:pathLst>
                <a:path w="8992870" h="33020">
                  <a:moveTo>
                    <a:pt x="8992869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8992869" y="33019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775459" y="9356089"/>
              <a:ext cx="8992870" cy="33020"/>
            </a:xfrm>
            <a:custGeom>
              <a:avLst/>
              <a:gdLst/>
              <a:ahLst/>
              <a:cxnLst/>
              <a:rect l="l" t="t" r="r" b="b"/>
              <a:pathLst>
                <a:path w="8992870" h="33020">
                  <a:moveTo>
                    <a:pt x="8992869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8992869" y="33019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775459" y="9389109"/>
              <a:ext cx="8992870" cy="33020"/>
            </a:xfrm>
            <a:custGeom>
              <a:avLst/>
              <a:gdLst/>
              <a:ahLst/>
              <a:cxnLst/>
              <a:rect l="l" t="t" r="r" b="b"/>
              <a:pathLst>
                <a:path w="8992870" h="33020">
                  <a:moveTo>
                    <a:pt x="89928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8992869" y="33020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775459" y="9422129"/>
              <a:ext cx="8992870" cy="33020"/>
            </a:xfrm>
            <a:custGeom>
              <a:avLst/>
              <a:gdLst/>
              <a:ahLst/>
              <a:cxnLst/>
              <a:rect l="l" t="t" r="r" b="b"/>
              <a:pathLst>
                <a:path w="8992870" h="33020">
                  <a:moveTo>
                    <a:pt x="89928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8992869" y="33020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775459" y="9455149"/>
              <a:ext cx="8992870" cy="33020"/>
            </a:xfrm>
            <a:custGeom>
              <a:avLst/>
              <a:gdLst/>
              <a:ahLst/>
              <a:cxnLst/>
              <a:rect l="l" t="t" r="r" b="b"/>
              <a:pathLst>
                <a:path w="8992870" h="33020">
                  <a:moveTo>
                    <a:pt x="89928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8992869" y="33020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775459" y="9488169"/>
              <a:ext cx="8992870" cy="33020"/>
            </a:xfrm>
            <a:custGeom>
              <a:avLst/>
              <a:gdLst/>
              <a:ahLst/>
              <a:cxnLst/>
              <a:rect l="l" t="t" r="r" b="b"/>
              <a:pathLst>
                <a:path w="8992870" h="33020">
                  <a:moveTo>
                    <a:pt x="8992869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8992869" y="33019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775459" y="9521189"/>
              <a:ext cx="8992870" cy="31750"/>
            </a:xfrm>
            <a:custGeom>
              <a:avLst/>
              <a:gdLst/>
              <a:ahLst/>
              <a:cxnLst/>
              <a:rect l="l" t="t" r="r" b="b"/>
              <a:pathLst>
                <a:path w="8992870" h="31750">
                  <a:moveTo>
                    <a:pt x="8992869" y="0"/>
                  </a:moveTo>
                  <a:lnTo>
                    <a:pt x="0" y="0"/>
                  </a:lnTo>
                  <a:lnTo>
                    <a:pt x="0" y="31749"/>
                  </a:lnTo>
                  <a:lnTo>
                    <a:pt x="8992869" y="31749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775459" y="9552939"/>
              <a:ext cx="8992870" cy="33020"/>
            </a:xfrm>
            <a:custGeom>
              <a:avLst/>
              <a:gdLst/>
              <a:ahLst/>
              <a:cxnLst/>
              <a:rect l="l" t="t" r="r" b="b"/>
              <a:pathLst>
                <a:path w="8992870" h="33020">
                  <a:moveTo>
                    <a:pt x="8992869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8992869" y="33019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775459" y="9585959"/>
              <a:ext cx="8992870" cy="33020"/>
            </a:xfrm>
            <a:custGeom>
              <a:avLst/>
              <a:gdLst/>
              <a:ahLst/>
              <a:cxnLst/>
              <a:rect l="l" t="t" r="r" b="b"/>
              <a:pathLst>
                <a:path w="8992870" h="33020">
                  <a:moveTo>
                    <a:pt x="89928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8992869" y="33020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775459" y="9618979"/>
              <a:ext cx="8992870" cy="33020"/>
            </a:xfrm>
            <a:custGeom>
              <a:avLst/>
              <a:gdLst/>
              <a:ahLst/>
              <a:cxnLst/>
              <a:rect l="l" t="t" r="r" b="b"/>
              <a:pathLst>
                <a:path w="8992870" h="33020">
                  <a:moveTo>
                    <a:pt x="89928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8992869" y="33020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775459" y="9651999"/>
              <a:ext cx="8992870" cy="33020"/>
            </a:xfrm>
            <a:custGeom>
              <a:avLst/>
              <a:gdLst/>
              <a:ahLst/>
              <a:cxnLst/>
              <a:rect l="l" t="t" r="r" b="b"/>
              <a:pathLst>
                <a:path w="8992870" h="33020">
                  <a:moveTo>
                    <a:pt x="8992869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8992869" y="33019"/>
                  </a:lnTo>
                  <a:lnTo>
                    <a:pt x="8992869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1775460" y="8074659"/>
            <a:ext cx="8991600" cy="160909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317500" rIns="0" bIns="0" rtlCol="0">
            <a:spAutoFit/>
          </a:bodyPr>
          <a:lstStyle/>
          <a:p>
            <a:pPr marL="363855">
              <a:lnSpc>
                <a:spcPct val="100000"/>
              </a:lnSpc>
              <a:spcBef>
                <a:spcPts val="2500"/>
              </a:spcBef>
            </a:pPr>
            <a:r>
              <a:rPr sz="3600" dirty="0">
                <a:latin typeface="Century Gothic"/>
                <a:cs typeface="Century Gothic"/>
              </a:rPr>
              <a:t>FWHM=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“Full Width at Half </a:t>
            </a:r>
            <a:r>
              <a:rPr sz="3600" spc="-10" dirty="0">
                <a:latin typeface="Century Gothic"/>
                <a:cs typeface="Century Gothic"/>
              </a:rPr>
              <a:t>Maximum”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1327150" y="5200650"/>
            <a:ext cx="1168400" cy="6350"/>
          </a:xfrm>
          <a:custGeom>
            <a:avLst/>
            <a:gdLst/>
            <a:ahLst/>
            <a:cxnLst/>
            <a:rect l="l" t="t" r="r" b="b"/>
            <a:pathLst>
              <a:path w="1168400" h="6350">
                <a:moveTo>
                  <a:pt x="0" y="0"/>
                </a:moveTo>
                <a:lnTo>
                  <a:pt x="1168400" y="6350"/>
                </a:lnTo>
              </a:path>
            </a:pathLst>
          </a:custGeom>
          <a:ln w="2551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9" name="object 59"/>
          <p:cNvGrpSpPr/>
          <p:nvPr/>
        </p:nvGrpSpPr>
        <p:grpSpPr>
          <a:xfrm>
            <a:off x="4457700" y="1518057"/>
            <a:ext cx="4022090" cy="468630"/>
            <a:chOff x="4457700" y="1518057"/>
            <a:chExt cx="4022090" cy="468630"/>
          </a:xfrm>
        </p:grpSpPr>
        <p:pic>
          <p:nvPicPr>
            <p:cNvPr id="60" name="object 6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57700" y="1537969"/>
              <a:ext cx="4022090" cy="448309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4461510" y="152145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14470" y="7620"/>
                  </a:lnTo>
                  <a:lnTo>
                    <a:pt x="4014470" y="0"/>
                  </a:lnTo>
                  <a:close/>
                </a:path>
              </a:pathLst>
            </a:custGeom>
            <a:solidFill>
              <a:srgbClr val="D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461510" y="152907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14469" y="762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DE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461510" y="1536699"/>
              <a:ext cx="4014470" cy="6350"/>
            </a:xfrm>
            <a:custGeom>
              <a:avLst/>
              <a:gdLst/>
              <a:ahLst/>
              <a:cxnLst/>
              <a:rect l="l" t="t" r="r" b="b"/>
              <a:pathLst>
                <a:path w="4014470" h="6350">
                  <a:moveTo>
                    <a:pt x="4014469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4014469" y="635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DD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461510" y="154304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14469" y="762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DC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461510" y="155066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14469" y="762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DA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461510" y="1558289"/>
              <a:ext cx="4014470" cy="6350"/>
            </a:xfrm>
            <a:custGeom>
              <a:avLst/>
              <a:gdLst/>
              <a:ahLst/>
              <a:cxnLst/>
              <a:rect l="l" t="t" r="r" b="b"/>
              <a:pathLst>
                <a:path w="4014470" h="6350">
                  <a:moveTo>
                    <a:pt x="4014469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4014469" y="635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D9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461510" y="156463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4014469" y="7619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D8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461510" y="157225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14469" y="762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D6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461510" y="1579879"/>
              <a:ext cx="4014470" cy="6350"/>
            </a:xfrm>
            <a:custGeom>
              <a:avLst/>
              <a:gdLst/>
              <a:ahLst/>
              <a:cxnLst/>
              <a:rect l="l" t="t" r="r" b="b"/>
              <a:pathLst>
                <a:path w="4014470" h="6350">
                  <a:moveTo>
                    <a:pt x="4014469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4014469" y="635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D5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461510" y="158622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14469" y="762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D4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461510" y="159384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14469" y="762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D3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461510" y="1601469"/>
              <a:ext cx="4014470" cy="6350"/>
            </a:xfrm>
            <a:custGeom>
              <a:avLst/>
              <a:gdLst/>
              <a:ahLst/>
              <a:cxnLst/>
              <a:rect l="l" t="t" r="r" b="b"/>
              <a:pathLst>
                <a:path w="4014470" h="6350">
                  <a:moveTo>
                    <a:pt x="4014469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4014469" y="635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D1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61510" y="160781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14469" y="762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D0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61510" y="161543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4014469" y="7619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CF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461510" y="162305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14469" y="762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CD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4461510" y="1630679"/>
              <a:ext cx="4014470" cy="13970"/>
            </a:xfrm>
            <a:custGeom>
              <a:avLst/>
              <a:gdLst/>
              <a:ahLst/>
              <a:cxnLst/>
              <a:rect l="l" t="t" r="r" b="b"/>
              <a:pathLst>
                <a:path w="4014470" h="13969">
                  <a:moveTo>
                    <a:pt x="401447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0" y="13970"/>
                  </a:lnTo>
                  <a:lnTo>
                    <a:pt x="4014470" y="13970"/>
                  </a:lnTo>
                  <a:lnTo>
                    <a:pt x="4014470" y="6350"/>
                  </a:lnTo>
                  <a:lnTo>
                    <a:pt x="4014470" y="0"/>
                  </a:lnTo>
                  <a:close/>
                </a:path>
              </a:pathLst>
            </a:custGeom>
            <a:solidFill>
              <a:srgbClr val="CC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4461510" y="164464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14469" y="762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CA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461510" y="1652269"/>
              <a:ext cx="4014470" cy="6350"/>
            </a:xfrm>
            <a:custGeom>
              <a:avLst/>
              <a:gdLst/>
              <a:ahLst/>
              <a:cxnLst/>
              <a:rect l="l" t="t" r="r" b="b"/>
              <a:pathLst>
                <a:path w="4014470" h="6350">
                  <a:moveTo>
                    <a:pt x="4014469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4014469" y="635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C8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461510" y="165861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14469" y="762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C7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461510" y="166623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4014469" y="7619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C6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461510" y="1673859"/>
              <a:ext cx="4014470" cy="6350"/>
            </a:xfrm>
            <a:custGeom>
              <a:avLst/>
              <a:gdLst/>
              <a:ahLst/>
              <a:cxnLst/>
              <a:rect l="l" t="t" r="r" b="b"/>
              <a:pathLst>
                <a:path w="4014470" h="6350">
                  <a:moveTo>
                    <a:pt x="4014469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4014469" y="635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C4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4461510" y="168020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14469" y="762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C3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461510" y="168782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14469" y="762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C2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461510" y="169544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14469" y="762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C1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461510" y="1703069"/>
              <a:ext cx="4014470" cy="6350"/>
            </a:xfrm>
            <a:custGeom>
              <a:avLst/>
              <a:gdLst/>
              <a:ahLst/>
              <a:cxnLst/>
              <a:rect l="l" t="t" r="r" b="b"/>
              <a:pathLst>
                <a:path w="4014470" h="6350">
                  <a:moveTo>
                    <a:pt x="4014469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4014469" y="635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BF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4461510" y="170941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14469" y="762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BE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4461510" y="171703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4014469" y="7619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BD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4461510" y="1724659"/>
              <a:ext cx="4014470" cy="6350"/>
            </a:xfrm>
            <a:custGeom>
              <a:avLst/>
              <a:gdLst/>
              <a:ahLst/>
              <a:cxnLst/>
              <a:rect l="l" t="t" r="r" b="b"/>
              <a:pathLst>
                <a:path w="4014470" h="6350">
                  <a:moveTo>
                    <a:pt x="4014469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4014469" y="635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BB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4461510" y="173100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14469" y="762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BA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461510" y="173862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14469" y="762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B9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61510" y="1746249"/>
              <a:ext cx="4014470" cy="6350"/>
            </a:xfrm>
            <a:custGeom>
              <a:avLst/>
              <a:gdLst/>
              <a:ahLst/>
              <a:cxnLst/>
              <a:rect l="l" t="t" r="r" b="b"/>
              <a:pathLst>
                <a:path w="4014470" h="6350">
                  <a:moveTo>
                    <a:pt x="4014469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4014469" y="635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B7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61510" y="175259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14469" y="762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B6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4461510" y="176021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14469" y="762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B5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4461510" y="1767839"/>
              <a:ext cx="4014470" cy="6350"/>
            </a:xfrm>
            <a:custGeom>
              <a:avLst/>
              <a:gdLst/>
              <a:ahLst/>
              <a:cxnLst/>
              <a:rect l="l" t="t" r="r" b="b"/>
              <a:pathLst>
                <a:path w="4014470" h="6350">
                  <a:moveTo>
                    <a:pt x="4014469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4014469" y="635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B4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461510" y="177418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4014469" y="7619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B2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4461510" y="178180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14469" y="762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B1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4461510" y="1789429"/>
              <a:ext cx="4014470" cy="6350"/>
            </a:xfrm>
            <a:custGeom>
              <a:avLst/>
              <a:gdLst/>
              <a:ahLst/>
              <a:cxnLst/>
              <a:rect l="l" t="t" r="r" b="b"/>
              <a:pathLst>
                <a:path w="4014470" h="6350">
                  <a:moveTo>
                    <a:pt x="4014469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4014469" y="635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B0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4461510" y="179577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14469" y="762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AE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4461510" y="180339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14469" y="762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AD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4461510" y="1811019"/>
              <a:ext cx="4014470" cy="6350"/>
            </a:xfrm>
            <a:custGeom>
              <a:avLst/>
              <a:gdLst/>
              <a:ahLst/>
              <a:cxnLst/>
              <a:rect l="l" t="t" r="r" b="b"/>
              <a:pathLst>
                <a:path w="4014470" h="6350">
                  <a:moveTo>
                    <a:pt x="4014469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4014469" y="635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AC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4461510" y="181736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14469" y="762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AB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4461510" y="182498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4014469" y="7619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A9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4461510" y="183260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14469" y="762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A8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4461510" y="1840229"/>
              <a:ext cx="4014470" cy="6350"/>
            </a:xfrm>
            <a:custGeom>
              <a:avLst/>
              <a:gdLst/>
              <a:ahLst/>
              <a:cxnLst/>
              <a:rect l="l" t="t" r="r" b="b"/>
              <a:pathLst>
                <a:path w="4014470" h="6350">
                  <a:moveTo>
                    <a:pt x="4014469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4014469" y="635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A7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4461510" y="184657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14469" y="762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A5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4461510" y="185419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14469" y="762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A4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4461510" y="1861819"/>
              <a:ext cx="4014470" cy="6350"/>
            </a:xfrm>
            <a:custGeom>
              <a:avLst/>
              <a:gdLst/>
              <a:ahLst/>
              <a:cxnLst/>
              <a:rect l="l" t="t" r="r" b="b"/>
              <a:pathLst>
                <a:path w="4014470" h="6350">
                  <a:moveTo>
                    <a:pt x="4014469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4014469" y="635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A3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4461510" y="186816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14469" y="762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A2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61510" y="187578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4014469" y="7619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A0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61510" y="1883409"/>
              <a:ext cx="4014470" cy="6350"/>
            </a:xfrm>
            <a:custGeom>
              <a:avLst/>
              <a:gdLst/>
              <a:ahLst/>
              <a:cxnLst/>
              <a:rect l="l" t="t" r="r" b="b"/>
              <a:pathLst>
                <a:path w="4014470" h="6350">
                  <a:moveTo>
                    <a:pt x="4014469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4014469" y="635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9F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461510" y="188975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14469" y="762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9E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4461510" y="189737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14469" y="762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9C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4461510" y="1904999"/>
              <a:ext cx="4014470" cy="6350"/>
            </a:xfrm>
            <a:custGeom>
              <a:avLst/>
              <a:gdLst/>
              <a:ahLst/>
              <a:cxnLst/>
              <a:rect l="l" t="t" r="r" b="b"/>
              <a:pathLst>
                <a:path w="4014470" h="6350">
                  <a:moveTo>
                    <a:pt x="4014469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4014469" y="635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9B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4461510" y="191134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14469" y="762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9A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4461510" y="191896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14469" y="762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99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4461510" y="1926589"/>
              <a:ext cx="4014470" cy="6350"/>
            </a:xfrm>
            <a:custGeom>
              <a:avLst/>
              <a:gdLst/>
              <a:ahLst/>
              <a:cxnLst/>
              <a:rect l="l" t="t" r="r" b="b"/>
              <a:pathLst>
                <a:path w="4014470" h="6350">
                  <a:moveTo>
                    <a:pt x="4014469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4014469" y="635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97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4461510" y="193293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4014469" y="7619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96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4461510" y="194055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14469" y="762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95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4461510" y="1948179"/>
              <a:ext cx="4014470" cy="6350"/>
            </a:xfrm>
            <a:custGeom>
              <a:avLst/>
              <a:gdLst/>
              <a:ahLst/>
              <a:cxnLst/>
              <a:rect l="l" t="t" r="r" b="b"/>
              <a:pathLst>
                <a:path w="4014470" h="6350">
                  <a:moveTo>
                    <a:pt x="4014469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4014469" y="635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93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4461510" y="1954529"/>
              <a:ext cx="4014470" cy="7620"/>
            </a:xfrm>
            <a:custGeom>
              <a:avLst/>
              <a:gdLst/>
              <a:ahLst/>
              <a:cxnLst/>
              <a:rect l="l" t="t" r="r" b="b"/>
              <a:pathLst>
                <a:path w="4014470" h="7619">
                  <a:moveTo>
                    <a:pt x="4014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14469" y="7620"/>
                  </a:lnTo>
                  <a:lnTo>
                    <a:pt x="4014469" y="0"/>
                  </a:lnTo>
                  <a:close/>
                </a:path>
              </a:pathLst>
            </a:custGeom>
            <a:solidFill>
              <a:srgbClr val="92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4462780" y="1522729"/>
              <a:ext cx="4011929" cy="439420"/>
            </a:xfrm>
            <a:custGeom>
              <a:avLst/>
              <a:gdLst/>
              <a:ahLst/>
              <a:cxnLst/>
              <a:rect l="l" t="t" r="r" b="b"/>
              <a:pathLst>
                <a:path w="4011929" h="439419">
                  <a:moveTo>
                    <a:pt x="2006600" y="439420"/>
                  </a:moveTo>
                  <a:lnTo>
                    <a:pt x="0" y="439420"/>
                  </a:lnTo>
                  <a:lnTo>
                    <a:pt x="0" y="0"/>
                  </a:lnTo>
                  <a:lnTo>
                    <a:pt x="4011929" y="0"/>
                  </a:lnTo>
                  <a:lnTo>
                    <a:pt x="4011929" y="439420"/>
                  </a:lnTo>
                  <a:lnTo>
                    <a:pt x="2006600" y="439420"/>
                  </a:lnTo>
                  <a:close/>
                </a:path>
              </a:pathLst>
            </a:custGeom>
            <a:ln w="9344">
              <a:solidFill>
                <a:srgbClr val="00CC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2" name="object 122"/>
          <p:cNvSpPr txBox="1"/>
          <p:nvPr/>
        </p:nvSpPr>
        <p:spPr>
          <a:xfrm>
            <a:off x="4450079" y="1399540"/>
            <a:ext cx="39992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entury Gothic"/>
                <a:cs typeface="Century Gothic"/>
              </a:rPr>
              <a:t>for </a:t>
            </a:r>
            <a:r>
              <a:rPr sz="3600" spc="-10" dirty="0">
                <a:latin typeface="Century Gothic"/>
                <a:cs typeface="Century Gothic"/>
              </a:rPr>
              <a:t>measurements</a:t>
            </a:r>
            <a:endParaRPr sz="3600">
              <a:latin typeface="Century Gothic"/>
              <a:cs typeface="Century Gothic"/>
            </a:endParaRPr>
          </a:p>
        </p:txBody>
      </p:sp>
      <p:grpSp>
        <p:nvGrpSpPr>
          <p:cNvPr id="123" name="object 123"/>
          <p:cNvGrpSpPr/>
          <p:nvPr/>
        </p:nvGrpSpPr>
        <p:grpSpPr>
          <a:xfrm>
            <a:off x="4288799" y="2818428"/>
            <a:ext cx="8509000" cy="4114800"/>
            <a:chOff x="4288799" y="2818428"/>
            <a:chExt cx="8509000" cy="4114800"/>
          </a:xfrm>
        </p:grpSpPr>
        <p:pic>
          <p:nvPicPr>
            <p:cNvPr id="124" name="object 1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88799" y="2818428"/>
              <a:ext cx="8324895" cy="4017921"/>
            </a:xfrm>
            <a:prstGeom prst="rect">
              <a:avLst/>
            </a:prstGeom>
          </p:spPr>
        </p:pic>
        <p:sp>
          <p:nvSpPr>
            <p:cNvPr id="125" name="object 125"/>
            <p:cNvSpPr/>
            <p:nvPr/>
          </p:nvSpPr>
          <p:spPr>
            <a:xfrm>
              <a:off x="7689850" y="4556759"/>
              <a:ext cx="2125980" cy="2376170"/>
            </a:xfrm>
            <a:custGeom>
              <a:avLst/>
              <a:gdLst/>
              <a:ahLst/>
              <a:cxnLst/>
              <a:rect l="l" t="t" r="r" b="b"/>
              <a:pathLst>
                <a:path w="2125979" h="2376170">
                  <a:moveTo>
                    <a:pt x="63500" y="1678940"/>
                  </a:moveTo>
                  <a:lnTo>
                    <a:pt x="0" y="1678940"/>
                  </a:lnTo>
                  <a:lnTo>
                    <a:pt x="0" y="1742440"/>
                  </a:lnTo>
                  <a:lnTo>
                    <a:pt x="63500" y="1742440"/>
                  </a:lnTo>
                  <a:lnTo>
                    <a:pt x="63500" y="1678940"/>
                  </a:lnTo>
                  <a:close/>
                </a:path>
                <a:path w="2125979" h="2376170">
                  <a:moveTo>
                    <a:pt x="63500" y="1553210"/>
                  </a:moveTo>
                  <a:lnTo>
                    <a:pt x="0" y="1553210"/>
                  </a:lnTo>
                  <a:lnTo>
                    <a:pt x="0" y="1616710"/>
                  </a:lnTo>
                  <a:lnTo>
                    <a:pt x="63500" y="1616710"/>
                  </a:lnTo>
                  <a:lnTo>
                    <a:pt x="63500" y="1553210"/>
                  </a:lnTo>
                  <a:close/>
                </a:path>
                <a:path w="2125979" h="2376170">
                  <a:moveTo>
                    <a:pt x="63500" y="1426210"/>
                  </a:moveTo>
                  <a:lnTo>
                    <a:pt x="0" y="1426210"/>
                  </a:lnTo>
                  <a:lnTo>
                    <a:pt x="0" y="1489710"/>
                  </a:lnTo>
                  <a:lnTo>
                    <a:pt x="63500" y="1489710"/>
                  </a:lnTo>
                  <a:lnTo>
                    <a:pt x="63500" y="1426210"/>
                  </a:lnTo>
                  <a:close/>
                </a:path>
                <a:path w="2125979" h="2376170">
                  <a:moveTo>
                    <a:pt x="63500" y="1299210"/>
                  </a:moveTo>
                  <a:lnTo>
                    <a:pt x="0" y="1299210"/>
                  </a:lnTo>
                  <a:lnTo>
                    <a:pt x="0" y="1362710"/>
                  </a:lnTo>
                  <a:lnTo>
                    <a:pt x="63500" y="1362710"/>
                  </a:lnTo>
                  <a:lnTo>
                    <a:pt x="63500" y="1299210"/>
                  </a:lnTo>
                  <a:close/>
                </a:path>
                <a:path w="2125979" h="2376170">
                  <a:moveTo>
                    <a:pt x="63500" y="1172210"/>
                  </a:moveTo>
                  <a:lnTo>
                    <a:pt x="0" y="1172210"/>
                  </a:lnTo>
                  <a:lnTo>
                    <a:pt x="0" y="1235710"/>
                  </a:lnTo>
                  <a:lnTo>
                    <a:pt x="63500" y="1235710"/>
                  </a:lnTo>
                  <a:lnTo>
                    <a:pt x="63500" y="1172210"/>
                  </a:lnTo>
                  <a:close/>
                </a:path>
                <a:path w="2125979" h="2376170">
                  <a:moveTo>
                    <a:pt x="63500" y="1046480"/>
                  </a:moveTo>
                  <a:lnTo>
                    <a:pt x="0" y="1046480"/>
                  </a:lnTo>
                  <a:lnTo>
                    <a:pt x="0" y="1108710"/>
                  </a:lnTo>
                  <a:lnTo>
                    <a:pt x="63500" y="1108710"/>
                  </a:lnTo>
                  <a:lnTo>
                    <a:pt x="63500" y="1046480"/>
                  </a:lnTo>
                  <a:close/>
                </a:path>
                <a:path w="2125979" h="2376170">
                  <a:moveTo>
                    <a:pt x="63500" y="919480"/>
                  </a:moveTo>
                  <a:lnTo>
                    <a:pt x="0" y="919480"/>
                  </a:lnTo>
                  <a:lnTo>
                    <a:pt x="0" y="982980"/>
                  </a:lnTo>
                  <a:lnTo>
                    <a:pt x="63500" y="982980"/>
                  </a:lnTo>
                  <a:lnTo>
                    <a:pt x="63500" y="919480"/>
                  </a:lnTo>
                  <a:close/>
                </a:path>
                <a:path w="2125979" h="2376170">
                  <a:moveTo>
                    <a:pt x="63500" y="792480"/>
                  </a:moveTo>
                  <a:lnTo>
                    <a:pt x="0" y="792480"/>
                  </a:lnTo>
                  <a:lnTo>
                    <a:pt x="0" y="855980"/>
                  </a:lnTo>
                  <a:lnTo>
                    <a:pt x="63500" y="855980"/>
                  </a:lnTo>
                  <a:lnTo>
                    <a:pt x="63500" y="792480"/>
                  </a:lnTo>
                  <a:close/>
                </a:path>
                <a:path w="2125979" h="2376170">
                  <a:moveTo>
                    <a:pt x="63500" y="665480"/>
                  </a:moveTo>
                  <a:lnTo>
                    <a:pt x="0" y="665480"/>
                  </a:lnTo>
                  <a:lnTo>
                    <a:pt x="0" y="728980"/>
                  </a:lnTo>
                  <a:lnTo>
                    <a:pt x="63500" y="728980"/>
                  </a:lnTo>
                  <a:lnTo>
                    <a:pt x="63500" y="665480"/>
                  </a:lnTo>
                  <a:close/>
                </a:path>
                <a:path w="2125979" h="2376170">
                  <a:moveTo>
                    <a:pt x="63500" y="538480"/>
                  </a:moveTo>
                  <a:lnTo>
                    <a:pt x="0" y="538480"/>
                  </a:lnTo>
                  <a:lnTo>
                    <a:pt x="0" y="601980"/>
                  </a:lnTo>
                  <a:lnTo>
                    <a:pt x="63500" y="601980"/>
                  </a:lnTo>
                  <a:lnTo>
                    <a:pt x="63500" y="538480"/>
                  </a:lnTo>
                  <a:close/>
                </a:path>
                <a:path w="2125979" h="2376170">
                  <a:moveTo>
                    <a:pt x="63500" y="412750"/>
                  </a:moveTo>
                  <a:lnTo>
                    <a:pt x="0" y="412750"/>
                  </a:lnTo>
                  <a:lnTo>
                    <a:pt x="0" y="476250"/>
                  </a:lnTo>
                  <a:lnTo>
                    <a:pt x="63500" y="476250"/>
                  </a:lnTo>
                  <a:lnTo>
                    <a:pt x="63500" y="412750"/>
                  </a:lnTo>
                  <a:close/>
                </a:path>
                <a:path w="2125979" h="2376170">
                  <a:moveTo>
                    <a:pt x="63500" y="285750"/>
                  </a:moveTo>
                  <a:lnTo>
                    <a:pt x="0" y="285750"/>
                  </a:lnTo>
                  <a:lnTo>
                    <a:pt x="0" y="349250"/>
                  </a:lnTo>
                  <a:lnTo>
                    <a:pt x="63500" y="349250"/>
                  </a:lnTo>
                  <a:lnTo>
                    <a:pt x="63500" y="285750"/>
                  </a:lnTo>
                  <a:close/>
                </a:path>
                <a:path w="2125979" h="2376170">
                  <a:moveTo>
                    <a:pt x="63500" y="158750"/>
                  </a:moveTo>
                  <a:lnTo>
                    <a:pt x="0" y="158750"/>
                  </a:lnTo>
                  <a:lnTo>
                    <a:pt x="0" y="222250"/>
                  </a:lnTo>
                  <a:lnTo>
                    <a:pt x="63500" y="222250"/>
                  </a:lnTo>
                  <a:lnTo>
                    <a:pt x="63500" y="158750"/>
                  </a:lnTo>
                  <a:close/>
                </a:path>
                <a:path w="2125979" h="2376170">
                  <a:moveTo>
                    <a:pt x="64770" y="2312670"/>
                  </a:moveTo>
                  <a:lnTo>
                    <a:pt x="1270" y="2312670"/>
                  </a:lnTo>
                  <a:lnTo>
                    <a:pt x="1270" y="2376170"/>
                  </a:lnTo>
                  <a:lnTo>
                    <a:pt x="64770" y="2376170"/>
                  </a:lnTo>
                  <a:lnTo>
                    <a:pt x="64770" y="2312670"/>
                  </a:lnTo>
                  <a:close/>
                </a:path>
                <a:path w="2125979" h="2376170">
                  <a:moveTo>
                    <a:pt x="64770" y="2186940"/>
                  </a:moveTo>
                  <a:lnTo>
                    <a:pt x="1270" y="2186940"/>
                  </a:lnTo>
                  <a:lnTo>
                    <a:pt x="1270" y="2249170"/>
                  </a:lnTo>
                  <a:lnTo>
                    <a:pt x="64770" y="2249170"/>
                  </a:lnTo>
                  <a:lnTo>
                    <a:pt x="64770" y="2186940"/>
                  </a:lnTo>
                  <a:close/>
                </a:path>
                <a:path w="2125979" h="2376170">
                  <a:moveTo>
                    <a:pt x="64770" y="2059940"/>
                  </a:moveTo>
                  <a:lnTo>
                    <a:pt x="1270" y="2059940"/>
                  </a:lnTo>
                  <a:lnTo>
                    <a:pt x="1270" y="2123440"/>
                  </a:lnTo>
                  <a:lnTo>
                    <a:pt x="64770" y="2123440"/>
                  </a:lnTo>
                  <a:lnTo>
                    <a:pt x="64770" y="2059940"/>
                  </a:lnTo>
                  <a:close/>
                </a:path>
                <a:path w="2125979" h="2376170">
                  <a:moveTo>
                    <a:pt x="64770" y="1932940"/>
                  </a:moveTo>
                  <a:lnTo>
                    <a:pt x="1270" y="1932940"/>
                  </a:lnTo>
                  <a:lnTo>
                    <a:pt x="1270" y="1996440"/>
                  </a:lnTo>
                  <a:lnTo>
                    <a:pt x="64770" y="1996440"/>
                  </a:lnTo>
                  <a:lnTo>
                    <a:pt x="64770" y="1932940"/>
                  </a:lnTo>
                  <a:close/>
                </a:path>
                <a:path w="2125979" h="2376170">
                  <a:moveTo>
                    <a:pt x="64770" y="1869440"/>
                  </a:moveTo>
                  <a:lnTo>
                    <a:pt x="63500" y="1805940"/>
                  </a:lnTo>
                  <a:lnTo>
                    <a:pt x="0" y="1805940"/>
                  </a:lnTo>
                  <a:lnTo>
                    <a:pt x="1270" y="1869440"/>
                  </a:lnTo>
                  <a:lnTo>
                    <a:pt x="64770" y="1869440"/>
                  </a:lnTo>
                  <a:close/>
                </a:path>
                <a:path w="2125979" h="2376170">
                  <a:moveTo>
                    <a:pt x="68580" y="2540"/>
                  </a:moveTo>
                  <a:lnTo>
                    <a:pt x="29210" y="2540"/>
                  </a:lnTo>
                  <a:lnTo>
                    <a:pt x="29210" y="31750"/>
                  </a:lnTo>
                  <a:lnTo>
                    <a:pt x="0" y="31750"/>
                  </a:lnTo>
                  <a:lnTo>
                    <a:pt x="0" y="95250"/>
                  </a:lnTo>
                  <a:lnTo>
                    <a:pt x="63500" y="95250"/>
                  </a:lnTo>
                  <a:lnTo>
                    <a:pt x="63500" y="64770"/>
                  </a:lnTo>
                  <a:lnTo>
                    <a:pt x="68580" y="64770"/>
                  </a:lnTo>
                  <a:lnTo>
                    <a:pt x="68580" y="2540"/>
                  </a:lnTo>
                  <a:close/>
                </a:path>
                <a:path w="2125979" h="2376170">
                  <a:moveTo>
                    <a:pt x="195580" y="2540"/>
                  </a:moveTo>
                  <a:lnTo>
                    <a:pt x="132080" y="2540"/>
                  </a:lnTo>
                  <a:lnTo>
                    <a:pt x="132080" y="64770"/>
                  </a:lnTo>
                  <a:lnTo>
                    <a:pt x="195580" y="64770"/>
                  </a:lnTo>
                  <a:lnTo>
                    <a:pt x="195580" y="2540"/>
                  </a:lnTo>
                  <a:close/>
                </a:path>
                <a:path w="2125979" h="2376170">
                  <a:moveTo>
                    <a:pt x="322580" y="1270"/>
                  </a:moveTo>
                  <a:lnTo>
                    <a:pt x="259080" y="2540"/>
                  </a:lnTo>
                  <a:lnTo>
                    <a:pt x="259080" y="64770"/>
                  </a:lnTo>
                  <a:lnTo>
                    <a:pt x="322580" y="64770"/>
                  </a:lnTo>
                  <a:lnTo>
                    <a:pt x="322580" y="1270"/>
                  </a:lnTo>
                  <a:close/>
                </a:path>
                <a:path w="2125979" h="2376170">
                  <a:moveTo>
                    <a:pt x="448310" y="1270"/>
                  </a:moveTo>
                  <a:lnTo>
                    <a:pt x="384810" y="1270"/>
                  </a:lnTo>
                  <a:lnTo>
                    <a:pt x="384810" y="64770"/>
                  </a:lnTo>
                  <a:lnTo>
                    <a:pt x="448310" y="64770"/>
                  </a:lnTo>
                  <a:lnTo>
                    <a:pt x="448310" y="1270"/>
                  </a:lnTo>
                  <a:close/>
                </a:path>
                <a:path w="2125979" h="2376170">
                  <a:moveTo>
                    <a:pt x="575310" y="1270"/>
                  </a:moveTo>
                  <a:lnTo>
                    <a:pt x="511810" y="1270"/>
                  </a:lnTo>
                  <a:lnTo>
                    <a:pt x="511810" y="64770"/>
                  </a:lnTo>
                  <a:lnTo>
                    <a:pt x="575310" y="64770"/>
                  </a:lnTo>
                  <a:lnTo>
                    <a:pt x="575310" y="1270"/>
                  </a:lnTo>
                  <a:close/>
                </a:path>
                <a:path w="2125979" h="2376170">
                  <a:moveTo>
                    <a:pt x="702310" y="1270"/>
                  </a:moveTo>
                  <a:lnTo>
                    <a:pt x="638810" y="1270"/>
                  </a:lnTo>
                  <a:lnTo>
                    <a:pt x="638810" y="64770"/>
                  </a:lnTo>
                  <a:lnTo>
                    <a:pt x="702310" y="64770"/>
                  </a:lnTo>
                  <a:lnTo>
                    <a:pt x="702310" y="1270"/>
                  </a:lnTo>
                  <a:close/>
                </a:path>
                <a:path w="2125979" h="2376170">
                  <a:moveTo>
                    <a:pt x="829310" y="1270"/>
                  </a:moveTo>
                  <a:lnTo>
                    <a:pt x="765810" y="1270"/>
                  </a:lnTo>
                  <a:lnTo>
                    <a:pt x="765810" y="64770"/>
                  </a:lnTo>
                  <a:lnTo>
                    <a:pt x="829310" y="64770"/>
                  </a:lnTo>
                  <a:lnTo>
                    <a:pt x="829310" y="1270"/>
                  </a:lnTo>
                  <a:close/>
                </a:path>
                <a:path w="2125979" h="2376170">
                  <a:moveTo>
                    <a:pt x="955040" y="1270"/>
                  </a:moveTo>
                  <a:lnTo>
                    <a:pt x="892810" y="1270"/>
                  </a:lnTo>
                  <a:lnTo>
                    <a:pt x="892810" y="64770"/>
                  </a:lnTo>
                  <a:lnTo>
                    <a:pt x="955040" y="64770"/>
                  </a:lnTo>
                  <a:lnTo>
                    <a:pt x="955040" y="1270"/>
                  </a:lnTo>
                  <a:close/>
                </a:path>
                <a:path w="2125979" h="2376170">
                  <a:moveTo>
                    <a:pt x="1082040" y="1270"/>
                  </a:moveTo>
                  <a:lnTo>
                    <a:pt x="1018540" y="1270"/>
                  </a:lnTo>
                  <a:lnTo>
                    <a:pt x="1018540" y="64770"/>
                  </a:lnTo>
                  <a:lnTo>
                    <a:pt x="1082040" y="64770"/>
                  </a:lnTo>
                  <a:lnTo>
                    <a:pt x="1082040" y="1270"/>
                  </a:lnTo>
                  <a:close/>
                </a:path>
                <a:path w="2125979" h="2376170">
                  <a:moveTo>
                    <a:pt x="1209040" y="1270"/>
                  </a:moveTo>
                  <a:lnTo>
                    <a:pt x="1145540" y="1270"/>
                  </a:lnTo>
                  <a:lnTo>
                    <a:pt x="1145540" y="64770"/>
                  </a:lnTo>
                  <a:lnTo>
                    <a:pt x="1209040" y="64770"/>
                  </a:lnTo>
                  <a:lnTo>
                    <a:pt x="1209040" y="1270"/>
                  </a:lnTo>
                  <a:close/>
                </a:path>
                <a:path w="2125979" h="2376170">
                  <a:moveTo>
                    <a:pt x="1336040" y="1270"/>
                  </a:moveTo>
                  <a:lnTo>
                    <a:pt x="1272540" y="1270"/>
                  </a:lnTo>
                  <a:lnTo>
                    <a:pt x="1272540" y="64770"/>
                  </a:lnTo>
                  <a:lnTo>
                    <a:pt x="1336040" y="64770"/>
                  </a:lnTo>
                  <a:lnTo>
                    <a:pt x="1336040" y="1270"/>
                  </a:lnTo>
                  <a:close/>
                </a:path>
                <a:path w="2125979" h="2376170">
                  <a:moveTo>
                    <a:pt x="1463040" y="1270"/>
                  </a:moveTo>
                  <a:lnTo>
                    <a:pt x="1399540" y="1270"/>
                  </a:lnTo>
                  <a:lnTo>
                    <a:pt x="1399540" y="64770"/>
                  </a:lnTo>
                  <a:lnTo>
                    <a:pt x="1463040" y="64770"/>
                  </a:lnTo>
                  <a:lnTo>
                    <a:pt x="1463040" y="1270"/>
                  </a:lnTo>
                  <a:close/>
                </a:path>
                <a:path w="2125979" h="2376170">
                  <a:moveTo>
                    <a:pt x="1588770" y="1270"/>
                  </a:moveTo>
                  <a:lnTo>
                    <a:pt x="1525270" y="1270"/>
                  </a:lnTo>
                  <a:lnTo>
                    <a:pt x="1525270" y="64770"/>
                  </a:lnTo>
                  <a:lnTo>
                    <a:pt x="1588770" y="64770"/>
                  </a:lnTo>
                  <a:lnTo>
                    <a:pt x="1588770" y="1270"/>
                  </a:lnTo>
                  <a:close/>
                </a:path>
                <a:path w="2125979" h="2376170">
                  <a:moveTo>
                    <a:pt x="1715770" y="1270"/>
                  </a:moveTo>
                  <a:lnTo>
                    <a:pt x="1652270" y="1270"/>
                  </a:lnTo>
                  <a:lnTo>
                    <a:pt x="1652270" y="64770"/>
                  </a:lnTo>
                  <a:lnTo>
                    <a:pt x="1715770" y="64770"/>
                  </a:lnTo>
                  <a:lnTo>
                    <a:pt x="1715770" y="1270"/>
                  </a:lnTo>
                  <a:close/>
                </a:path>
                <a:path w="2125979" h="2376170">
                  <a:moveTo>
                    <a:pt x="1842770" y="0"/>
                  </a:moveTo>
                  <a:lnTo>
                    <a:pt x="1779270" y="1270"/>
                  </a:lnTo>
                  <a:lnTo>
                    <a:pt x="1779270" y="64770"/>
                  </a:lnTo>
                  <a:lnTo>
                    <a:pt x="1842770" y="63500"/>
                  </a:lnTo>
                  <a:lnTo>
                    <a:pt x="1842770" y="0"/>
                  </a:lnTo>
                  <a:close/>
                </a:path>
                <a:path w="2125979" h="2376170">
                  <a:moveTo>
                    <a:pt x="1969770" y="0"/>
                  </a:moveTo>
                  <a:lnTo>
                    <a:pt x="1906270" y="0"/>
                  </a:lnTo>
                  <a:lnTo>
                    <a:pt x="1906270" y="63500"/>
                  </a:lnTo>
                  <a:lnTo>
                    <a:pt x="1969770" y="63500"/>
                  </a:lnTo>
                  <a:lnTo>
                    <a:pt x="1969770" y="0"/>
                  </a:lnTo>
                  <a:close/>
                </a:path>
                <a:path w="2125979" h="2376170">
                  <a:moveTo>
                    <a:pt x="2124710" y="1678940"/>
                  </a:moveTo>
                  <a:lnTo>
                    <a:pt x="2061210" y="1678940"/>
                  </a:lnTo>
                  <a:lnTo>
                    <a:pt x="2061210" y="1742440"/>
                  </a:lnTo>
                  <a:lnTo>
                    <a:pt x="2124710" y="1742440"/>
                  </a:lnTo>
                  <a:lnTo>
                    <a:pt x="2124710" y="1678940"/>
                  </a:lnTo>
                  <a:close/>
                </a:path>
                <a:path w="2125979" h="2376170">
                  <a:moveTo>
                    <a:pt x="2124710" y="1553210"/>
                  </a:moveTo>
                  <a:lnTo>
                    <a:pt x="2061210" y="1553210"/>
                  </a:lnTo>
                  <a:lnTo>
                    <a:pt x="2061210" y="1616710"/>
                  </a:lnTo>
                  <a:lnTo>
                    <a:pt x="2124710" y="1616710"/>
                  </a:lnTo>
                  <a:lnTo>
                    <a:pt x="2124710" y="1553210"/>
                  </a:lnTo>
                  <a:close/>
                </a:path>
                <a:path w="2125979" h="2376170">
                  <a:moveTo>
                    <a:pt x="2124710" y="1426210"/>
                  </a:moveTo>
                  <a:lnTo>
                    <a:pt x="2061210" y="1426210"/>
                  </a:lnTo>
                  <a:lnTo>
                    <a:pt x="2061210" y="1489710"/>
                  </a:lnTo>
                  <a:lnTo>
                    <a:pt x="2124710" y="1489710"/>
                  </a:lnTo>
                  <a:lnTo>
                    <a:pt x="2124710" y="1426210"/>
                  </a:lnTo>
                  <a:close/>
                </a:path>
                <a:path w="2125979" h="2376170">
                  <a:moveTo>
                    <a:pt x="2124710" y="1299210"/>
                  </a:moveTo>
                  <a:lnTo>
                    <a:pt x="2061210" y="1299210"/>
                  </a:lnTo>
                  <a:lnTo>
                    <a:pt x="2061210" y="1362710"/>
                  </a:lnTo>
                  <a:lnTo>
                    <a:pt x="2124710" y="1362710"/>
                  </a:lnTo>
                  <a:lnTo>
                    <a:pt x="2124710" y="1299210"/>
                  </a:lnTo>
                  <a:close/>
                </a:path>
                <a:path w="2125979" h="2376170">
                  <a:moveTo>
                    <a:pt x="2124710" y="1172210"/>
                  </a:moveTo>
                  <a:lnTo>
                    <a:pt x="2061210" y="1172210"/>
                  </a:lnTo>
                  <a:lnTo>
                    <a:pt x="2061210" y="1235710"/>
                  </a:lnTo>
                  <a:lnTo>
                    <a:pt x="2124710" y="1235710"/>
                  </a:lnTo>
                  <a:lnTo>
                    <a:pt x="2124710" y="1172210"/>
                  </a:lnTo>
                  <a:close/>
                </a:path>
                <a:path w="2125979" h="2376170">
                  <a:moveTo>
                    <a:pt x="2124710" y="1046480"/>
                  </a:moveTo>
                  <a:lnTo>
                    <a:pt x="2061210" y="1046480"/>
                  </a:lnTo>
                  <a:lnTo>
                    <a:pt x="2061210" y="1108710"/>
                  </a:lnTo>
                  <a:lnTo>
                    <a:pt x="2124710" y="1108710"/>
                  </a:lnTo>
                  <a:lnTo>
                    <a:pt x="2124710" y="1046480"/>
                  </a:lnTo>
                  <a:close/>
                </a:path>
                <a:path w="2125979" h="2376170">
                  <a:moveTo>
                    <a:pt x="2124710" y="919480"/>
                  </a:moveTo>
                  <a:lnTo>
                    <a:pt x="2061210" y="919480"/>
                  </a:lnTo>
                  <a:lnTo>
                    <a:pt x="2061210" y="982980"/>
                  </a:lnTo>
                  <a:lnTo>
                    <a:pt x="2124710" y="982980"/>
                  </a:lnTo>
                  <a:lnTo>
                    <a:pt x="2124710" y="919480"/>
                  </a:lnTo>
                  <a:close/>
                </a:path>
                <a:path w="2125979" h="2376170">
                  <a:moveTo>
                    <a:pt x="2124710" y="792480"/>
                  </a:moveTo>
                  <a:lnTo>
                    <a:pt x="2061210" y="792480"/>
                  </a:lnTo>
                  <a:lnTo>
                    <a:pt x="2061210" y="855980"/>
                  </a:lnTo>
                  <a:lnTo>
                    <a:pt x="2124710" y="855980"/>
                  </a:lnTo>
                  <a:lnTo>
                    <a:pt x="2124710" y="792480"/>
                  </a:lnTo>
                  <a:close/>
                </a:path>
                <a:path w="2125979" h="2376170">
                  <a:moveTo>
                    <a:pt x="2124710" y="665480"/>
                  </a:moveTo>
                  <a:lnTo>
                    <a:pt x="2061210" y="665480"/>
                  </a:lnTo>
                  <a:lnTo>
                    <a:pt x="2061210" y="728980"/>
                  </a:lnTo>
                  <a:lnTo>
                    <a:pt x="2124710" y="728980"/>
                  </a:lnTo>
                  <a:lnTo>
                    <a:pt x="2124710" y="665480"/>
                  </a:lnTo>
                  <a:close/>
                </a:path>
                <a:path w="2125979" h="2376170">
                  <a:moveTo>
                    <a:pt x="2124710" y="538480"/>
                  </a:moveTo>
                  <a:lnTo>
                    <a:pt x="2061210" y="538480"/>
                  </a:lnTo>
                  <a:lnTo>
                    <a:pt x="2061210" y="601980"/>
                  </a:lnTo>
                  <a:lnTo>
                    <a:pt x="2124710" y="601980"/>
                  </a:lnTo>
                  <a:lnTo>
                    <a:pt x="2124710" y="538480"/>
                  </a:lnTo>
                  <a:close/>
                </a:path>
                <a:path w="2125979" h="2376170">
                  <a:moveTo>
                    <a:pt x="2124710" y="412750"/>
                  </a:moveTo>
                  <a:lnTo>
                    <a:pt x="2061210" y="412750"/>
                  </a:lnTo>
                  <a:lnTo>
                    <a:pt x="2061210" y="476250"/>
                  </a:lnTo>
                  <a:lnTo>
                    <a:pt x="2124710" y="476250"/>
                  </a:lnTo>
                  <a:lnTo>
                    <a:pt x="2124710" y="412750"/>
                  </a:lnTo>
                  <a:close/>
                </a:path>
                <a:path w="2125979" h="2376170">
                  <a:moveTo>
                    <a:pt x="2124710" y="285750"/>
                  </a:moveTo>
                  <a:lnTo>
                    <a:pt x="2061210" y="285750"/>
                  </a:lnTo>
                  <a:lnTo>
                    <a:pt x="2061210" y="349250"/>
                  </a:lnTo>
                  <a:lnTo>
                    <a:pt x="2124710" y="349250"/>
                  </a:lnTo>
                  <a:lnTo>
                    <a:pt x="2124710" y="285750"/>
                  </a:lnTo>
                  <a:close/>
                </a:path>
                <a:path w="2125979" h="2376170">
                  <a:moveTo>
                    <a:pt x="2124710" y="158750"/>
                  </a:moveTo>
                  <a:lnTo>
                    <a:pt x="2061210" y="158750"/>
                  </a:lnTo>
                  <a:lnTo>
                    <a:pt x="2061210" y="222250"/>
                  </a:lnTo>
                  <a:lnTo>
                    <a:pt x="2124710" y="222250"/>
                  </a:lnTo>
                  <a:lnTo>
                    <a:pt x="2124710" y="158750"/>
                  </a:lnTo>
                  <a:close/>
                </a:path>
                <a:path w="2125979" h="2376170">
                  <a:moveTo>
                    <a:pt x="2124710" y="31750"/>
                  </a:moveTo>
                  <a:lnTo>
                    <a:pt x="2095500" y="31750"/>
                  </a:lnTo>
                  <a:lnTo>
                    <a:pt x="2095500" y="0"/>
                  </a:lnTo>
                  <a:lnTo>
                    <a:pt x="2033270" y="0"/>
                  </a:lnTo>
                  <a:lnTo>
                    <a:pt x="2033270" y="63500"/>
                  </a:lnTo>
                  <a:lnTo>
                    <a:pt x="2061210" y="63500"/>
                  </a:lnTo>
                  <a:lnTo>
                    <a:pt x="2061210" y="95250"/>
                  </a:lnTo>
                  <a:lnTo>
                    <a:pt x="2124710" y="95250"/>
                  </a:lnTo>
                  <a:lnTo>
                    <a:pt x="2124710" y="31750"/>
                  </a:lnTo>
                  <a:close/>
                </a:path>
                <a:path w="2125979" h="2376170">
                  <a:moveTo>
                    <a:pt x="2125980" y="2312670"/>
                  </a:moveTo>
                  <a:lnTo>
                    <a:pt x="2062480" y="2312670"/>
                  </a:lnTo>
                  <a:lnTo>
                    <a:pt x="2062480" y="2376170"/>
                  </a:lnTo>
                  <a:lnTo>
                    <a:pt x="2125980" y="2376170"/>
                  </a:lnTo>
                  <a:lnTo>
                    <a:pt x="2125980" y="2312670"/>
                  </a:lnTo>
                  <a:close/>
                </a:path>
                <a:path w="2125979" h="2376170">
                  <a:moveTo>
                    <a:pt x="2125980" y="2186940"/>
                  </a:moveTo>
                  <a:lnTo>
                    <a:pt x="2062480" y="2186940"/>
                  </a:lnTo>
                  <a:lnTo>
                    <a:pt x="2062480" y="2249170"/>
                  </a:lnTo>
                  <a:lnTo>
                    <a:pt x="2125980" y="2249170"/>
                  </a:lnTo>
                  <a:lnTo>
                    <a:pt x="2125980" y="2186940"/>
                  </a:lnTo>
                  <a:close/>
                </a:path>
                <a:path w="2125979" h="2376170">
                  <a:moveTo>
                    <a:pt x="2125980" y="2059940"/>
                  </a:moveTo>
                  <a:lnTo>
                    <a:pt x="2062480" y="2059940"/>
                  </a:lnTo>
                  <a:lnTo>
                    <a:pt x="2062480" y="2123440"/>
                  </a:lnTo>
                  <a:lnTo>
                    <a:pt x="2125980" y="2123440"/>
                  </a:lnTo>
                  <a:lnTo>
                    <a:pt x="2125980" y="2059940"/>
                  </a:lnTo>
                  <a:close/>
                </a:path>
                <a:path w="2125979" h="2376170">
                  <a:moveTo>
                    <a:pt x="2125980" y="1932940"/>
                  </a:moveTo>
                  <a:lnTo>
                    <a:pt x="2062480" y="1932940"/>
                  </a:lnTo>
                  <a:lnTo>
                    <a:pt x="2062480" y="1996440"/>
                  </a:lnTo>
                  <a:lnTo>
                    <a:pt x="2125980" y="1996440"/>
                  </a:lnTo>
                  <a:lnTo>
                    <a:pt x="2125980" y="1932940"/>
                  </a:lnTo>
                  <a:close/>
                </a:path>
                <a:path w="2125979" h="2376170">
                  <a:moveTo>
                    <a:pt x="2125980" y="1869440"/>
                  </a:moveTo>
                  <a:lnTo>
                    <a:pt x="2124710" y="1805940"/>
                  </a:lnTo>
                  <a:lnTo>
                    <a:pt x="2061210" y="1805940"/>
                  </a:lnTo>
                  <a:lnTo>
                    <a:pt x="2062480" y="1869440"/>
                  </a:lnTo>
                  <a:lnTo>
                    <a:pt x="2125980" y="1869440"/>
                  </a:lnTo>
                  <a:close/>
                </a:path>
              </a:pathLst>
            </a:custGeom>
            <a:solidFill>
              <a:srgbClr val="FA3B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6" name="object 1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093959" y="4387849"/>
              <a:ext cx="2703829" cy="789939"/>
            </a:xfrm>
            <a:prstGeom prst="rect">
              <a:avLst/>
            </a:prstGeom>
          </p:spPr>
        </p:pic>
        <p:sp>
          <p:nvSpPr>
            <p:cNvPr id="127" name="object 127"/>
            <p:cNvSpPr/>
            <p:nvPr/>
          </p:nvSpPr>
          <p:spPr>
            <a:xfrm>
              <a:off x="10085069" y="4376419"/>
              <a:ext cx="2696210" cy="781050"/>
            </a:xfrm>
            <a:custGeom>
              <a:avLst/>
              <a:gdLst/>
              <a:ahLst/>
              <a:cxnLst/>
              <a:rect l="l" t="t" r="r" b="b"/>
              <a:pathLst>
                <a:path w="2696209" h="781050">
                  <a:moveTo>
                    <a:pt x="2696209" y="0"/>
                  </a:moveTo>
                  <a:lnTo>
                    <a:pt x="0" y="0"/>
                  </a:lnTo>
                  <a:lnTo>
                    <a:pt x="0" y="781050"/>
                  </a:lnTo>
                  <a:lnTo>
                    <a:pt x="2696209" y="781050"/>
                  </a:lnTo>
                  <a:lnTo>
                    <a:pt x="26962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10086339" y="4376419"/>
              <a:ext cx="2694940" cy="779780"/>
            </a:xfrm>
            <a:custGeom>
              <a:avLst/>
              <a:gdLst/>
              <a:ahLst/>
              <a:cxnLst/>
              <a:rect l="l" t="t" r="r" b="b"/>
              <a:pathLst>
                <a:path w="2694940" h="779779">
                  <a:moveTo>
                    <a:pt x="1347469" y="779779"/>
                  </a:moveTo>
                  <a:lnTo>
                    <a:pt x="0" y="779779"/>
                  </a:lnTo>
                  <a:lnTo>
                    <a:pt x="0" y="0"/>
                  </a:lnTo>
                  <a:lnTo>
                    <a:pt x="2694939" y="0"/>
                  </a:lnTo>
                  <a:lnTo>
                    <a:pt x="2694939" y="779779"/>
                  </a:lnTo>
                  <a:lnTo>
                    <a:pt x="1347469" y="779779"/>
                  </a:lnTo>
                  <a:close/>
                </a:path>
              </a:pathLst>
            </a:custGeom>
            <a:ln w="934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9" name="object 129"/>
          <p:cNvSpPr/>
          <p:nvPr/>
        </p:nvSpPr>
        <p:spPr>
          <a:xfrm>
            <a:off x="9752330" y="6996430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63500" y="0"/>
                </a:moveTo>
                <a:lnTo>
                  <a:pt x="0" y="0"/>
                </a:lnTo>
                <a:lnTo>
                  <a:pt x="0" y="63500"/>
                </a:lnTo>
                <a:lnTo>
                  <a:pt x="63500" y="63500"/>
                </a:lnTo>
                <a:lnTo>
                  <a:pt x="63500" y="0"/>
                </a:lnTo>
                <a:close/>
              </a:path>
            </a:pathLst>
          </a:custGeom>
          <a:solidFill>
            <a:srgbClr val="FA3B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9752330" y="7123430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63500" y="0"/>
                </a:moveTo>
                <a:lnTo>
                  <a:pt x="0" y="0"/>
                </a:lnTo>
                <a:lnTo>
                  <a:pt x="0" y="63500"/>
                </a:lnTo>
                <a:lnTo>
                  <a:pt x="63500" y="63500"/>
                </a:lnTo>
                <a:lnTo>
                  <a:pt x="63500" y="0"/>
                </a:lnTo>
                <a:close/>
              </a:path>
            </a:pathLst>
          </a:custGeom>
          <a:solidFill>
            <a:srgbClr val="FA3B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9752330" y="7250430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63500" y="0"/>
                </a:moveTo>
                <a:lnTo>
                  <a:pt x="0" y="0"/>
                </a:lnTo>
                <a:lnTo>
                  <a:pt x="0" y="63500"/>
                </a:lnTo>
                <a:lnTo>
                  <a:pt x="63500" y="63500"/>
                </a:lnTo>
                <a:lnTo>
                  <a:pt x="63500" y="0"/>
                </a:lnTo>
                <a:close/>
              </a:path>
            </a:pathLst>
          </a:custGeom>
          <a:solidFill>
            <a:srgbClr val="FA3B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9752330" y="7376159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63500" y="0"/>
                </a:moveTo>
                <a:lnTo>
                  <a:pt x="0" y="0"/>
                </a:lnTo>
                <a:lnTo>
                  <a:pt x="0" y="63500"/>
                </a:lnTo>
                <a:lnTo>
                  <a:pt x="63500" y="63500"/>
                </a:lnTo>
                <a:lnTo>
                  <a:pt x="63500" y="0"/>
                </a:lnTo>
                <a:close/>
              </a:path>
            </a:pathLst>
          </a:custGeom>
          <a:solidFill>
            <a:srgbClr val="FA3B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7691119" y="6996430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63500" y="0"/>
                </a:moveTo>
                <a:lnTo>
                  <a:pt x="0" y="0"/>
                </a:lnTo>
                <a:lnTo>
                  <a:pt x="0" y="63500"/>
                </a:lnTo>
                <a:lnTo>
                  <a:pt x="63500" y="63500"/>
                </a:lnTo>
                <a:lnTo>
                  <a:pt x="63500" y="0"/>
                </a:lnTo>
                <a:close/>
              </a:path>
            </a:pathLst>
          </a:custGeom>
          <a:solidFill>
            <a:srgbClr val="FA3B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7691119" y="7123430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63500" y="0"/>
                </a:moveTo>
                <a:lnTo>
                  <a:pt x="0" y="0"/>
                </a:lnTo>
                <a:lnTo>
                  <a:pt x="0" y="63500"/>
                </a:lnTo>
                <a:lnTo>
                  <a:pt x="63500" y="63500"/>
                </a:lnTo>
                <a:lnTo>
                  <a:pt x="63500" y="0"/>
                </a:lnTo>
                <a:close/>
              </a:path>
            </a:pathLst>
          </a:custGeom>
          <a:solidFill>
            <a:srgbClr val="FA3B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7691119" y="7250430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63500" y="0"/>
                </a:moveTo>
                <a:lnTo>
                  <a:pt x="0" y="0"/>
                </a:lnTo>
                <a:lnTo>
                  <a:pt x="0" y="63500"/>
                </a:lnTo>
                <a:lnTo>
                  <a:pt x="63500" y="63500"/>
                </a:lnTo>
                <a:lnTo>
                  <a:pt x="63500" y="0"/>
                </a:lnTo>
                <a:close/>
              </a:path>
            </a:pathLst>
          </a:custGeom>
          <a:solidFill>
            <a:srgbClr val="FA3B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7691119" y="7376159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63500" y="0"/>
                </a:moveTo>
                <a:lnTo>
                  <a:pt x="0" y="0"/>
                </a:lnTo>
                <a:lnTo>
                  <a:pt x="0" y="63500"/>
                </a:lnTo>
                <a:lnTo>
                  <a:pt x="63500" y="63500"/>
                </a:lnTo>
                <a:lnTo>
                  <a:pt x="63500" y="0"/>
                </a:lnTo>
                <a:close/>
              </a:path>
            </a:pathLst>
          </a:custGeom>
          <a:solidFill>
            <a:srgbClr val="FA3B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 txBox="1"/>
          <p:nvPr/>
        </p:nvSpPr>
        <p:spPr>
          <a:xfrm>
            <a:off x="10073640" y="4265929"/>
            <a:ext cx="2678430" cy="9029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454"/>
              </a:lnSpc>
              <a:spcBef>
                <a:spcPts val="100"/>
              </a:spcBef>
            </a:pPr>
            <a:r>
              <a:rPr sz="3200" dirty="0">
                <a:latin typeface="Century Gothic"/>
                <a:cs typeface="Century Gothic"/>
              </a:rPr>
              <a:t>50%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spc="-25" dirty="0">
                <a:latin typeface="Century Gothic"/>
                <a:cs typeface="Century Gothic"/>
              </a:rPr>
              <a:t>of</a:t>
            </a:r>
            <a:endParaRPr sz="3200">
              <a:latin typeface="Century Gothic"/>
              <a:cs typeface="Century Gothic"/>
            </a:endParaRPr>
          </a:p>
          <a:p>
            <a:pPr marL="12700">
              <a:lnSpc>
                <a:spcPts val="3454"/>
              </a:lnSpc>
            </a:pPr>
            <a:r>
              <a:rPr sz="3200" dirty="0">
                <a:latin typeface="Century Gothic"/>
                <a:cs typeface="Century Gothic"/>
              </a:rPr>
              <a:t>max.</a:t>
            </a:r>
            <a:r>
              <a:rPr sz="3200" spc="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intensity</a:t>
            </a:r>
            <a:endParaRPr sz="3200">
              <a:latin typeface="Century Gothic"/>
              <a:cs typeface="Century Gothic"/>
            </a:endParaRPr>
          </a:p>
        </p:txBody>
      </p:sp>
      <p:grpSp>
        <p:nvGrpSpPr>
          <p:cNvPr id="138" name="object 138"/>
          <p:cNvGrpSpPr/>
          <p:nvPr/>
        </p:nvGrpSpPr>
        <p:grpSpPr>
          <a:xfrm>
            <a:off x="8025538" y="4032657"/>
            <a:ext cx="1355090" cy="415925"/>
            <a:chOff x="8025538" y="4032657"/>
            <a:chExt cx="1355090" cy="415925"/>
          </a:xfrm>
        </p:grpSpPr>
        <p:pic>
          <p:nvPicPr>
            <p:cNvPr id="139" name="object 1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37830" y="4047490"/>
              <a:ext cx="1342390" cy="400912"/>
            </a:xfrm>
            <a:prstGeom prst="rect">
              <a:avLst/>
            </a:prstGeom>
          </p:spPr>
        </p:pic>
        <p:sp>
          <p:nvSpPr>
            <p:cNvPr id="140" name="object 140"/>
            <p:cNvSpPr/>
            <p:nvPr/>
          </p:nvSpPr>
          <p:spPr>
            <a:xfrm>
              <a:off x="8030210" y="4036060"/>
              <a:ext cx="1333500" cy="392430"/>
            </a:xfrm>
            <a:custGeom>
              <a:avLst/>
              <a:gdLst/>
              <a:ahLst/>
              <a:cxnLst/>
              <a:rect l="l" t="t" r="r" b="b"/>
              <a:pathLst>
                <a:path w="1333500" h="392429">
                  <a:moveTo>
                    <a:pt x="1333500" y="0"/>
                  </a:moveTo>
                  <a:lnTo>
                    <a:pt x="0" y="0"/>
                  </a:lnTo>
                  <a:lnTo>
                    <a:pt x="0" y="392429"/>
                  </a:lnTo>
                  <a:lnTo>
                    <a:pt x="1333500" y="392429"/>
                  </a:lnTo>
                  <a:lnTo>
                    <a:pt x="1333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8030210" y="4037330"/>
              <a:ext cx="1332230" cy="389890"/>
            </a:xfrm>
            <a:custGeom>
              <a:avLst/>
              <a:gdLst/>
              <a:ahLst/>
              <a:cxnLst/>
              <a:rect l="l" t="t" r="r" b="b"/>
              <a:pathLst>
                <a:path w="1332229" h="389889">
                  <a:moveTo>
                    <a:pt x="666750" y="389890"/>
                  </a:moveTo>
                  <a:lnTo>
                    <a:pt x="0" y="389890"/>
                  </a:lnTo>
                  <a:lnTo>
                    <a:pt x="0" y="0"/>
                  </a:lnTo>
                  <a:lnTo>
                    <a:pt x="1332230" y="0"/>
                  </a:lnTo>
                  <a:lnTo>
                    <a:pt x="1332230" y="389890"/>
                  </a:lnTo>
                  <a:lnTo>
                    <a:pt x="666750" y="389890"/>
                  </a:lnTo>
                  <a:close/>
                </a:path>
              </a:pathLst>
            </a:custGeom>
            <a:ln w="934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2" name="object 142"/>
          <p:cNvSpPr txBox="1"/>
          <p:nvPr/>
        </p:nvSpPr>
        <p:spPr>
          <a:xfrm>
            <a:off x="8018780" y="3926840"/>
            <a:ext cx="13157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entury Gothic"/>
                <a:cs typeface="Century Gothic"/>
              </a:rPr>
              <a:t>0.9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spc="-25" dirty="0">
                <a:latin typeface="Century Gothic"/>
                <a:cs typeface="Century Gothic"/>
              </a:rPr>
              <a:t>µm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143" name="object 143"/>
          <p:cNvSpPr txBox="1">
            <a:spLocks noGrp="1"/>
          </p:cNvSpPr>
          <p:nvPr>
            <p:ph type="title"/>
          </p:nvPr>
        </p:nvSpPr>
        <p:spPr>
          <a:xfrm>
            <a:off x="4738370" y="255269"/>
            <a:ext cx="35286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Line</a:t>
            </a:r>
            <a:r>
              <a:rPr spc="-10" dirty="0"/>
              <a:t> Profile</a:t>
            </a:r>
          </a:p>
        </p:txBody>
      </p:sp>
      <p:sp>
        <p:nvSpPr>
          <p:cNvPr id="144" name="object 144"/>
          <p:cNvSpPr/>
          <p:nvPr/>
        </p:nvSpPr>
        <p:spPr>
          <a:xfrm>
            <a:off x="328929" y="1290319"/>
            <a:ext cx="12344400" cy="3810"/>
          </a:xfrm>
          <a:custGeom>
            <a:avLst/>
            <a:gdLst/>
            <a:ahLst/>
            <a:cxnLst/>
            <a:rect l="l" t="t" r="r" b="b"/>
            <a:pathLst>
              <a:path w="12344400" h="3809">
                <a:moveTo>
                  <a:pt x="0" y="0"/>
                </a:moveTo>
                <a:lnTo>
                  <a:pt x="12344400" y="3809"/>
                </a:lnTo>
              </a:path>
            </a:pathLst>
          </a:custGeom>
          <a:ln w="50676">
            <a:solidFill>
              <a:srgbClr val="2C2C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039493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890" y="64769"/>
            <a:ext cx="11971019" cy="830997"/>
          </a:xfrm>
        </p:spPr>
        <p:txBody>
          <a:bodyPr/>
          <a:lstStyle/>
          <a:p>
            <a:r>
              <a:rPr lang="en-US" dirty="0"/>
              <a:t>Image quality 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363" y="882756"/>
            <a:ext cx="11110432" cy="8413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67513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F8EEB-43E6-29DD-8C86-B6E08F363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D37F0-93F1-67EC-1AFF-5A7D1A6E94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6C82D3CC-14F7-56C0-86C2-62E963A455DB}"/>
              </a:ext>
            </a:extLst>
          </p:cNvPr>
          <p:cNvPicPr/>
          <p:nvPr/>
        </p:nvPicPr>
        <p:blipFill rotWithShape="1">
          <a:blip r:embed="rId2" cstate="print"/>
          <a:srcRect t="14655" r="59441" b="32758"/>
          <a:stretch/>
        </p:blipFill>
        <p:spPr>
          <a:xfrm>
            <a:off x="787400" y="1828800"/>
            <a:ext cx="44196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672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F8EEB-43E6-29DD-8C86-B6E08F363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890" y="64769"/>
            <a:ext cx="11971019" cy="830997"/>
          </a:xfrm>
        </p:spPr>
        <p:txBody>
          <a:bodyPr/>
          <a:lstStyle/>
          <a:p>
            <a:r>
              <a:rPr lang="en-US" dirty="0"/>
              <a:t>Image plus meta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D37F0-93F1-67EC-1AFF-5A7D1A6E94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6C82D3CC-14F7-56C0-86C2-62E963A455DB}"/>
              </a:ext>
            </a:extLst>
          </p:cNvPr>
          <p:cNvPicPr/>
          <p:nvPr/>
        </p:nvPicPr>
        <p:blipFill rotWithShape="1">
          <a:blip r:embed="rId2" cstate="print"/>
          <a:srcRect t="11523"/>
          <a:stretch/>
        </p:blipFill>
        <p:spPr>
          <a:xfrm>
            <a:off x="787400" y="1551938"/>
            <a:ext cx="10896600" cy="782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8108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683000" y="1752600"/>
            <a:ext cx="11054080" cy="830997"/>
          </a:xfrm>
        </p:spPr>
        <p:txBody>
          <a:bodyPr/>
          <a:lstStyle/>
          <a:p>
            <a:r>
              <a:rPr lang="en-US" dirty="0"/>
              <a:t>ImageJ</a:t>
            </a:r>
            <a:r>
              <a:rPr lang="da-DK" dirty="0"/>
              <a:t> </a:t>
            </a:r>
            <a:r>
              <a:rPr lang="en-US" dirty="0"/>
              <a:t>using</a:t>
            </a:r>
            <a:r>
              <a:rPr lang="da-DK" dirty="0"/>
              <a:t> FIJI</a:t>
            </a:r>
          </a:p>
        </p:txBody>
      </p:sp>
      <p:pic>
        <p:nvPicPr>
          <p:cNvPr id="5" name="Billed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996" y="3033396"/>
            <a:ext cx="3481985" cy="3481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1477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64951" y="165877"/>
            <a:ext cx="11704320" cy="830997"/>
          </a:xfrm>
        </p:spPr>
        <p:txBody>
          <a:bodyPr/>
          <a:lstStyle/>
          <a:p>
            <a:r>
              <a:rPr lang="en-US" dirty="0"/>
              <a:t>What is Fiji and ImageJ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664951" y="1497225"/>
            <a:ext cx="11704320" cy="6436925"/>
          </a:xfrm>
        </p:spPr>
        <p:txBody>
          <a:bodyPr>
            <a:normAutofit/>
          </a:bodyPr>
          <a:lstStyle/>
          <a:p>
            <a:r>
              <a:rPr lang="en-US" dirty="0"/>
              <a:t>Open source https://imagej.net/downloads</a:t>
            </a:r>
          </a:p>
          <a:p>
            <a:r>
              <a:rPr lang="en-US" dirty="0"/>
              <a:t>Advantages and disadvantages</a:t>
            </a:r>
          </a:p>
          <a:p>
            <a:pPr lvl="1"/>
            <a:r>
              <a:rPr lang="en-US" sz="3600" dirty="0">
                <a:solidFill>
                  <a:srgbClr val="00B050"/>
                </a:solidFill>
              </a:rPr>
              <a:t>Free</a:t>
            </a:r>
          </a:p>
          <a:p>
            <a:pPr lvl="1"/>
            <a:r>
              <a:rPr lang="en-US" sz="3600" dirty="0">
                <a:solidFill>
                  <a:srgbClr val="00B050"/>
                </a:solidFill>
              </a:rPr>
              <a:t>Fairly easy to use</a:t>
            </a:r>
          </a:p>
          <a:p>
            <a:pPr lvl="1"/>
            <a:r>
              <a:rPr lang="en-US" sz="3600" dirty="0">
                <a:solidFill>
                  <a:srgbClr val="00B050"/>
                </a:solidFill>
              </a:rPr>
              <a:t>Programmable</a:t>
            </a:r>
          </a:p>
          <a:p>
            <a:pPr lvl="1"/>
            <a:r>
              <a:rPr lang="en-US" sz="3600" dirty="0">
                <a:solidFill>
                  <a:srgbClr val="00B050"/>
                </a:solidFill>
              </a:rPr>
              <a:t>Thousands of all ready developed ‘plugins’</a:t>
            </a:r>
          </a:p>
          <a:p>
            <a:pPr lvl="1"/>
            <a:r>
              <a:rPr lang="en-US" sz="3600" dirty="0">
                <a:solidFill>
                  <a:srgbClr val="00B050"/>
                </a:solidFill>
              </a:rPr>
              <a:t>Google probably know what you are looking for.</a:t>
            </a:r>
          </a:p>
          <a:p>
            <a:pPr lvl="1"/>
            <a:r>
              <a:rPr lang="en-US" sz="3600" dirty="0">
                <a:solidFill>
                  <a:srgbClr val="FF0000"/>
                </a:solidFill>
              </a:rPr>
              <a:t>Poorly documented</a:t>
            </a:r>
          </a:p>
          <a:p>
            <a:pPr lvl="1"/>
            <a:r>
              <a:rPr lang="en-US" sz="3600" dirty="0">
                <a:solidFill>
                  <a:srgbClr val="FF0000"/>
                </a:solidFill>
              </a:rPr>
              <a:t>Work/click intensive</a:t>
            </a:r>
          </a:p>
          <a:p>
            <a:pPr lvl="1"/>
            <a:r>
              <a:rPr lang="en-US" sz="3600" dirty="0">
                <a:solidFill>
                  <a:srgbClr val="FF0000"/>
                </a:solidFill>
              </a:rPr>
              <a:t>The different plugins can be very inconsistent</a:t>
            </a:r>
          </a:p>
        </p:txBody>
      </p:sp>
      <p:sp>
        <p:nvSpPr>
          <p:cNvPr id="4" name="Tekstboks 3"/>
          <p:cNvSpPr txBox="1"/>
          <p:nvPr/>
        </p:nvSpPr>
        <p:spPr>
          <a:xfrm>
            <a:off x="920257" y="8153965"/>
            <a:ext cx="12084543" cy="1142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13" b="1" u="sng" dirty="0"/>
              <a:t>Currently, if one works with microscopy, ImageJ is unavoidable!</a:t>
            </a:r>
          </a:p>
        </p:txBody>
      </p:sp>
      <p:cxnSp>
        <p:nvCxnSpPr>
          <p:cNvPr id="6" name="Lige pilforbindelse 5"/>
          <p:cNvCxnSpPr>
            <a:endCxn id="4" idx="1"/>
          </p:cNvCxnSpPr>
          <p:nvPr/>
        </p:nvCxnSpPr>
        <p:spPr>
          <a:xfrm>
            <a:off x="357717" y="8482259"/>
            <a:ext cx="562540" cy="24308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98914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3003530" cy="9752330"/>
          </a:xfrm>
          <a:custGeom>
            <a:avLst/>
            <a:gdLst/>
            <a:ahLst/>
            <a:cxnLst/>
            <a:rect l="l" t="t" r="r" b="b"/>
            <a:pathLst>
              <a:path w="13003530" h="9752330">
                <a:moveTo>
                  <a:pt x="13003530" y="0"/>
                </a:moveTo>
                <a:lnTo>
                  <a:pt x="0" y="0"/>
                </a:lnTo>
                <a:lnTo>
                  <a:pt x="0" y="9752330"/>
                </a:lnTo>
                <a:lnTo>
                  <a:pt x="13003530" y="9752330"/>
                </a:lnTo>
                <a:lnTo>
                  <a:pt x="13003530" y="0"/>
                </a:lnTo>
                <a:close/>
              </a:path>
            </a:pathLst>
          </a:custGeom>
          <a:solidFill>
            <a:srgbClr val="FFEEB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1294130"/>
            <a:ext cx="2843530" cy="30289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376929" y="3351529"/>
            <a:ext cx="9220200" cy="618118"/>
          </a:xfrm>
          <a:prstGeom prst="rect">
            <a:avLst/>
          </a:prstGeom>
          <a:solidFill>
            <a:srgbClr val="FFEEB0"/>
          </a:solidFill>
          <a:ln w="9344">
            <a:solidFill>
              <a:srgbClr val="000000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500"/>
              </a:spcBef>
            </a:pPr>
            <a:r>
              <a:rPr sz="3600" b="1" dirty="0">
                <a:latin typeface="Century Gothic"/>
                <a:cs typeface="Century Gothic"/>
              </a:rPr>
              <a:t>File</a:t>
            </a:r>
            <a:r>
              <a:rPr sz="3600" b="1" spc="-10" dirty="0">
                <a:latin typeface="Century Gothic"/>
                <a:cs typeface="Century Gothic"/>
              </a:rPr>
              <a:t> </a:t>
            </a:r>
            <a:r>
              <a:rPr sz="3600" b="1" dirty="0">
                <a:latin typeface="Century Gothic"/>
                <a:cs typeface="Century Gothic"/>
              </a:rPr>
              <a:t>-</a:t>
            </a:r>
            <a:r>
              <a:rPr sz="3600" b="1" spc="-10" dirty="0">
                <a:latin typeface="Century Gothic"/>
                <a:cs typeface="Century Gothic"/>
              </a:rPr>
              <a:t> </a:t>
            </a:r>
            <a:r>
              <a:rPr sz="3600" b="1" dirty="0">
                <a:latin typeface="Century Gothic"/>
                <a:cs typeface="Century Gothic"/>
              </a:rPr>
              <a:t>Open</a:t>
            </a:r>
            <a:r>
              <a:rPr sz="3600" b="1" spc="-10" dirty="0">
                <a:latin typeface="Century Gothic"/>
                <a:cs typeface="Century Gothic"/>
              </a:rPr>
              <a:t> </a:t>
            </a:r>
            <a:r>
              <a:rPr sz="3600" b="1" dirty="0">
                <a:latin typeface="Century Gothic"/>
                <a:cs typeface="Century Gothic"/>
              </a:rPr>
              <a:t>Samples</a:t>
            </a:r>
            <a:r>
              <a:rPr sz="3600" b="1" spc="-10" dirty="0">
                <a:latin typeface="Century Gothic"/>
                <a:cs typeface="Century Gothic"/>
              </a:rPr>
              <a:t> </a:t>
            </a:r>
            <a:r>
              <a:rPr sz="3600" b="1" dirty="0">
                <a:latin typeface="Century Gothic"/>
                <a:cs typeface="Century Gothic"/>
              </a:rPr>
              <a:t>-</a:t>
            </a:r>
            <a:r>
              <a:rPr sz="3600" b="1" spc="-10" dirty="0">
                <a:latin typeface="Century Gothic"/>
                <a:cs typeface="Century Gothic"/>
              </a:rPr>
              <a:t> </a:t>
            </a:r>
            <a:r>
              <a:rPr sz="3600" b="1" dirty="0">
                <a:latin typeface="Century Gothic"/>
                <a:cs typeface="Century Gothic"/>
              </a:rPr>
              <a:t>Embryos</a:t>
            </a:r>
            <a:endParaRPr sz="3600" dirty="0">
              <a:latin typeface="Century Gothic"/>
              <a:cs typeface="Century Gothic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24257" y="4566057"/>
            <a:ext cx="12348210" cy="4957445"/>
            <a:chOff x="324257" y="4566057"/>
            <a:chExt cx="12348210" cy="495744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1087" y="4610100"/>
              <a:ext cx="12310972" cy="491322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27660" y="4569460"/>
              <a:ext cx="12301220" cy="4906010"/>
            </a:xfrm>
            <a:custGeom>
              <a:avLst/>
              <a:gdLst/>
              <a:ahLst/>
              <a:cxnLst/>
              <a:rect l="l" t="t" r="r" b="b"/>
              <a:pathLst>
                <a:path w="12301220" h="4906009">
                  <a:moveTo>
                    <a:pt x="12301220" y="0"/>
                  </a:moveTo>
                  <a:lnTo>
                    <a:pt x="0" y="0"/>
                  </a:lnTo>
                  <a:lnTo>
                    <a:pt x="0" y="4906010"/>
                  </a:lnTo>
                  <a:lnTo>
                    <a:pt x="12301220" y="4906010"/>
                  </a:lnTo>
                  <a:lnTo>
                    <a:pt x="123012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8930" y="4570730"/>
              <a:ext cx="12299950" cy="4903470"/>
            </a:xfrm>
            <a:custGeom>
              <a:avLst/>
              <a:gdLst/>
              <a:ahLst/>
              <a:cxnLst/>
              <a:rect l="l" t="t" r="r" b="b"/>
              <a:pathLst>
                <a:path w="12299950" h="4903470">
                  <a:moveTo>
                    <a:pt x="6149340" y="4903470"/>
                  </a:moveTo>
                  <a:lnTo>
                    <a:pt x="0" y="4903470"/>
                  </a:lnTo>
                  <a:lnTo>
                    <a:pt x="0" y="0"/>
                  </a:lnTo>
                  <a:lnTo>
                    <a:pt x="12299950" y="0"/>
                  </a:lnTo>
                  <a:lnTo>
                    <a:pt x="12299950" y="4903470"/>
                  </a:lnTo>
                  <a:lnTo>
                    <a:pt x="6149340" y="4903470"/>
                  </a:lnTo>
                  <a:close/>
                </a:path>
              </a:pathLst>
            </a:custGeom>
            <a:ln w="9344">
              <a:solidFill>
                <a:srgbClr val="F8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06400" y="4403407"/>
            <a:ext cx="11626850" cy="5036820"/>
          </a:xfrm>
          <a:prstGeom prst="rect">
            <a:avLst/>
          </a:prstGeom>
        </p:spPr>
        <p:txBody>
          <a:bodyPr vert="horz" wrap="square" lIns="0" tIns="213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sz="4000" b="1" dirty="0">
                <a:latin typeface="Century Gothic"/>
                <a:cs typeface="Century Gothic"/>
              </a:rPr>
              <a:t>Spatial</a:t>
            </a:r>
            <a:r>
              <a:rPr sz="4000" b="1" spc="-20" dirty="0">
                <a:latin typeface="Century Gothic"/>
                <a:cs typeface="Century Gothic"/>
              </a:rPr>
              <a:t> </a:t>
            </a:r>
            <a:r>
              <a:rPr sz="4000" b="1" spc="-10" dirty="0">
                <a:latin typeface="Century Gothic"/>
                <a:cs typeface="Century Gothic"/>
              </a:rPr>
              <a:t>Scaling:</a:t>
            </a:r>
            <a:endParaRPr sz="40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sz="3200" dirty="0">
                <a:latin typeface="Century Gothic"/>
                <a:cs typeface="Century Gothic"/>
              </a:rPr>
              <a:t>Can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you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measure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the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length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and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area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of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objects?</a:t>
            </a:r>
            <a:endParaRPr sz="32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3200" dirty="0">
                <a:latin typeface="Wingdings"/>
                <a:cs typeface="Wingdings"/>
              </a:rPr>
              <a:t></a:t>
            </a:r>
            <a:r>
              <a:rPr sz="3200" spc="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entury Gothic"/>
                <a:cs typeface="Century Gothic"/>
              </a:rPr>
              <a:t>See</a:t>
            </a:r>
            <a:r>
              <a:rPr sz="3200" spc="-4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Fiji</a:t>
            </a:r>
            <a:r>
              <a:rPr sz="3200" spc="-4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Tutorial</a:t>
            </a:r>
            <a:r>
              <a:rPr sz="3200" spc="-3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-</a:t>
            </a:r>
            <a:r>
              <a:rPr sz="3200" spc="-4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SpatialCalibration</a:t>
            </a:r>
            <a:r>
              <a:rPr sz="3200" spc="-4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(search</a:t>
            </a:r>
            <a:r>
              <a:rPr sz="3200" spc="-3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Wiki)</a:t>
            </a:r>
            <a:endParaRPr sz="3200" dirty="0">
              <a:latin typeface="Century Gothic"/>
              <a:cs typeface="Century Gothic"/>
            </a:endParaRPr>
          </a:p>
          <a:p>
            <a:pPr marL="444500" indent="-431800">
              <a:lnSpc>
                <a:spcPct val="100000"/>
              </a:lnSpc>
              <a:spcBef>
                <a:spcPts val="3070"/>
              </a:spcBef>
              <a:buFont typeface="Wingdings"/>
              <a:buChar char=""/>
              <a:tabLst>
                <a:tab pos="444500" algn="l"/>
              </a:tabLst>
            </a:pPr>
            <a:r>
              <a:rPr sz="3200" b="1" i="1" dirty="0">
                <a:latin typeface="Century Gothic"/>
                <a:cs typeface="Century Gothic"/>
              </a:rPr>
              <a:t>Analyze</a:t>
            </a:r>
            <a:r>
              <a:rPr sz="3200" b="1" i="1" spc="15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-</a:t>
            </a:r>
            <a:r>
              <a:rPr sz="3200" b="1" i="1" spc="15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Set</a:t>
            </a:r>
            <a:r>
              <a:rPr sz="3200" b="1" i="1" spc="15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Scale,</a:t>
            </a:r>
            <a:r>
              <a:rPr sz="3200" b="1" i="1" spc="20" dirty="0">
                <a:latin typeface="Century Gothic"/>
                <a:cs typeface="Century Gothic"/>
              </a:rPr>
              <a:t> </a:t>
            </a:r>
            <a:r>
              <a:rPr sz="3200" b="1" i="1" spc="-10" dirty="0">
                <a:latin typeface="Century Gothic"/>
                <a:cs typeface="Century Gothic"/>
              </a:rPr>
              <a:t>Analyze-Tools-</a:t>
            </a:r>
            <a:r>
              <a:rPr sz="3200" b="1" i="1" dirty="0">
                <a:latin typeface="Century Gothic"/>
                <a:cs typeface="Century Gothic"/>
              </a:rPr>
              <a:t>Scale</a:t>
            </a:r>
            <a:r>
              <a:rPr sz="3200" b="1" i="1" spc="20" dirty="0">
                <a:latin typeface="Century Gothic"/>
                <a:cs typeface="Century Gothic"/>
              </a:rPr>
              <a:t> </a:t>
            </a:r>
            <a:r>
              <a:rPr sz="3200" b="1" i="1" spc="-25" dirty="0">
                <a:latin typeface="Century Gothic"/>
                <a:cs typeface="Century Gothic"/>
              </a:rPr>
              <a:t>Bar</a:t>
            </a:r>
            <a:endParaRPr sz="3200" dirty="0">
              <a:latin typeface="Century Gothic"/>
              <a:cs typeface="Century Gothic"/>
            </a:endParaRPr>
          </a:p>
          <a:p>
            <a:pPr marL="447040" indent="-434340">
              <a:lnSpc>
                <a:spcPct val="100000"/>
              </a:lnSpc>
              <a:spcBef>
                <a:spcPts val="1270"/>
              </a:spcBef>
              <a:buFont typeface="Wingdings"/>
              <a:buChar char=""/>
              <a:tabLst>
                <a:tab pos="447040" algn="l"/>
              </a:tabLst>
            </a:pPr>
            <a:r>
              <a:rPr sz="3200" b="1" i="1" dirty="0">
                <a:latin typeface="Century Gothic"/>
                <a:cs typeface="Century Gothic"/>
              </a:rPr>
              <a:t>Line and ROI selection -</a:t>
            </a:r>
            <a:r>
              <a:rPr sz="3200" b="1" i="1" spc="-5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ctrl</a:t>
            </a:r>
            <a:r>
              <a:rPr sz="3200" b="1" i="1" spc="5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M</a:t>
            </a:r>
            <a:r>
              <a:rPr sz="3200" b="1" i="1" spc="-5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(cmd </a:t>
            </a:r>
            <a:r>
              <a:rPr sz="3200" b="1" i="1" spc="-25" dirty="0">
                <a:latin typeface="Century Gothic"/>
                <a:cs typeface="Century Gothic"/>
              </a:rPr>
              <a:t>M)</a:t>
            </a:r>
            <a:endParaRPr sz="3200" dirty="0">
              <a:latin typeface="Century Gothic"/>
              <a:cs typeface="Century Gothic"/>
            </a:endParaRPr>
          </a:p>
          <a:p>
            <a:pPr marL="447040" indent="-434340">
              <a:lnSpc>
                <a:spcPct val="100000"/>
              </a:lnSpc>
              <a:spcBef>
                <a:spcPts val="1880"/>
              </a:spcBef>
              <a:buFont typeface="Wingdings"/>
              <a:buChar char=""/>
              <a:tabLst>
                <a:tab pos="447040" algn="l"/>
              </a:tabLst>
            </a:pPr>
            <a:r>
              <a:rPr sz="3200" b="1" i="1" dirty="0">
                <a:latin typeface="Century Gothic"/>
                <a:cs typeface="Century Gothic"/>
              </a:rPr>
              <a:t>Rectangle,</a:t>
            </a:r>
            <a:r>
              <a:rPr sz="3200" b="1" i="1" spc="-20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Oval,</a:t>
            </a:r>
            <a:r>
              <a:rPr sz="3200" b="1" i="1" spc="-10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Polygon,</a:t>
            </a:r>
            <a:r>
              <a:rPr sz="3200" b="1" i="1" spc="-10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Freehand,</a:t>
            </a:r>
            <a:r>
              <a:rPr sz="3200" b="1" i="1" spc="-10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Angle,</a:t>
            </a:r>
            <a:r>
              <a:rPr sz="3200" b="1" i="1" spc="-10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Point,</a:t>
            </a:r>
            <a:r>
              <a:rPr sz="3200" b="1" i="1" spc="-5" dirty="0">
                <a:latin typeface="Century Gothic"/>
                <a:cs typeface="Century Gothic"/>
              </a:rPr>
              <a:t> </a:t>
            </a:r>
            <a:r>
              <a:rPr sz="3200" b="1" i="1" spc="-10" dirty="0">
                <a:latin typeface="Century Gothic"/>
                <a:cs typeface="Century Gothic"/>
              </a:rPr>
              <a:t>Wand.</a:t>
            </a:r>
            <a:endParaRPr sz="3200" dirty="0">
              <a:latin typeface="Century Gothic"/>
              <a:cs typeface="Century Gothic"/>
            </a:endParaRPr>
          </a:p>
          <a:p>
            <a:pPr marL="447040" indent="-434340">
              <a:lnSpc>
                <a:spcPct val="100000"/>
              </a:lnSpc>
              <a:spcBef>
                <a:spcPts val="1870"/>
              </a:spcBef>
              <a:buFont typeface="Wingdings"/>
              <a:buChar char=""/>
              <a:tabLst>
                <a:tab pos="447040" algn="l"/>
              </a:tabLst>
            </a:pPr>
            <a:r>
              <a:rPr sz="3200" b="1" i="1" dirty="0">
                <a:latin typeface="Century Gothic"/>
                <a:cs typeface="Century Gothic"/>
              </a:rPr>
              <a:t>Analyze</a:t>
            </a:r>
            <a:r>
              <a:rPr sz="3200" b="1" i="1" spc="-15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-</a:t>
            </a:r>
            <a:r>
              <a:rPr sz="3200" b="1" i="1" spc="-5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Set</a:t>
            </a:r>
            <a:r>
              <a:rPr sz="3200" b="1" i="1" spc="-10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Measurements (Results –</a:t>
            </a:r>
            <a:r>
              <a:rPr sz="3200" b="1" i="1" spc="-10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Edit</a:t>
            </a:r>
            <a:r>
              <a:rPr sz="3200" b="1" i="1" spc="-5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-</a:t>
            </a:r>
            <a:r>
              <a:rPr sz="3200" b="1" i="1" spc="-5" dirty="0">
                <a:latin typeface="Century Gothic"/>
                <a:cs typeface="Century Gothic"/>
              </a:rPr>
              <a:t> </a:t>
            </a:r>
            <a:r>
              <a:rPr sz="3200" b="1" i="1" spc="-10" dirty="0">
                <a:latin typeface="Century Gothic"/>
                <a:cs typeface="Century Gothic"/>
              </a:rPr>
              <a:t>summarize)</a:t>
            </a:r>
            <a:endParaRPr sz="3200" dirty="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28929" y="1065530"/>
            <a:ext cx="12268200" cy="1270"/>
          </a:xfrm>
          <a:custGeom>
            <a:avLst/>
            <a:gdLst/>
            <a:ahLst/>
            <a:cxnLst/>
            <a:rect l="l" t="t" r="r" b="b"/>
            <a:pathLst>
              <a:path w="12268200" h="1269">
                <a:moveTo>
                  <a:pt x="0" y="1270"/>
                </a:moveTo>
                <a:lnTo>
                  <a:pt x="12268200" y="0"/>
                </a:lnTo>
              </a:path>
            </a:pathLst>
          </a:custGeom>
          <a:ln w="50676">
            <a:solidFill>
              <a:srgbClr val="2C2C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3003530" cy="9752330"/>
          </a:xfrm>
          <a:custGeom>
            <a:avLst/>
            <a:gdLst/>
            <a:ahLst/>
            <a:cxnLst/>
            <a:rect l="l" t="t" r="r" b="b"/>
            <a:pathLst>
              <a:path w="13003530" h="9752330">
                <a:moveTo>
                  <a:pt x="13003530" y="0"/>
                </a:moveTo>
                <a:lnTo>
                  <a:pt x="0" y="0"/>
                </a:lnTo>
                <a:lnTo>
                  <a:pt x="0" y="9752330"/>
                </a:lnTo>
                <a:lnTo>
                  <a:pt x="13003530" y="9752330"/>
                </a:lnTo>
                <a:lnTo>
                  <a:pt x="13003530" y="0"/>
                </a:lnTo>
                <a:close/>
              </a:path>
            </a:pathLst>
          </a:custGeom>
          <a:solidFill>
            <a:srgbClr val="FFEEB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1446530"/>
            <a:ext cx="2933700" cy="31242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291329" y="3502659"/>
            <a:ext cx="8305800" cy="839469"/>
          </a:xfrm>
          <a:prstGeom prst="rect">
            <a:avLst/>
          </a:prstGeom>
          <a:solidFill>
            <a:srgbClr val="FFEEB0"/>
          </a:solidFill>
          <a:ln w="9344">
            <a:solidFill>
              <a:srgbClr val="000000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900430">
              <a:lnSpc>
                <a:spcPct val="100000"/>
              </a:lnSpc>
              <a:spcBef>
                <a:spcPts val="500"/>
              </a:spcBef>
            </a:pPr>
            <a:r>
              <a:rPr sz="3600" b="1" dirty="0">
                <a:latin typeface="Century Gothic"/>
                <a:cs typeface="Century Gothic"/>
              </a:rPr>
              <a:t>File</a:t>
            </a:r>
            <a:r>
              <a:rPr sz="3600" b="1" spc="-20" dirty="0">
                <a:latin typeface="Century Gothic"/>
                <a:cs typeface="Century Gothic"/>
              </a:rPr>
              <a:t> </a:t>
            </a:r>
            <a:r>
              <a:rPr sz="3600" b="1" dirty="0">
                <a:latin typeface="Century Gothic"/>
                <a:cs typeface="Century Gothic"/>
              </a:rPr>
              <a:t>-</a:t>
            </a:r>
            <a:r>
              <a:rPr sz="3600" b="1" spc="-10" dirty="0">
                <a:latin typeface="Century Gothic"/>
                <a:cs typeface="Century Gothic"/>
              </a:rPr>
              <a:t> </a:t>
            </a:r>
            <a:r>
              <a:rPr sz="3600" b="1" dirty="0">
                <a:latin typeface="Century Gothic"/>
                <a:cs typeface="Century Gothic"/>
              </a:rPr>
              <a:t>Open</a:t>
            </a:r>
            <a:r>
              <a:rPr sz="3600" b="1" spc="-5" dirty="0">
                <a:latin typeface="Century Gothic"/>
                <a:cs typeface="Century Gothic"/>
              </a:rPr>
              <a:t> </a:t>
            </a:r>
            <a:r>
              <a:rPr sz="3600" b="1" dirty="0">
                <a:latin typeface="Century Gothic"/>
                <a:cs typeface="Century Gothic"/>
              </a:rPr>
              <a:t>Samples</a:t>
            </a:r>
            <a:r>
              <a:rPr sz="3600" b="1" spc="-10" dirty="0">
                <a:latin typeface="Century Gothic"/>
                <a:cs typeface="Century Gothic"/>
              </a:rPr>
              <a:t> </a:t>
            </a:r>
            <a:r>
              <a:rPr sz="3600" b="1" dirty="0">
                <a:latin typeface="Century Gothic"/>
                <a:cs typeface="Century Gothic"/>
              </a:rPr>
              <a:t>-</a:t>
            </a:r>
            <a:r>
              <a:rPr sz="3600" b="1" spc="-5" dirty="0">
                <a:latin typeface="Century Gothic"/>
                <a:cs typeface="Century Gothic"/>
              </a:rPr>
              <a:t> </a:t>
            </a:r>
            <a:r>
              <a:rPr sz="3600" b="1" spc="-10" dirty="0">
                <a:latin typeface="Century Gothic"/>
                <a:cs typeface="Century Gothic"/>
              </a:rPr>
              <a:t>Neuron</a:t>
            </a:r>
            <a:endParaRPr sz="3600">
              <a:latin typeface="Century Gothic"/>
              <a:cs typeface="Century Gothic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24257" y="5023257"/>
            <a:ext cx="12348210" cy="4365625"/>
            <a:chOff x="324257" y="5023257"/>
            <a:chExt cx="12348210" cy="436562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1087" y="5067300"/>
              <a:ext cx="12310972" cy="432140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27660" y="5026660"/>
              <a:ext cx="12301220" cy="4312920"/>
            </a:xfrm>
            <a:custGeom>
              <a:avLst/>
              <a:gdLst/>
              <a:ahLst/>
              <a:cxnLst/>
              <a:rect l="l" t="t" r="r" b="b"/>
              <a:pathLst>
                <a:path w="12301220" h="4312920">
                  <a:moveTo>
                    <a:pt x="12301220" y="0"/>
                  </a:moveTo>
                  <a:lnTo>
                    <a:pt x="0" y="0"/>
                  </a:lnTo>
                  <a:lnTo>
                    <a:pt x="0" y="4312920"/>
                  </a:lnTo>
                  <a:lnTo>
                    <a:pt x="12301220" y="4312920"/>
                  </a:lnTo>
                  <a:lnTo>
                    <a:pt x="123012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8930" y="5027930"/>
              <a:ext cx="12299950" cy="4311650"/>
            </a:xfrm>
            <a:custGeom>
              <a:avLst/>
              <a:gdLst/>
              <a:ahLst/>
              <a:cxnLst/>
              <a:rect l="l" t="t" r="r" b="b"/>
              <a:pathLst>
                <a:path w="12299950" h="4311650">
                  <a:moveTo>
                    <a:pt x="6149340" y="4311650"/>
                  </a:moveTo>
                  <a:lnTo>
                    <a:pt x="0" y="4311650"/>
                  </a:lnTo>
                  <a:lnTo>
                    <a:pt x="0" y="0"/>
                  </a:lnTo>
                  <a:lnTo>
                    <a:pt x="12299950" y="0"/>
                  </a:lnTo>
                  <a:lnTo>
                    <a:pt x="12299950" y="4311650"/>
                  </a:lnTo>
                  <a:lnTo>
                    <a:pt x="6149340" y="4311650"/>
                  </a:lnTo>
                  <a:close/>
                </a:path>
              </a:pathLst>
            </a:custGeom>
            <a:ln w="9344">
              <a:solidFill>
                <a:srgbClr val="F8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06400" y="5062220"/>
            <a:ext cx="11229340" cy="4243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latin typeface="Century Gothic"/>
                <a:cs typeface="Century Gothic"/>
              </a:rPr>
              <a:t>Intensity</a:t>
            </a:r>
            <a:r>
              <a:rPr sz="4000" b="1" spc="-30" dirty="0">
                <a:latin typeface="Century Gothic"/>
                <a:cs typeface="Century Gothic"/>
              </a:rPr>
              <a:t> </a:t>
            </a:r>
            <a:r>
              <a:rPr sz="4000" b="1" dirty="0">
                <a:latin typeface="Century Gothic"/>
                <a:cs typeface="Century Gothic"/>
              </a:rPr>
              <a:t>clipping/</a:t>
            </a:r>
            <a:r>
              <a:rPr sz="4000" b="1" spc="-15" dirty="0">
                <a:latin typeface="Century Gothic"/>
                <a:cs typeface="Century Gothic"/>
              </a:rPr>
              <a:t> </a:t>
            </a:r>
            <a:r>
              <a:rPr sz="4000" b="1" dirty="0">
                <a:latin typeface="Century Gothic"/>
                <a:cs typeface="Century Gothic"/>
              </a:rPr>
              <a:t>saturation</a:t>
            </a:r>
            <a:r>
              <a:rPr sz="4000" b="1" spc="-20" dirty="0">
                <a:latin typeface="Century Gothic"/>
                <a:cs typeface="Century Gothic"/>
              </a:rPr>
              <a:t> </a:t>
            </a:r>
            <a:r>
              <a:rPr sz="4000" b="1" dirty="0">
                <a:latin typeface="Century Gothic"/>
                <a:cs typeface="Century Gothic"/>
              </a:rPr>
              <a:t>and</a:t>
            </a:r>
            <a:r>
              <a:rPr sz="4000" b="1" spc="-15" dirty="0">
                <a:latin typeface="Century Gothic"/>
                <a:cs typeface="Century Gothic"/>
              </a:rPr>
              <a:t> </a:t>
            </a:r>
            <a:r>
              <a:rPr sz="4000" b="1" spc="-10" dirty="0">
                <a:latin typeface="Century Gothic"/>
                <a:cs typeface="Century Gothic"/>
              </a:rPr>
              <a:t>offset:</a:t>
            </a:r>
            <a:endParaRPr sz="4000">
              <a:latin typeface="Century Gothic"/>
              <a:cs typeface="Century Gothic"/>
            </a:endParaRPr>
          </a:p>
          <a:p>
            <a:pPr marL="12700" marR="336550" indent="434340">
              <a:lnSpc>
                <a:spcPct val="100000"/>
              </a:lnSpc>
              <a:spcBef>
                <a:spcPts val="3070"/>
              </a:spcBef>
              <a:buFont typeface="Wingdings"/>
              <a:buChar char=""/>
              <a:tabLst>
                <a:tab pos="447040" algn="l"/>
              </a:tabLst>
            </a:pPr>
            <a:r>
              <a:rPr sz="3200" b="1" u="heavy" dirty="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Bit</a:t>
            </a:r>
            <a:r>
              <a:rPr sz="3200" b="1" u="heavy" spc="-10" dirty="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 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Depth</a:t>
            </a:r>
            <a:r>
              <a:rPr sz="3200" b="1" spc="-10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–</a:t>
            </a:r>
            <a:r>
              <a:rPr sz="3200" b="1" i="1" spc="-10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change from</a:t>
            </a:r>
            <a:r>
              <a:rPr sz="3200" b="1" i="1" spc="-5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16</a:t>
            </a:r>
            <a:r>
              <a:rPr sz="3200" b="1" i="1" spc="-5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to</a:t>
            </a:r>
            <a:r>
              <a:rPr sz="3200" b="1" i="1" spc="-15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8.</a:t>
            </a:r>
            <a:r>
              <a:rPr sz="3200" b="1" i="1" spc="-10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What</a:t>
            </a:r>
            <a:r>
              <a:rPr sz="3200" b="1" i="1" spc="-10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happens to</a:t>
            </a:r>
            <a:r>
              <a:rPr sz="3200" b="1" i="1" spc="-10" dirty="0">
                <a:latin typeface="Century Gothic"/>
                <a:cs typeface="Century Gothic"/>
              </a:rPr>
              <a:t> </a:t>
            </a:r>
            <a:r>
              <a:rPr sz="3200" b="1" i="1" spc="-25" dirty="0">
                <a:latin typeface="Century Gothic"/>
                <a:cs typeface="Century Gothic"/>
              </a:rPr>
              <a:t>the </a:t>
            </a:r>
            <a:r>
              <a:rPr sz="3200" b="1" i="1" spc="-10" dirty="0">
                <a:latin typeface="Century Gothic"/>
                <a:cs typeface="Century Gothic"/>
              </a:rPr>
              <a:t>numbers?</a:t>
            </a:r>
            <a:endParaRPr sz="3200">
              <a:latin typeface="Century Gothic"/>
              <a:cs typeface="Century Gothic"/>
            </a:endParaRPr>
          </a:p>
          <a:p>
            <a:pPr marL="12700" marR="5080" indent="434340">
              <a:lnSpc>
                <a:spcPct val="100000"/>
              </a:lnSpc>
              <a:spcBef>
                <a:spcPts val="3070"/>
              </a:spcBef>
              <a:buFont typeface="Wingdings"/>
              <a:buChar char=""/>
              <a:tabLst>
                <a:tab pos="447040" algn="l"/>
              </a:tabLst>
            </a:pPr>
            <a:r>
              <a:rPr sz="3200" b="1" u="heavy" dirty="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Brightness/Contrast</a:t>
            </a:r>
            <a:r>
              <a:rPr sz="3200" b="1" i="1" dirty="0">
                <a:latin typeface="Century Gothic"/>
                <a:cs typeface="Century Gothic"/>
              </a:rPr>
              <a:t>:</a:t>
            </a:r>
            <a:r>
              <a:rPr sz="3200" b="1" i="1" spc="25" dirty="0">
                <a:latin typeface="Century Gothic"/>
                <a:cs typeface="Century Gothic"/>
              </a:rPr>
              <a:t> </a:t>
            </a:r>
            <a:r>
              <a:rPr sz="3200" b="1" i="1" spc="-10" dirty="0">
                <a:latin typeface="Century Gothic"/>
                <a:cs typeface="Century Gothic"/>
              </a:rPr>
              <a:t>Image-Adjust-Brightness/Contrast. </a:t>
            </a:r>
            <a:r>
              <a:rPr sz="3200" b="1" i="1" dirty="0">
                <a:latin typeface="Century Gothic"/>
                <a:cs typeface="Century Gothic"/>
              </a:rPr>
              <a:t>Realize:</a:t>
            </a:r>
            <a:r>
              <a:rPr sz="3200" b="1" i="1" spc="-15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you</a:t>
            </a:r>
            <a:r>
              <a:rPr sz="3200" b="1" i="1" spc="-5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can</a:t>
            </a:r>
            <a:r>
              <a:rPr sz="3200" b="1" i="1" spc="-5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loose data</a:t>
            </a:r>
            <a:r>
              <a:rPr sz="3200" b="1" i="1" spc="-5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using</a:t>
            </a:r>
            <a:r>
              <a:rPr sz="3200" b="1" i="1" spc="-5" dirty="0">
                <a:latin typeface="Century Gothic"/>
                <a:cs typeface="Century Gothic"/>
              </a:rPr>
              <a:t> </a:t>
            </a:r>
            <a:r>
              <a:rPr sz="3200" b="1" i="1" spc="-10" dirty="0">
                <a:latin typeface="Century Gothic"/>
                <a:cs typeface="Century Gothic"/>
              </a:rPr>
              <a:t>“Apply”!</a:t>
            </a:r>
            <a:endParaRPr sz="3200">
              <a:latin typeface="Century Gothic"/>
              <a:cs typeface="Century Gothic"/>
            </a:endParaRPr>
          </a:p>
          <a:p>
            <a:pPr marL="447040" indent="-434340">
              <a:lnSpc>
                <a:spcPct val="100000"/>
              </a:lnSpc>
              <a:spcBef>
                <a:spcPts val="3070"/>
              </a:spcBef>
              <a:buFont typeface="Wingdings"/>
              <a:buChar char=""/>
              <a:tabLst>
                <a:tab pos="447040" algn="l"/>
              </a:tabLst>
            </a:pPr>
            <a:r>
              <a:rPr sz="3200" b="1" u="heavy" dirty="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Intensity</a:t>
            </a:r>
            <a:r>
              <a:rPr sz="3200" b="1" u="heavy" spc="-20" dirty="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 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Histograms</a:t>
            </a:r>
            <a:r>
              <a:rPr sz="3200" b="1" i="1" dirty="0">
                <a:latin typeface="Century Gothic"/>
                <a:cs typeface="Century Gothic"/>
              </a:rPr>
              <a:t>:</a:t>
            </a:r>
            <a:r>
              <a:rPr sz="3200" b="1" i="1" spc="-10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log</a:t>
            </a:r>
            <a:r>
              <a:rPr sz="3200" b="1" i="1" spc="-10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scale</a:t>
            </a:r>
            <a:r>
              <a:rPr sz="3200" b="1" i="1" spc="-10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for</a:t>
            </a:r>
            <a:r>
              <a:rPr sz="3200" b="1" i="1" spc="-10" dirty="0">
                <a:latin typeface="Century Gothic"/>
                <a:cs typeface="Century Gothic"/>
              </a:rPr>
              <a:t> fluorescence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28929" y="1141730"/>
            <a:ext cx="12268200" cy="0"/>
          </a:xfrm>
          <a:custGeom>
            <a:avLst/>
            <a:gdLst/>
            <a:ahLst/>
            <a:cxnLst/>
            <a:rect l="l" t="t" r="r" b="b"/>
            <a:pathLst>
              <a:path w="12268200">
                <a:moveTo>
                  <a:pt x="0" y="0"/>
                </a:moveTo>
                <a:lnTo>
                  <a:pt x="12268200" y="0"/>
                </a:lnTo>
              </a:path>
            </a:pathLst>
          </a:custGeom>
          <a:ln w="50676">
            <a:solidFill>
              <a:srgbClr val="2C2C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Title 62">
            <a:extLst>
              <a:ext uri="{FF2B5EF4-FFF2-40B4-BE49-F238E27FC236}">
                <a16:creationId xmlns:a16="http://schemas.microsoft.com/office/drawing/2014/main" id="{88F97217-D70B-3687-D33B-CC36AB06F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890" y="64769"/>
            <a:ext cx="11971019" cy="830997"/>
          </a:xfrm>
        </p:spPr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952" y="1087580"/>
            <a:ext cx="10647076" cy="7625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19838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8577" y="3798977"/>
            <a:ext cx="475434" cy="394761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71169" y="3719829"/>
            <a:ext cx="41973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Century Gothic"/>
                <a:cs typeface="Century Gothic"/>
              </a:rPr>
              <a:t>19</a:t>
            </a:r>
            <a:endParaRPr sz="2800">
              <a:latin typeface="Century Gothic"/>
              <a:cs typeface="Century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7977" y="3798977"/>
            <a:ext cx="475434" cy="39476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7377" y="3798977"/>
            <a:ext cx="475434" cy="396031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48640" y="7453630"/>
            <a:ext cx="2887980" cy="808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085"/>
              </a:lnSpc>
              <a:spcBef>
                <a:spcPts val="100"/>
              </a:spcBef>
            </a:pPr>
            <a:r>
              <a:rPr sz="2800" dirty="0">
                <a:latin typeface="Century Gothic"/>
                <a:cs typeface="Century Gothic"/>
              </a:rPr>
              <a:t>0</a:t>
            </a:r>
            <a:endParaRPr sz="2800">
              <a:latin typeface="Century Gothic"/>
              <a:cs typeface="Century Gothic"/>
            </a:endParaRPr>
          </a:p>
          <a:p>
            <a:pPr marL="683260">
              <a:lnSpc>
                <a:spcPts val="3085"/>
              </a:lnSpc>
              <a:tabLst>
                <a:tab pos="1627505" algn="l"/>
                <a:tab pos="2670175" algn="l"/>
              </a:tabLst>
            </a:pPr>
            <a:r>
              <a:rPr sz="2800" spc="-50" dirty="0">
                <a:latin typeface="Century Gothic"/>
                <a:cs typeface="Century Gothic"/>
              </a:rPr>
              <a:t>R</a:t>
            </a:r>
            <a:r>
              <a:rPr sz="2800" dirty="0">
                <a:latin typeface="Century Gothic"/>
                <a:cs typeface="Century Gothic"/>
              </a:rPr>
              <a:t>	</a:t>
            </a:r>
            <a:r>
              <a:rPr sz="2800" spc="-50" dirty="0">
                <a:latin typeface="Century Gothic"/>
                <a:cs typeface="Century Gothic"/>
              </a:rPr>
              <a:t>G</a:t>
            </a:r>
            <a:r>
              <a:rPr sz="2800" dirty="0">
                <a:latin typeface="Century Gothic"/>
                <a:cs typeface="Century Gothic"/>
              </a:rPr>
              <a:t>	</a:t>
            </a:r>
            <a:r>
              <a:rPr sz="2800" spc="-50" dirty="0">
                <a:latin typeface="Century Gothic"/>
                <a:cs typeface="Century Gothic"/>
              </a:rPr>
              <a:t>B</a:t>
            </a:r>
            <a:endParaRPr sz="2800">
              <a:latin typeface="Century Gothic"/>
              <a:cs typeface="Century Gothic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29279" y="8356600"/>
            <a:ext cx="476249" cy="4762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19629" y="8356600"/>
            <a:ext cx="476250" cy="4762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9030" y="8356600"/>
            <a:ext cx="476250" cy="47625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611879" y="40640"/>
            <a:ext cx="57804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RGB</a:t>
            </a:r>
            <a:r>
              <a:rPr spc="-5" dirty="0"/>
              <a:t> </a:t>
            </a:r>
            <a:r>
              <a:rPr dirty="0"/>
              <a:t>Color </a:t>
            </a:r>
            <a:r>
              <a:rPr spc="-10" dirty="0"/>
              <a:t>Space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07669" y="1217930"/>
            <a:ext cx="4417060" cy="2209800"/>
            <a:chOff x="407669" y="1217930"/>
            <a:chExt cx="4417060" cy="22098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7669" y="1217930"/>
              <a:ext cx="4417060" cy="22098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61257" y="2865527"/>
              <a:ext cx="494484" cy="49448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77387" y="2865527"/>
              <a:ext cx="494484" cy="49448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94787" y="2865527"/>
              <a:ext cx="494484" cy="494484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8256269" y="7313930"/>
            <a:ext cx="4113529" cy="2057400"/>
            <a:chOff x="8256269" y="7313930"/>
            <a:chExt cx="4113529" cy="2057400"/>
          </a:xfrm>
        </p:grpSpPr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56269" y="7313930"/>
              <a:ext cx="4113529" cy="20574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806327" y="8828177"/>
              <a:ext cx="494484" cy="494484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8256269" y="5180329"/>
            <a:ext cx="4113529" cy="2057400"/>
            <a:chOff x="8256269" y="5180329"/>
            <a:chExt cx="4113529" cy="2057400"/>
          </a:xfrm>
        </p:grpSpPr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256269" y="5180329"/>
              <a:ext cx="4113529" cy="20574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825377" y="6675527"/>
              <a:ext cx="494484" cy="494484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8253730" y="3035300"/>
            <a:ext cx="4137660" cy="2068830"/>
            <a:chOff x="8253730" y="3035300"/>
            <a:chExt cx="4137660" cy="2068830"/>
          </a:xfrm>
        </p:grpSpPr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53730" y="3035300"/>
              <a:ext cx="4137660" cy="206882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826647" y="4541927"/>
              <a:ext cx="495754" cy="495754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5048250" y="1216660"/>
            <a:ext cx="7249159" cy="1625600"/>
            <a:chOff x="5048250" y="1216660"/>
            <a:chExt cx="7249159" cy="1625600"/>
          </a:xfrm>
        </p:grpSpPr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048250" y="1231900"/>
              <a:ext cx="7249159" cy="161035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052060" y="1216659"/>
              <a:ext cx="7240270" cy="64769"/>
            </a:xfrm>
            <a:custGeom>
              <a:avLst/>
              <a:gdLst/>
              <a:ahLst/>
              <a:cxnLst/>
              <a:rect l="l" t="t" r="r" b="b"/>
              <a:pathLst>
                <a:path w="7240270" h="64769">
                  <a:moveTo>
                    <a:pt x="7240270" y="0"/>
                  </a:moveTo>
                  <a:lnTo>
                    <a:pt x="0" y="0"/>
                  </a:lnTo>
                  <a:lnTo>
                    <a:pt x="0" y="31750"/>
                  </a:lnTo>
                  <a:lnTo>
                    <a:pt x="0" y="64770"/>
                  </a:lnTo>
                  <a:lnTo>
                    <a:pt x="7240270" y="64770"/>
                  </a:lnTo>
                  <a:lnTo>
                    <a:pt x="7240270" y="31750"/>
                  </a:lnTo>
                  <a:lnTo>
                    <a:pt x="724027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052060" y="1281430"/>
              <a:ext cx="7240270" cy="33020"/>
            </a:xfrm>
            <a:custGeom>
              <a:avLst/>
              <a:gdLst/>
              <a:ahLst/>
              <a:cxnLst/>
              <a:rect l="l" t="t" r="r" b="b"/>
              <a:pathLst>
                <a:path w="7240270" h="33019">
                  <a:moveTo>
                    <a:pt x="72402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7240269" y="33020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052060" y="1314450"/>
              <a:ext cx="7240270" cy="33020"/>
            </a:xfrm>
            <a:custGeom>
              <a:avLst/>
              <a:gdLst/>
              <a:ahLst/>
              <a:cxnLst/>
              <a:rect l="l" t="t" r="r" b="b"/>
              <a:pathLst>
                <a:path w="7240270" h="33019">
                  <a:moveTo>
                    <a:pt x="72402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7240269" y="33020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052060" y="1347470"/>
              <a:ext cx="7240270" cy="33020"/>
            </a:xfrm>
            <a:custGeom>
              <a:avLst/>
              <a:gdLst/>
              <a:ahLst/>
              <a:cxnLst/>
              <a:rect l="l" t="t" r="r" b="b"/>
              <a:pathLst>
                <a:path w="7240270" h="33019">
                  <a:moveTo>
                    <a:pt x="72402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7240269" y="33020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052060" y="1380490"/>
              <a:ext cx="7240270" cy="31750"/>
            </a:xfrm>
            <a:custGeom>
              <a:avLst/>
              <a:gdLst/>
              <a:ahLst/>
              <a:cxnLst/>
              <a:rect l="l" t="t" r="r" b="b"/>
              <a:pathLst>
                <a:path w="7240270" h="31750">
                  <a:moveTo>
                    <a:pt x="7240269" y="0"/>
                  </a:moveTo>
                  <a:lnTo>
                    <a:pt x="0" y="0"/>
                  </a:lnTo>
                  <a:lnTo>
                    <a:pt x="0" y="31750"/>
                  </a:lnTo>
                  <a:lnTo>
                    <a:pt x="7240269" y="31750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052060" y="1412240"/>
              <a:ext cx="7240270" cy="33020"/>
            </a:xfrm>
            <a:custGeom>
              <a:avLst/>
              <a:gdLst/>
              <a:ahLst/>
              <a:cxnLst/>
              <a:rect l="l" t="t" r="r" b="b"/>
              <a:pathLst>
                <a:path w="7240270" h="33019">
                  <a:moveTo>
                    <a:pt x="7240269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7240269" y="33019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052060" y="1445260"/>
              <a:ext cx="7240270" cy="33020"/>
            </a:xfrm>
            <a:custGeom>
              <a:avLst/>
              <a:gdLst/>
              <a:ahLst/>
              <a:cxnLst/>
              <a:rect l="l" t="t" r="r" b="b"/>
              <a:pathLst>
                <a:path w="7240270" h="33019">
                  <a:moveTo>
                    <a:pt x="72402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7240269" y="33020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052060" y="1478280"/>
              <a:ext cx="7240270" cy="31750"/>
            </a:xfrm>
            <a:custGeom>
              <a:avLst/>
              <a:gdLst/>
              <a:ahLst/>
              <a:cxnLst/>
              <a:rect l="l" t="t" r="r" b="b"/>
              <a:pathLst>
                <a:path w="7240270" h="31750">
                  <a:moveTo>
                    <a:pt x="7240269" y="0"/>
                  </a:moveTo>
                  <a:lnTo>
                    <a:pt x="0" y="0"/>
                  </a:lnTo>
                  <a:lnTo>
                    <a:pt x="0" y="31750"/>
                  </a:lnTo>
                  <a:lnTo>
                    <a:pt x="7240269" y="31750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052060" y="1510030"/>
              <a:ext cx="7240270" cy="33020"/>
            </a:xfrm>
            <a:custGeom>
              <a:avLst/>
              <a:gdLst/>
              <a:ahLst/>
              <a:cxnLst/>
              <a:rect l="l" t="t" r="r" b="b"/>
              <a:pathLst>
                <a:path w="7240270" h="33019">
                  <a:moveTo>
                    <a:pt x="72402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7240269" y="33020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052060" y="1543050"/>
              <a:ext cx="7240270" cy="33020"/>
            </a:xfrm>
            <a:custGeom>
              <a:avLst/>
              <a:gdLst/>
              <a:ahLst/>
              <a:cxnLst/>
              <a:rect l="l" t="t" r="r" b="b"/>
              <a:pathLst>
                <a:path w="7240270" h="33019">
                  <a:moveTo>
                    <a:pt x="72402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7240269" y="33020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052060" y="1576070"/>
              <a:ext cx="7240270" cy="33020"/>
            </a:xfrm>
            <a:custGeom>
              <a:avLst/>
              <a:gdLst/>
              <a:ahLst/>
              <a:cxnLst/>
              <a:rect l="l" t="t" r="r" b="b"/>
              <a:pathLst>
                <a:path w="7240270" h="33019">
                  <a:moveTo>
                    <a:pt x="72402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7240269" y="33020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52060" y="1609090"/>
              <a:ext cx="7240270" cy="31750"/>
            </a:xfrm>
            <a:custGeom>
              <a:avLst/>
              <a:gdLst/>
              <a:ahLst/>
              <a:cxnLst/>
              <a:rect l="l" t="t" r="r" b="b"/>
              <a:pathLst>
                <a:path w="7240270" h="31750">
                  <a:moveTo>
                    <a:pt x="7240269" y="0"/>
                  </a:moveTo>
                  <a:lnTo>
                    <a:pt x="0" y="0"/>
                  </a:lnTo>
                  <a:lnTo>
                    <a:pt x="0" y="31750"/>
                  </a:lnTo>
                  <a:lnTo>
                    <a:pt x="7240269" y="31750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052060" y="1640840"/>
              <a:ext cx="7240270" cy="33020"/>
            </a:xfrm>
            <a:custGeom>
              <a:avLst/>
              <a:gdLst/>
              <a:ahLst/>
              <a:cxnLst/>
              <a:rect l="l" t="t" r="r" b="b"/>
              <a:pathLst>
                <a:path w="7240270" h="33019">
                  <a:moveTo>
                    <a:pt x="7240269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7240269" y="33019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52060" y="1673860"/>
              <a:ext cx="7240270" cy="33020"/>
            </a:xfrm>
            <a:custGeom>
              <a:avLst/>
              <a:gdLst/>
              <a:ahLst/>
              <a:cxnLst/>
              <a:rect l="l" t="t" r="r" b="b"/>
              <a:pathLst>
                <a:path w="7240270" h="33019">
                  <a:moveTo>
                    <a:pt x="72402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7240269" y="33020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52060" y="1706880"/>
              <a:ext cx="7240270" cy="33020"/>
            </a:xfrm>
            <a:custGeom>
              <a:avLst/>
              <a:gdLst/>
              <a:ahLst/>
              <a:cxnLst/>
              <a:rect l="l" t="t" r="r" b="b"/>
              <a:pathLst>
                <a:path w="7240270" h="33019">
                  <a:moveTo>
                    <a:pt x="72402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7240269" y="33020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52060" y="1739900"/>
              <a:ext cx="7240270" cy="31750"/>
            </a:xfrm>
            <a:custGeom>
              <a:avLst/>
              <a:gdLst/>
              <a:ahLst/>
              <a:cxnLst/>
              <a:rect l="l" t="t" r="r" b="b"/>
              <a:pathLst>
                <a:path w="7240270" h="31750">
                  <a:moveTo>
                    <a:pt x="7240269" y="0"/>
                  </a:moveTo>
                  <a:lnTo>
                    <a:pt x="0" y="0"/>
                  </a:lnTo>
                  <a:lnTo>
                    <a:pt x="0" y="31750"/>
                  </a:lnTo>
                  <a:lnTo>
                    <a:pt x="7240269" y="31750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052060" y="1771650"/>
              <a:ext cx="7240270" cy="33020"/>
            </a:xfrm>
            <a:custGeom>
              <a:avLst/>
              <a:gdLst/>
              <a:ahLst/>
              <a:cxnLst/>
              <a:rect l="l" t="t" r="r" b="b"/>
              <a:pathLst>
                <a:path w="7240270" h="33019">
                  <a:moveTo>
                    <a:pt x="72402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7240269" y="33020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052060" y="1804670"/>
              <a:ext cx="7240270" cy="33020"/>
            </a:xfrm>
            <a:custGeom>
              <a:avLst/>
              <a:gdLst/>
              <a:ahLst/>
              <a:cxnLst/>
              <a:rect l="l" t="t" r="r" b="b"/>
              <a:pathLst>
                <a:path w="7240270" h="33019">
                  <a:moveTo>
                    <a:pt x="72402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7240269" y="33020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052060" y="1837690"/>
              <a:ext cx="7240270" cy="33020"/>
            </a:xfrm>
            <a:custGeom>
              <a:avLst/>
              <a:gdLst/>
              <a:ahLst/>
              <a:cxnLst/>
              <a:rect l="l" t="t" r="r" b="b"/>
              <a:pathLst>
                <a:path w="7240270" h="33019">
                  <a:moveTo>
                    <a:pt x="7240269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7240269" y="33019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052060" y="1870710"/>
              <a:ext cx="7240270" cy="31750"/>
            </a:xfrm>
            <a:custGeom>
              <a:avLst/>
              <a:gdLst/>
              <a:ahLst/>
              <a:cxnLst/>
              <a:rect l="l" t="t" r="r" b="b"/>
              <a:pathLst>
                <a:path w="7240270" h="31750">
                  <a:moveTo>
                    <a:pt x="7240269" y="0"/>
                  </a:moveTo>
                  <a:lnTo>
                    <a:pt x="0" y="0"/>
                  </a:lnTo>
                  <a:lnTo>
                    <a:pt x="0" y="31750"/>
                  </a:lnTo>
                  <a:lnTo>
                    <a:pt x="7240269" y="31750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052060" y="1902460"/>
              <a:ext cx="7240270" cy="33020"/>
            </a:xfrm>
            <a:custGeom>
              <a:avLst/>
              <a:gdLst/>
              <a:ahLst/>
              <a:cxnLst/>
              <a:rect l="l" t="t" r="r" b="b"/>
              <a:pathLst>
                <a:path w="7240270" h="33019">
                  <a:moveTo>
                    <a:pt x="72402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7240269" y="33020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052060" y="1935480"/>
              <a:ext cx="7240270" cy="33020"/>
            </a:xfrm>
            <a:custGeom>
              <a:avLst/>
              <a:gdLst/>
              <a:ahLst/>
              <a:cxnLst/>
              <a:rect l="l" t="t" r="r" b="b"/>
              <a:pathLst>
                <a:path w="7240270" h="33019">
                  <a:moveTo>
                    <a:pt x="72402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7240269" y="33020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052060" y="1968500"/>
              <a:ext cx="7240270" cy="31750"/>
            </a:xfrm>
            <a:custGeom>
              <a:avLst/>
              <a:gdLst/>
              <a:ahLst/>
              <a:cxnLst/>
              <a:rect l="l" t="t" r="r" b="b"/>
              <a:pathLst>
                <a:path w="7240270" h="31750">
                  <a:moveTo>
                    <a:pt x="7240269" y="0"/>
                  </a:moveTo>
                  <a:lnTo>
                    <a:pt x="0" y="0"/>
                  </a:lnTo>
                  <a:lnTo>
                    <a:pt x="0" y="31750"/>
                  </a:lnTo>
                  <a:lnTo>
                    <a:pt x="7240269" y="31750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052060" y="2000250"/>
              <a:ext cx="7240270" cy="33020"/>
            </a:xfrm>
            <a:custGeom>
              <a:avLst/>
              <a:gdLst/>
              <a:ahLst/>
              <a:cxnLst/>
              <a:rect l="l" t="t" r="r" b="b"/>
              <a:pathLst>
                <a:path w="7240270" h="33019">
                  <a:moveTo>
                    <a:pt x="72402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7240269" y="33020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052060" y="2033270"/>
              <a:ext cx="7240270" cy="33020"/>
            </a:xfrm>
            <a:custGeom>
              <a:avLst/>
              <a:gdLst/>
              <a:ahLst/>
              <a:cxnLst/>
              <a:rect l="l" t="t" r="r" b="b"/>
              <a:pathLst>
                <a:path w="7240270" h="33019">
                  <a:moveTo>
                    <a:pt x="72402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7240269" y="33020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052060" y="2066290"/>
              <a:ext cx="7240270" cy="33020"/>
            </a:xfrm>
            <a:custGeom>
              <a:avLst/>
              <a:gdLst/>
              <a:ahLst/>
              <a:cxnLst/>
              <a:rect l="l" t="t" r="r" b="b"/>
              <a:pathLst>
                <a:path w="7240270" h="33019">
                  <a:moveTo>
                    <a:pt x="7240269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7240269" y="33019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052060" y="2099310"/>
              <a:ext cx="7240270" cy="31750"/>
            </a:xfrm>
            <a:custGeom>
              <a:avLst/>
              <a:gdLst/>
              <a:ahLst/>
              <a:cxnLst/>
              <a:rect l="l" t="t" r="r" b="b"/>
              <a:pathLst>
                <a:path w="7240270" h="31750">
                  <a:moveTo>
                    <a:pt x="7240269" y="0"/>
                  </a:moveTo>
                  <a:lnTo>
                    <a:pt x="0" y="0"/>
                  </a:lnTo>
                  <a:lnTo>
                    <a:pt x="0" y="31750"/>
                  </a:lnTo>
                  <a:lnTo>
                    <a:pt x="7240269" y="31750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052060" y="2131060"/>
              <a:ext cx="7240270" cy="33020"/>
            </a:xfrm>
            <a:custGeom>
              <a:avLst/>
              <a:gdLst/>
              <a:ahLst/>
              <a:cxnLst/>
              <a:rect l="l" t="t" r="r" b="b"/>
              <a:pathLst>
                <a:path w="7240270" h="33019">
                  <a:moveTo>
                    <a:pt x="72402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7240269" y="33020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052060" y="2164080"/>
              <a:ext cx="7240270" cy="33020"/>
            </a:xfrm>
            <a:custGeom>
              <a:avLst/>
              <a:gdLst/>
              <a:ahLst/>
              <a:cxnLst/>
              <a:rect l="l" t="t" r="r" b="b"/>
              <a:pathLst>
                <a:path w="7240270" h="33019">
                  <a:moveTo>
                    <a:pt x="72402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7240269" y="33020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052060" y="2197100"/>
              <a:ext cx="7240270" cy="33020"/>
            </a:xfrm>
            <a:custGeom>
              <a:avLst/>
              <a:gdLst/>
              <a:ahLst/>
              <a:cxnLst/>
              <a:rect l="l" t="t" r="r" b="b"/>
              <a:pathLst>
                <a:path w="7240270" h="33019">
                  <a:moveTo>
                    <a:pt x="72402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7240269" y="33020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052060" y="2230120"/>
              <a:ext cx="7240270" cy="33020"/>
            </a:xfrm>
            <a:custGeom>
              <a:avLst/>
              <a:gdLst/>
              <a:ahLst/>
              <a:cxnLst/>
              <a:rect l="l" t="t" r="r" b="b"/>
              <a:pathLst>
                <a:path w="7240270" h="33019">
                  <a:moveTo>
                    <a:pt x="72402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7240269" y="33020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052060" y="2263140"/>
              <a:ext cx="7240270" cy="31750"/>
            </a:xfrm>
            <a:custGeom>
              <a:avLst/>
              <a:gdLst/>
              <a:ahLst/>
              <a:cxnLst/>
              <a:rect l="l" t="t" r="r" b="b"/>
              <a:pathLst>
                <a:path w="7240270" h="31750">
                  <a:moveTo>
                    <a:pt x="7240269" y="0"/>
                  </a:moveTo>
                  <a:lnTo>
                    <a:pt x="0" y="0"/>
                  </a:lnTo>
                  <a:lnTo>
                    <a:pt x="0" y="31750"/>
                  </a:lnTo>
                  <a:lnTo>
                    <a:pt x="7240269" y="31750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52060" y="2294889"/>
              <a:ext cx="7240270" cy="66040"/>
            </a:xfrm>
            <a:custGeom>
              <a:avLst/>
              <a:gdLst/>
              <a:ahLst/>
              <a:cxnLst/>
              <a:rect l="l" t="t" r="r" b="b"/>
              <a:pathLst>
                <a:path w="7240270" h="66039">
                  <a:moveTo>
                    <a:pt x="7240270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0" y="66040"/>
                  </a:lnTo>
                  <a:lnTo>
                    <a:pt x="7240270" y="66040"/>
                  </a:lnTo>
                  <a:lnTo>
                    <a:pt x="7240270" y="33020"/>
                  </a:lnTo>
                  <a:lnTo>
                    <a:pt x="724027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052060" y="2360930"/>
              <a:ext cx="7240270" cy="31750"/>
            </a:xfrm>
            <a:custGeom>
              <a:avLst/>
              <a:gdLst/>
              <a:ahLst/>
              <a:cxnLst/>
              <a:rect l="l" t="t" r="r" b="b"/>
              <a:pathLst>
                <a:path w="7240270" h="31750">
                  <a:moveTo>
                    <a:pt x="7240269" y="0"/>
                  </a:moveTo>
                  <a:lnTo>
                    <a:pt x="0" y="0"/>
                  </a:lnTo>
                  <a:lnTo>
                    <a:pt x="0" y="31750"/>
                  </a:lnTo>
                  <a:lnTo>
                    <a:pt x="7240269" y="31750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052060" y="2392680"/>
              <a:ext cx="7240270" cy="33020"/>
            </a:xfrm>
            <a:custGeom>
              <a:avLst/>
              <a:gdLst/>
              <a:ahLst/>
              <a:cxnLst/>
              <a:rect l="l" t="t" r="r" b="b"/>
              <a:pathLst>
                <a:path w="7240270" h="33019">
                  <a:moveTo>
                    <a:pt x="72402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7240269" y="33020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052060" y="2425700"/>
              <a:ext cx="7240270" cy="33020"/>
            </a:xfrm>
            <a:custGeom>
              <a:avLst/>
              <a:gdLst/>
              <a:ahLst/>
              <a:cxnLst/>
              <a:rect l="l" t="t" r="r" b="b"/>
              <a:pathLst>
                <a:path w="7240270" h="33019">
                  <a:moveTo>
                    <a:pt x="72402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7240269" y="33020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052060" y="2458720"/>
              <a:ext cx="7240270" cy="33020"/>
            </a:xfrm>
            <a:custGeom>
              <a:avLst/>
              <a:gdLst/>
              <a:ahLst/>
              <a:cxnLst/>
              <a:rect l="l" t="t" r="r" b="b"/>
              <a:pathLst>
                <a:path w="7240270" h="33019">
                  <a:moveTo>
                    <a:pt x="72402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7240269" y="33020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052060" y="2491740"/>
              <a:ext cx="7240270" cy="31750"/>
            </a:xfrm>
            <a:custGeom>
              <a:avLst/>
              <a:gdLst/>
              <a:ahLst/>
              <a:cxnLst/>
              <a:rect l="l" t="t" r="r" b="b"/>
              <a:pathLst>
                <a:path w="7240270" h="31750">
                  <a:moveTo>
                    <a:pt x="7240269" y="0"/>
                  </a:moveTo>
                  <a:lnTo>
                    <a:pt x="0" y="0"/>
                  </a:lnTo>
                  <a:lnTo>
                    <a:pt x="0" y="31750"/>
                  </a:lnTo>
                  <a:lnTo>
                    <a:pt x="7240269" y="31750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052060" y="2523490"/>
              <a:ext cx="7240270" cy="33020"/>
            </a:xfrm>
            <a:custGeom>
              <a:avLst/>
              <a:gdLst/>
              <a:ahLst/>
              <a:cxnLst/>
              <a:rect l="l" t="t" r="r" b="b"/>
              <a:pathLst>
                <a:path w="7240270" h="33019">
                  <a:moveTo>
                    <a:pt x="7240269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7240269" y="33019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052060" y="2556510"/>
              <a:ext cx="7240270" cy="33020"/>
            </a:xfrm>
            <a:custGeom>
              <a:avLst/>
              <a:gdLst/>
              <a:ahLst/>
              <a:cxnLst/>
              <a:rect l="l" t="t" r="r" b="b"/>
              <a:pathLst>
                <a:path w="7240270" h="33019">
                  <a:moveTo>
                    <a:pt x="72402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7240269" y="33020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052060" y="2589530"/>
              <a:ext cx="7240270" cy="33020"/>
            </a:xfrm>
            <a:custGeom>
              <a:avLst/>
              <a:gdLst/>
              <a:ahLst/>
              <a:cxnLst/>
              <a:rect l="l" t="t" r="r" b="b"/>
              <a:pathLst>
                <a:path w="7240270" h="33019">
                  <a:moveTo>
                    <a:pt x="72402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7240269" y="33020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052060" y="2622550"/>
              <a:ext cx="7240270" cy="31750"/>
            </a:xfrm>
            <a:custGeom>
              <a:avLst/>
              <a:gdLst/>
              <a:ahLst/>
              <a:cxnLst/>
              <a:rect l="l" t="t" r="r" b="b"/>
              <a:pathLst>
                <a:path w="7240270" h="31750">
                  <a:moveTo>
                    <a:pt x="7240269" y="0"/>
                  </a:moveTo>
                  <a:lnTo>
                    <a:pt x="0" y="0"/>
                  </a:lnTo>
                  <a:lnTo>
                    <a:pt x="0" y="31750"/>
                  </a:lnTo>
                  <a:lnTo>
                    <a:pt x="7240269" y="31750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052060" y="2654300"/>
              <a:ext cx="7240270" cy="33020"/>
            </a:xfrm>
            <a:custGeom>
              <a:avLst/>
              <a:gdLst/>
              <a:ahLst/>
              <a:cxnLst/>
              <a:rect l="l" t="t" r="r" b="b"/>
              <a:pathLst>
                <a:path w="7240270" h="33019">
                  <a:moveTo>
                    <a:pt x="72402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7240269" y="33020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052060" y="2687320"/>
              <a:ext cx="7240270" cy="33020"/>
            </a:xfrm>
            <a:custGeom>
              <a:avLst/>
              <a:gdLst/>
              <a:ahLst/>
              <a:cxnLst/>
              <a:rect l="l" t="t" r="r" b="b"/>
              <a:pathLst>
                <a:path w="7240270" h="33019">
                  <a:moveTo>
                    <a:pt x="72402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7240269" y="33020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052060" y="2720340"/>
              <a:ext cx="7240270" cy="33020"/>
            </a:xfrm>
            <a:custGeom>
              <a:avLst/>
              <a:gdLst/>
              <a:ahLst/>
              <a:cxnLst/>
              <a:rect l="l" t="t" r="r" b="b"/>
              <a:pathLst>
                <a:path w="7240270" h="33019">
                  <a:moveTo>
                    <a:pt x="7240269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7240269" y="33019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052060" y="2753360"/>
              <a:ext cx="7240270" cy="31750"/>
            </a:xfrm>
            <a:custGeom>
              <a:avLst/>
              <a:gdLst/>
              <a:ahLst/>
              <a:cxnLst/>
              <a:rect l="l" t="t" r="r" b="b"/>
              <a:pathLst>
                <a:path w="7240270" h="31750">
                  <a:moveTo>
                    <a:pt x="7240269" y="0"/>
                  </a:moveTo>
                  <a:lnTo>
                    <a:pt x="0" y="0"/>
                  </a:lnTo>
                  <a:lnTo>
                    <a:pt x="0" y="31750"/>
                  </a:lnTo>
                  <a:lnTo>
                    <a:pt x="7240269" y="31750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052060" y="2785110"/>
              <a:ext cx="7240270" cy="33020"/>
            </a:xfrm>
            <a:custGeom>
              <a:avLst/>
              <a:gdLst/>
              <a:ahLst/>
              <a:cxnLst/>
              <a:rect l="l" t="t" r="r" b="b"/>
              <a:pathLst>
                <a:path w="7240270" h="33019">
                  <a:moveTo>
                    <a:pt x="724026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7240269" y="33020"/>
                  </a:lnTo>
                  <a:lnTo>
                    <a:pt x="7240269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5053329" y="1216660"/>
            <a:ext cx="7239000" cy="16002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6520" marR="90170" algn="ctr">
              <a:lnSpc>
                <a:spcPct val="100000"/>
              </a:lnSpc>
            </a:pPr>
            <a:r>
              <a:rPr sz="3200" b="1" dirty="0">
                <a:latin typeface="Century Gothic"/>
                <a:cs typeface="Century Gothic"/>
              </a:rPr>
              <a:t>Why</a:t>
            </a:r>
            <a:r>
              <a:rPr sz="3200" b="1" spc="-5" dirty="0">
                <a:latin typeface="Century Gothic"/>
                <a:cs typeface="Century Gothic"/>
              </a:rPr>
              <a:t> </a:t>
            </a:r>
            <a:r>
              <a:rPr sz="3200" b="1" dirty="0">
                <a:latin typeface="Century Gothic"/>
                <a:cs typeface="Century Gothic"/>
              </a:rPr>
              <a:t>RGB?</a:t>
            </a:r>
            <a:r>
              <a:rPr sz="3200" b="1" spc="-3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... because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we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have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spc="-20" dirty="0">
                <a:latin typeface="Century Gothic"/>
                <a:cs typeface="Century Gothic"/>
              </a:rPr>
              <a:t>red, </a:t>
            </a:r>
            <a:r>
              <a:rPr sz="3200" dirty="0">
                <a:latin typeface="Century Gothic"/>
                <a:cs typeface="Century Gothic"/>
              </a:rPr>
              <a:t>green</a:t>
            </a:r>
            <a:r>
              <a:rPr sz="3200" spc="-3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and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blue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sensitive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photo </a:t>
            </a:r>
            <a:r>
              <a:rPr sz="3200" dirty="0">
                <a:latin typeface="Century Gothic"/>
                <a:cs typeface="Century Gothic"/>
              </a:rPr>
              <a:t>receptors</a:t>
            </a:r>
            <a:r>
              <a:rPr sz="3200" spc="-2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in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our</a:t>
            </a:r>
            <a:r>
              <a:rPr sz="3200" spc="-10" dirty="0">
                <a:latin typeface="Century Gothic"/>
                <a:cs typeface="Century Gothic"/>
              </a:rPr>
              <a:t> eyes!</a:t>
            </a:r>
            <a:endParaRPr sz="3200">
              <a:latin typeface="Century Gothic"/>
              <a:cs typeface="Century Gothic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4438650" y="4417059"/>
            <a:ext cx="3134360" cy="2997200"/>
            <a:chOff x="4438650" y="4417059"/>
            <a:chExt cx="3134360" cy="2997200"/>
          </a:xfrm>
        </p:grpSpPr>
        <p:pic>
          <p:nvPicPr>
            <p:cNvPr id="76" name="object 7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438650" y="4432299"/>
              <a:ext cx="3134359" cy="2981960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4442460" y="4417059"/>
              <a:ext cx="3125470" cy="73660"/>
            </a:xfrm>
            <a:custGeom>
              <a:avLst/>
              <a:gdLst/>
              <a:ahLst/>
              <a:cxnLst/>
              <a:rect l="l" t="t" r="r" b="b"/>
              <a:pathLst>
                <a:path w="3125470" h="73660">
                  <a:moveTo>
                    <a:pt x="3125470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0" y="73660"/>
                  </a:lnTo>
                  <a:lnTo>
                    <a:pt x="3125470" y="73660"/>
                  </a:lnTo>
                  <a:lnTo>
                    <a:pt x="3125470" y="36830"/>
                  </a:lnTo>
                  <a:lnTo>
                    <a:pt x="3125470" y="0"/>
                  </a:lnTo>
                  <a:close/>
                </a:path>
              </a:pathLst>
            </a:custGeom>
            <a:solidFill>
              <a:srgbClr val="D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442460" y="449071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29"/>
                  </a:lnTo>
                  <a:lnTo>
                    <a:pt x="3125469" y="36829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DE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442460" y="4527549"/>
              <a:ext cx="3125470" cy="38100"/>
            </a:xfrm>
            <a:custGeom>
              <a:avLst/>
              <a:gdLst/>
              <a:ahLst/>
              <a:cxnLst/>
              <a:rect l="l" t="t" r="r" b="b"/>
              <a:pathLst>
                <a:path w="3125470" h="38100">
                  <a:moveTo>
                    <a:pt x="3125469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3125469" y="3810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DD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442460" y="456564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29"/>
                  </a:lnTo>
                  <a:lnTo>
                    <a:pt x="3125469" y="36829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DC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442460" y="460247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3125469" y="3683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DB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4442460" y="463930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29"/>
                  </a:lnTo>
                  <a:lnTo>
                    <a:pt x="3125469" y="36829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DA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442460" y="4676139"/>
              <a:ext cx="3125470" cy="38100"/>
            </a:xfrm>
            <a:custGeom>
              <a:avLst/>
              <a:gdLst/>
              <a:ahLst/>
              <a:cxnLst/>
              <a:rect l="l" t="t" r="r" b="b"/>
              <a:pathLst>
                <a:path w="3125470" h="38100">
                  <a:moveTo>
                    <a:pt x="3125469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3125469" y="3810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D9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442460" y="471423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3125469" y="3683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D8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442460" y="475106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29"/>
                  </a:lnTo>
                  <a:lnTo>
                    <a:pt x="3125469" y="36829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D7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4442460" y="4787899"/>
              <a:ext cx="3125470" cy="38100"/>
            </a:xfrm>
            <a:custGeom>
              <a:avLst/>
              <a:gdLst/>
              <a:ahLst/>
              <a:cxnLst/>
              <a:rect l="l" t="t" r="r" b="b"/>
              <a:pathLst>
                <a:path w="3125470" h="38100">
                  <a:moveTo>
                    <a:pt x="3125469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3125469" y="3810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D6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4442460" y="482599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29"/>
                  </a:lnTo>
                  <a:lnTo>
                    <a:pt x="3125469" y="36829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D5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4442460" y="486282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3125469" y="3683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D4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4442460" y="489965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29"/>
                  </a:lnTo>
                  <a:lnTo>
                    <a:pt x="3125469" y="36829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D3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442460" y="4936489"/>
              <a:ext cx="3125470" cy="38100"/>
            </a:xfrm>
            <a:custGeom>
              <a:avLst/>
              <a:gdLst/>
              <a:ahLst/>
              <a:cxnLst/>
              <a:rect l="l" t="t" r="r" b="b"/>
              <a:pathLst>
                <a:path w="3125470" h="38100">
                  <a:moveTo>
                    <a:pt x="3125469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3125469" y="3810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D2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42460" y="497458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3125469" y="3683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D1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42460" y="501141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29"/>
                  </a:lnTo>
                  <a:lnTo>
                    <a:pt x="3125469" y="36829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D0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4442460" y="5048249"/>
              <a:ext cx="3125470" cy="38100"/>
            </a:xfrm>
            <a:custGeom>
              <a:avLst/>
              <a:gdLst/>
              <a:ahLst/>
              <a:cxnLst/>
              <a:rect l="l" t="t" r="r" b="b"/>
              <a:pathLst>
                <a:path w="3125470" h="38100">
                  <a:moveTo>
                    <a:pt x="3125469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3125469" y="3810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CF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4442460" y="508634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29"/>
                  </a:lnTo>
                  <a:lnTo>
                    <a:pt x="3125469" y="36829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CE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442460" y="512317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3125469" y="3683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CD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4442460" y="5160009"/>
              <a:ext cx="3125470" cy="74930"/>
            </a:xfrm>
            <a:custGeom>
              <a:avLst/>
              <a:gdLst/>
              <a:ahLst/>
              <a:cxnLst/>
              <a:rect l="l" t="t" r="r" b="b"/>
              <a:pathLst>
                <a:path w="3125470" h="74929">
                  <a:moveTo>
                    <a:pt x="3125470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0" y="74930"/>
                  </a:lnTo>
                  <a:lnTo>
                    <a:pt x="3125470" y="74930"/>
                  </a:lnTo>
                  <a:lnTo>
                    <a:pt x="3125470" y="36830"/>
                  </a:lnTo>
                  <a:lnTo>
                    <a:pt x="3125470" y="0"/>
                  </a:lnTo>
                  <a:close/>
                </a:path>
              </a:pathLst>
            </a:custGeom>
            <a:solidFill>
              <a:srgbClr val="CC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4442460" y="523493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3125469" y="3683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CA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4442460" y="527176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29"/>
                  </a:lnTo>
                  <a:lnTo>
                    <a:pt x="3125469" y="36829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C9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4442460" y="530859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29"/>
                  </a:lnTo>
                  <a:lnTo>
                    <a:pt x="3125469" y="36829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C8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4442460" y="5345429"/>
              <a:ext cx="3125470" cy="38100"/>
            </a:xfrm>
            <a:custGeom>
              <a:avLst/>
              <a:gdLst/>
              <a:ahLst/>
              <a:cxnLst/>
              <a:rect l="l" t="t" r="r" b="b"/>
              <a:pathLst>
                <a:path w="3125470" h="38100">
                  <a:moveTo>
                    <a:pt x="3125469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3125469" y="3810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C7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4442460" y="538352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3125469" y="3683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C6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4442460" y="542035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29"/>
                  </a:lnTo>
                  <a:lnTo>
                    <a:pt x="3125469" y="36829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C5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4442460" y="5457189"/>
              <a:ext cx="3125470" cy="38100"/>
            </a:xfrm>
            <a:custGeom>
              <a:avLst/>
              <a:gdLst/>
              <a:ahLst/>
              <a:cxnLst/>
              <a:rect l="l" t="t" r="r" b="b"/>
              <a:pathLst>
                <a:path w="3125470" h="38100">
                  <a:moveTo>
                    <a:pt x="3125469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3125469" y="3810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C4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4442460" y="549528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3125469" y="3683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C3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4442460" y="553211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29"/>
                  </a:lnTo>
                  <a:lnTo>
                    <a:pt x="3125469" y="36829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C2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4442460" y="556894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29"/>
                  </a:lnTo>
                  <a:lnTo>
                    <a:pt x="3125469" y="36829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C1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4442460" y="5605779"/>
              <a:ext cx="3125470" cy="38100"/>
            </a:xfrm>
            <a:custGeom>
              <a:avLst/>
              <a:gdLst/>
              <a:ahLst/>
              <a:cxnLst/>
              <a:rect l="l" t="t" r="r" b="b"/>
              <a:pathLst>
                <a:path w="3125470" h="38100">
                  <a:moveTo>
                    <a:pt x="3125469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3125469" y="3810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C0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4442460" y="564387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3125469" y="3683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BF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42460" y="568070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29"/>
                  </a:lnTo>
                  <a:lnTo>
                    <a:pt x="3125469" y="36829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BE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42460" y="571753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3125469" y="3683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BD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442460" y="5754369"/>
              <a:ext cx="3125470" cy="38100"/>
            </a:xfrm>
            <a:custGeom>
              <a:avLst/>
              <a:gdLst/>
              <a:ahLst/>
              <a:cxnLst/>
              <a:rect l="l" t="t" r="r" b="b"/>
              <a:pathLst>
                <a:path w="3125470" h="38100">
                  <a:moveTo>
                    <a:pt x="3125469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3125469" y="3810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BC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4442460" y="579246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29"/>
                  </a:lnTo>
                  <a:lnTo>
                    <a:pt x="3125469" y="36829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BB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4442460" y="582929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29"/>
                  </a:lnTo>
                  <a:lnTo>
                    <a:pt x="3125469" y="36829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BA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4442460" y="5866129"/>
              <a:ext cx="3125470" cy="38100"/>
            </a:xfrm>
            <a:custGeom>
              <a:avLst/>
              <a:gdLst/>
              <a:ahLst/>
              <a:cxnLst/>
              <a:rect l="l" t="t" r="r" b="b"/>
              <a:pathLst>
                <a:path w="3125470" h="38100">
                  <a:moveTo>
                    <a:pt x="3125469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3125469" y="3810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B9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4442460" y="590422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3125469" y="3683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B8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4442460" y="594105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29"/>
                  </a:lnTo>
                  <a:lnTo>
                    <a:pt x="3125469" y="36829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B7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4442460" y="597788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3125469" y="3683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B6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4442460" y="6014719"/>
              <a:ext cx="3125470" cy="38100"/>
            </a:xfrm>
            <a:custGeom>
              <a:avLst/>
              <a:gdLst/>
              <a:ahLst/>
              <a:cxnLst/>
              <a:rect l="l" t="t" r="r" b="b"/>
              <a:pathLst>
                <a:path w="3125470" h="38100">
                  <a:moveTo>
                    <a:pt x="3125469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3125469" y="3810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B5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4442460" y="605281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29"/>
                  </a:lnTo>
                  <a:lnTo>
                    <a:pt x="3125469" y="36829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B4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4442460" y="608964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29"/>
                  </a:lnTo>
                  <a:lnTo>
                    <a:pt x="3125469" y="36829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B3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4442460" y="612647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3125469" y="3683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B2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4442460" y="6163309"/>
              <a:ext cx="3125470" cy="38100"/>
            </a:xfrm>
            <a:custGeom>
              <a:avLst/>
              <a:gdLst/>
              <a:ahLst/>
              <a:cxnLst/>
              <a:rect l="l" t="t" r="r" b="b"/>
              <a:pathLst>
                <a:path w="3125470" h="38100">
                  <a:moveTo>
                    <a:pt x="3125469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3125469" y="3810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B1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4442460" y="620140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29"/>
                  </a:lnTo>
                  <a:lnTo>
                    <a:pt x="3125469" y="36829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B0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4442460" y="623823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3125469" y="3683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AF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4442460" y="627506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29"/>
                  </a:lnTo>
                  <a:lnTo>
                    <a:pt x="3125469" y="36829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AE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4442460" y="6311899"/>
              <a:ext cx="3125470" cy="38100"/>
            </a:xfrm>
            <a:custGeom>
              <a:avLst/>
              <a:gdLst/>
              <a:ahLst/>
              <a:cxnLst/>
              <a:rect l="l" t="t" r="r" b="b"/>
              <a:pathLst>
                <a:path w="3125470" h="38100">
                  <a:moveTo>
                    <a:pt x="3125469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3125469" y="3810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AD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4442460" y="634999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29"/>
                  </a:lnTo>
                  <a:lnTo>
                    <a:pt x="3125469" y="36829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AC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4442460" y="638682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3125469" y="3683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AB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4442460" y="642365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29"/>
                  </a:lnTo>
                  <a:lnTo>
                    <a:pt x="3125469" y="36829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AA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4442460" y="6460489"/>
              <a:ext cx="3125470" cy="38100"/>
            </a:xfrm>
            <a:custGeom>
              <a:avLst/>
              <a:gdLst/>
              <a:ahLst/>
              <a:cxnLst/>
              <a:rect l="l" t="t" r="r" b="b"/>
              <a:pathLst>
                <a:path w="3125470" h="38100">
                  <a:moveTo>
                    <a:pt x="3125469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3125469" y="3810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A9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4442460" y="649858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3125469" y="3683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A8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4442460" y="653541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29"/>
                  </a:lnTo>
                  <a:lnTo>
                    <a:pt x="3125469" y="36829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A7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4442460" y="657224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3125469" y="3683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A6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4442460" y="6609079"/>
              <a:ext cx="3125470" cy="38100"/>
            </a:xfrm>
            <a:custGeom>
              <a:avLst/>
              <a:gdLst/>
              <a:ahLst/>
              <a:cxnLst/>
              <a:rect l="l" t="t" r="r" b="b"/>
              <a:pathLst>
                <a:path w="3125470" h="38100">
                  <a:moveTo>
                    <a:pt x="3125469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3125469" y="3810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A5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4442460" y="664717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3125469" y="3683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A4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4442460" y="668400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3125469" y="3683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A3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4442460" y="672083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29"/>
                  </a:lnTo>
                  <a:lnTo>
                    <a:pt x="3125469" y="36829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A2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4442460" y="6757669"/>
              <a:ext cx="3125470" cy="38100"/>
            </a:xfrm>
            <a:custGeom>
              <a:avLst/>
              <a:gdLst/>
              <a:ahLst/>
              <a:cxnLst/>
              <a:rect l="l" t="t" r="r" b="b"/>
              <a:pathLst>
                <a:path w="3125470" h="38100">
                  <a:moveTo>
                    <a:pt x="3125469" y="0"/>
                  </a:moveTo>
                  <a:lnTo>
                    <a:pt x="0" y="0"/>
                  </a:lnTo>
                  <a:lnTo>
                    <a:pt x="0" y="38099"/>
                  </a:lnTo>
                  <a:lnTo>
                    <a:pt x="3125469" y="38099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A1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4442460" y="679576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29"/>
                  </a:lnTo>
                  <a:lnTo>
                    <a:pt x="3125469" y="36829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A0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4442460" y="683259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3125469" y="3683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9F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4442460" y="6869429"/>
              <a:ext cx="3125470" cy="38100"/>
            </a:xfrm>
            <a:custGeom>
              <a:avLst/>
              <a:gdLst/>
              <a:ahLst/>
              <a:cxnLst/>
              <a:rect l="l" t="t" r="r" b="b"/>
              <a:pathLst>
                <a:path w="3125470" h="38100">
                  <a:moveTo>
                    <a:pt x="3125469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3125469" y="3810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9E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4442460" y="690752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3125469" y="3683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9D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4442460" y="694435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3125469" y="3683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9C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4442460" y="698118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29"/>
                  </a:lnTo>
                  <a:lnTo>
                    <a:pt x="3125469" y="36829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9B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4442460" y="7018019"/>
              <a:ext cx="3125470" cy="38100"/>
            </a:xfrm>
            <a:custGeom>
              <a:avLst/>
              <a:gdLst/>
              <a:ahLst/>
              <a:cxnLst/>
              <a:rect l="l" t="t" r="r" b="b"/>
              <a:pathLst>
                <a:path w="3125470" h="38100">
                  <a:moveTo>
                    <a:pt x="3125469" y="0"/>
                  </a:moveTo>
                  <a:lnTo>
                    <a:pt x="0" y="0"/>
                  </a:lnTo>
                  <a:lnTo>
                    <a:pt x="0" y="38099"/>
                  </a:lnTo>
                  <a:lnTo>
                    <a:pt x="3125469" y="38099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9A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4442460" y="705611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29"/>
                  </a:lnTo>
                  <a:lnTo>
                    <a:pt x="3125469" y="36829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99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4442460" y="709294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3125469" y="3683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99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4442460" y="712977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3125469" y="3683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97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4442460" y="7166609"/>
              <a:ext cx="3125470" cy="38100"/>
            </a:xfrm>
            <a:custGeom>
              <a:avLst/>
              <a:gdLst/>
              <a:ahLst/>
              <a:cxnLst/>
              <a:rect l="l" t="t" r="r" b="b"/>
              <a:pathLst>
                <a:path w="3125470" h="38100">
                  <a:moveTo>
                    <a:pt x="3125469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3125469" y="3810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96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4442460" y="720470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3125469" y="3683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95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4442460" y="724153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29"/>
                  </a:lnTo>
                  <a:lnTo>
                    <a:pt x="3125469" y="36829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94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4442460" y="7278369"/>
              <a:ext cx="3125470" cy="38100"/>
            </a:xfrm>
            <a:custGeom>
              <a:avLst/>
              <a:gdLst/>
              <a:ahLst/>
              <a:cxnLst/>
              <a:rect l="l" t="t" r="r" b="b"/>
              <a:pathLst>
                <a:path w="3125470" h="38100">
                  <a:moveTo>
                    <a:pt x="3125469" y="0"/>
                  </a:moveTo>
                  <a:lnTo>
                    <a:pt x="0" y="0"/>
                  </a:lnTo>
                  <a:lnTo>
                    <a:pt x="0" y="38099"/>
                  </a:lnTo>
                  <a:lnTo>
                    <a:pt x="3125469" y="38099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93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4442460" y="731646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29"/>
                  </a:lnTo>
                  <a:lnTo>
                    <a:pt x="3125469" y="36829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92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4442460" y="7353299"/>
              <a:ext cx="3125470" cy="36830"/>
            </a:xfrm>
            <a:custGeom>
              <a:avLst/>
              <a:gdLst/>
              <a:ahLst/>
              <a:cxnLst/>
              <a:rect l="l" t="t" r="r" b="b"/>
              <a:pathLst>
                <a:path w="3125470" h="36829">
                  <a:moveTo>
                    <a:pt x="3125469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3125469" y="36830"/>
                  </a:lnTo>
                  <a:lnTo>
                    <a:pt x="3125469" y="0"/>
                  </a:lnTo>
                  <a:close/>
                </a:path>
              </a:pathLst>
            </a:custGeom>
            <a:solidFill>
              <a:srgbClr val="91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5" name="object 155"/>
          <p:cNvSpPr txBox="1"/>
          <p:nvPr/>
        </p:nvSpPr>
        <p:spPr>
          <a:xfrm>
            <a:off x="4443729" y="4417059"/>
            <a:ext cx="3124200" cy="2971800"/>
          </a:xfrm>
          <a:prstGeom prst="rect">
            <a:avLst/>
          </a:prstGeom>
          <a:ln w="9344">
            <a:solidFill>
              <a:srgbClr val="00CC9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350" algn="ctr">
              <a:lnSpc>
                <a:spcPct val="100000"/>
              </a:lnSpc>
            </a:pPr>
            <a:r>
              <a:rPr sz="3600" dirty="0">
                <a:latin typeface="Century Gothic"/>
                <a:cs typeface="Century Gothic"/>
              </a:rPr>
              <a:t>Each</a:t>
            </a:r>
            <a:r>
              <a:rPr sz="3600" spc="-15" dirty="0">
                <a:latin typeface="Century Gothic"/>
                <a:cs typeface="Century Gothic"/>
              </a:rPr>
              <a:t> </a:t>
            </a:r>
            <a:r>
              <a:rPr sz="3600" spc="-10" dirty="0">
                <a:latin typeface="Century Gothic"/>
                <a:cs typeface="Century Gothic"/>
              </a:rPr>
              <a:t>“colour” </a:t>
            </a:r>
            <a:r>
              <a:rPr sz="3600" dirty="0">
                <a:latin typeface="Century Gothic"/>
                <a:cs typeface="Century Gothic"/>
              </a:rPr>
              <a:t>is</a:t>
            </a:r>
            <a:r>
              <a:rPr sz="3600" spc="-2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really</a:t>
            </a:r>
            <a:r>
              <a:rPr sz="3600" spc="-25" dirty="0">
                <a:latin typeface="Century Gothic"/>
                <a:cs typeface="Century Gothic"/>
              </a:rPr>
              <a:t> </a:t>
            </a:r>
            <a:r>
              <a:rPr sz="3600" spc="-20" dirty="0">
                <a:latin typeface="Century Gothic"/>
                <a:cs typeface="Century Gothic"/>
              </a:rPr>
              <a:t>just </a:t>
            </a:r>
            <a:r>
              <a:rPr sz="3600" spc="-10" dirty="0">
                <a:latin typeface="Century Gothic"/>
                <a:cs typeface="Century Gothic"/>
              </a:rPr>
              <a:t>single greyscale numbers!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156" name="object 156"/>
          <p:cNvSpPr/>
          <p:nvPr/>
        </p:nvSpPr>
        <p:spPr>
          <a:xfrm>
            <a:off x="328929" y="1065530"/>
            <a:ext cx="12344400" cy="2540"/>
          </a:xfrm>
          <a:custGeom>
            <a:avLst/>
            <a:gdLst/>
            <a:ahLst/>
            <a:cxnLst/>
            <a:rect l="l" t="t" r="r" b="b"/>
            <a:pathLst>
              <a:path w="12344400" h="2540">
                <a:moveTo>
                  <a:pt x="0" y="0"/>
                </a:moveTo>
                <a:lnTo>
                  <a:pt x="12344400" y="2540"/>
                </a:lnTo>
              </a:path>
            </a:pathLst>
          </a:custGeom>
          <a:ln w="50676">
            <a:solidFill>
              <a:srgbClr val="2C2C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14935" y="202811"/>
            <a:ext cx="11971019" cy="68352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609725">
              <a:lnSpc>
                <a:spcPct val="100000"/>
              </a:lnSpc>
              <a:spcBef>
                <a:spcPts val="100"/>
              </a:spcBef>
            </a:pPr>
            <a:r>
              <a:rPr sz="3200" b="1" dirty="0"/>
              <a:t>Scatterplot</a:t>
            </a:r>
            <a:r>
              <a:rPr sz="3200" b="1" spc="-10" dirty="0"/>
              <a:t> </a:t>
            </a:r>
            <a:r>
              <a:rPr sz="3200" b="1" dirty="0"/>
              <a:t>/</a:t>
            </a:r>
            <a:r>
              <a:rPr sz="3200" b="1" spc="-10" dirty="0"/>
              <a:t> </a:t>
            </a:r>
            <a:r>
              <a:rPr sz="3200" b="1" dirty="0"/>
              <a:t>2D</a:t>
            </a:r>
            <a:r>
              <a:rPr sz="3200" b="1" spc="-5" dirty="0"/>
              <a:t> </a:t>
            </a:r>
            <a:r>
              <a:rPr sz="3200" b="1" spc="-10" dirty="0"/>
              <a:t>Histogram</a:t>
            </a:r>
            <a:r>
              <a:rPr lang="da-DK" sz="3200" b="1" spc="-10" dirty="0"/>
              <a:t>/</a:t>
            </a:r>
            <a:r>
              <a:rPr lang="da-DK" sz="3200" b="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da-DK" sz="3200" b="1" dirty="0" err="1">
                <a:solidFill>
                  <a:srgbClr val="000000"/>
                </a:solidFill>
                <a:latin typeface="Arial"/>
                <a:cs typeface="Arial"/>
              </a:rPr>
              <a:t>Colocalization</a:t>
            </a:r>
            <a:r>
              <a:rPr lang="da-DK" sz="3200" b="1" spc="-22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da-DK" sz="3200" b="1" spc="-10" dirty="0">
                <a:solidFill>
                  <a:srgbClr val="000000"/>
                </a:solidFill>
                <a:latin typeface="Arial"/>
                <a:cs typeface="Arial"/>
              </a:rPr>
              <a:t>Analysis</a:t>
            </a:r>
            <a:endParaRPr sz="3200" b="1"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09709" y="4799329"/>
            <a:ext cx="2926079" cy="292608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9886950" y="1440180"/>
            <a:ext cx="2437130" cy="2437130"/>
            <a:chOff x="9886950" y="1440180"/>
            <a:chExt cx="2437130" cy="243713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86950" y="1440180"/>
              <a:ext cx="2437129" cy="243713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79047" y="1476147"/>
              <a:ext cx="256994" cy="25699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727587" y="1476147"/>
              <a:ext cx="256994" cy="256994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8820150" y="1438910"/>
            <a:ext cx="977900" cy="977900"/>
            <a:chOff x="8820150" y="1438910"/>
            <a:chExt cx="977900" cy="977900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20150" y="1438910"/>
              <a:ext cx="977900" cy="9779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64447" y="1476147"/>
              <a:ext cx="256994" cy="256994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8820150" y="2505710"/>
            <a:ext cx="977900" cy="977900"/>
            <a:chOff x="8820150" y="2505710"/>
            <a:chExt cx="977900" cy="977900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20150" y="2505710"/>
              <a:ext cx="977900" cy="9779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464447" y="2534057"/>
              <a:ext cx="256994" cy="25699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9022080" y="4070350"/>
            <a:ext cx="31527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entury Gothic"/>
                <a:cs typeface="Century Gothic"/>
              </a:rPr>
              <a:t>R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shifted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+20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spc="-25" dirty="0">
                <a:latin typeface="Century Gothic"/>
                <a:cs typeface="Century Gothic"/>
              </a:rPr>
              <a:t>pix</a:t>
            </a:r>
            <a:endParaRPr sz="3200">
              <a:latin typeface="Century Gothic"/>
              <a:cs typeface="Century Gothic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679950" y="1438910"/>
            <a:ext cx="977900" cy="977900"/>
            <a:chOff x="4679950" y="1438910"/>
            <a:chExt cx="977900" cy="977900"/>
          </a:xfrm>
        </p:grpSpPr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79950" y="1438910"/>
              <a:ext cx="977900" cy="9779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49647" y="1476147"/>
              <a:ext cx="256994" cy="256994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4679950" y="2505710"/>
            <a:ext cx="977900" cy="977900"/>
            <a:chOff x="4679950" y="2505710"/>
            <a:chExt cx="977900" cy="977900"/>
          </a:xfrm>
        </p:grpSpPr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79950" y="2505710"/>
              <a:ext cx="977900" cy="9779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49647" y="2534057"/>
              <a:ext cx="256994" cy="256994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5745479" y="1440180"/>
            <a:ext cx="2437130" cy="2437130"/>
            <a:chOff x="5745479" y="1440180"/>
            <a:chExt cx="2437130" cy="2437130"/>
          </a:xfrm>
        </p:grpSpPr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45479" y="1440180"/>
              <a:ext cx="2437129" cy="243713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69327" y="1476147"/>
              <a:ext cx="256994" cy="25699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16597" y="1476147"/>
              <a:ext cx="256994" cy="256994"/>
            </a:xfrm>
            <a:prstGeom prst="rect">
              <a:avLst/>
            </a:prstGeom>
          </p:spPr>
        </p:pic>
      </p:grpSp>
      <p:pic>
        <p:nvPicPr>
          <p:cNvPr id="25" name="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970779" y="4799329"/>
            <a:ext cx="2926079" cy="2926080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4881879" y="4070350"/>
            <a:ext cx="31527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entury Gothic"/>
                <a:cs typeface="Century Gothic"/>
              </a:rPr>
              <a:t>R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shifted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+10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spc="-25" dirty="0">
                <a:latin typeface="Century Gothic"/>
                <a:cs typeface="Century Gothic"/>
              </a:rPr>
              <a:t>pix</a:t>
            </a:r>
            <a:endParaRPr sz="3200">
              <a:latin typeface="Century Gothic"/>
              <a:cs typeface="Century Gothic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39750" y="2505710"/>
            <a:ext cx="977900" cy="977900"/>
            <a:chOff x="539750" y="2505710"/>
            <a:chExt cx="977900" cy="977900"/>
          </a:xfrm>
        </p:grpSpPr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9750" y="2505710"/>
              <a:ext cx="977900" cy="9779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34847" y="2534057"/>
              <a:ext cx="256994" cy="256994"/>
            </a:xfrm>
            <a:prstGeom prst="rect">
              <a:avLst/>
            </a:prstGeom>
          </p:spPr>
        </p:pic>
      </p:grpSp>
      <p:grpSp>
        <p:nvGrpSpPr>
          <p:cNvPr id="30" name="object 30"/>
          <p:cNvGrpSpPr/>
          <p:nvPr/>
        </p:nvGrpSpPr>
        <p:grpSpPr>
          <a:xfrm>
            <a:off x="539750" y="1438910"/>
            <a:ext cx="977900" cy="977900"/>
            <a:chOff x="539750" y="1438910"/>
            <a:chExt cx="977900" cy="977900"/>
          </a:xfrm>
        </p:grpSpPr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9750" y="1438910"/>
              <a:ext cx="977900" cy="9779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4847" y="1476147"/>
              <a:ext cx="256994" cy="256994"/>
            </a:xfrm>
            <a:prstGeom prst="rect">
              <a:avLst/>
            </a:prstGeom>
          </p:spPr>
        </p:pic>
      </p:grpSp>
      <p:grpSp>
        <p:nvGrpSpPr>
          <p:cNvPr id="33" name="object 33"/>
          <p:cNvGrpSpPr/>
          <p:nvPr/>
        </p:nvGrpSpPr>
        <p:grpSpPr>
          <a:xfrm>
            <a:off x="1606550" y="1440180"/>
            <a:ext cx="2437130" cy="2437130"/>
            <a:chOff x="1606550" y="1440180"/>
            <a:chExt cx="2437130" cy="2437130"/>
          </a:xfrm>
        </p:grpSpPr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06550" y="1440180"/>
              <a:ext cx="2437129" cy="243713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40557" y="1476147"/>
              <a:ext cx="256994" cy="25699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87827" y="1476147"/>
              <a:ext cx="256994" cy="256994"/>
            </a:xfrm>
            <a:prstGeom prst="rect">
              <a:avLst/>
            </a:prstGeom>
          </p:spPr>
        </p:pic>
      </p:grpSp>
      <p:pic>
        <p:nvPicPr>
          <p:cNvPr id="37" name="object 3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30580" y="4799329"/>
            <a:ext cx="2926080" cy="2926080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1111250" y="4070350"/>
            <a:ext cx="24168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entury Gothic"/>
                <a:cs typeface="Century Gothic"/>
              </a:rPr>
              <a:t>original</a:t>
            </a:r>
            <a:r>
              <a:rPr sz="3200" spc="-25" dirty="0">
                <a:latin typeface="Century Gothic"/>
                <a:cs typeface="Century Gothic"/>
              </a:rPr>
              <a:t> R+G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316729" y="1689100"/>
            <a:ext cx="39370" cy="5740400"/>
          </a:xfrm>
          <a:custGeom>
            <a:avLst/>
            <a:gdLst/>
            <a:ahLst/>
            <a:cxnLst/>
            <a:rect l="l" t="t" r="r" b="b"/>
            <a:pathLst>
              <a:path w="39370" h="5740400">
                <a:moveTo>
                  <a:pt x="39370" y="0"/>
                </a:moveTo>
                <a:lnTo>
                  <a:pt x="0" y="574040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444230" y="1689100"/>
            <a:ext cx="1270" cy="5715000"/>
          </a:xfrm>
          <a:custGeom>
            <a:avLst/>
            <a:gdLst/>
            <a:ahLst/>
            <a:cxnLst/>
            <a:rect l="l" t="t" r="r" b="b"/>
            <a:pathLst>
              <a:path w="1270" h="5715000">
                <a:moveTo>
                  <a:pt x="0" y="0"/>
                </a:moveTo>
                <a:lnTo>
                  <a:pt x="1270" y="571500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1" name="object 41"/>
          <p:cNvGrpSpPr/>
          <p:nvPr/>
        </p:nvGrpSpPr>
        <p:grpSpPr>
          <a:xfrm>
            <a:off x="323849" y="8297493"/>
            <a:ext cx="12354560" cy="1442721"/>
            <a:chOff x="323850" y="7998459"/>
            <a:chExt cx="12354560" cy="1638300"/>
          </a:xfrm>
        </p:grpSpPr>
        <p:pic>
          <p:nvPicPr>
            <p:cNvPr id="42" name="object 4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23850" y="8013699"/>
              <a:ext cx="12354560" cy="1623060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327660" y="7998459"/>
              <a:ext cx="12345670" cy="66040"/>
            </a:xfrm>
            <a:custGeom>
              <a:avLst/>
              <a:gdLst/>
              <a:ahLst/>
              <a:cxnLst/>
              <a:rect l="l" t="t" r="r" b="b"/>
              <a:pathLst>
                <a:path w="12345670" h="66040">
                  <a:moveTo>
                    <a:pt x="12345670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0" y="66040"/>
                  </a:lnTo>
                  <a:lnTo>
                    <a:pt x="12345670" y="66040"/>
                  </a:lnTo>
                  <a:lnTo>
                    <a:pt x="12345670" y="3302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27660" y="8064499"/>
              <a:ext cx="12345670" cy="33020"/>
            </a:xfrm>
            <a:custGeom>
              <a:avLst/>
              <a:gdLst/>
              <a:ahLst/>
              <a:cxnLst/>
              <a:rect l="l" t="t" r="r" b="b"/>
              <a:pathLst>
                <a:path w="12345670" h="33020">
                  <a:moveTo>
                    <a:pt x="12345670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12345670" y="3301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27660" y="8097519"/>
              <a:ext cx="12345670" cy="33020"/>
            </a:xfrm>
            <a:custGeom>
              <a:avLst/>
              <a:gdLst/>
              <a:ahLst/>
              <a:cxnLst/>
              <a:rect l="l" t="t" r="r" b="b"/>
              <a:pathLst>
                <a:path w="12345670" h="33020">
                  <a:moveTo>
                    <a:pt x="12345670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12345670" y="3301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27660" y="8130539"/>
              <a:ext cx="12345670" cy="33020"/>
            </a:xfrm>
            <a:custGeom>
              <a:avLst/>
              <a:gdLst/>
              <a:ahLst/>
              <a:cxnLst/>
              <a:rect l="l" t="t" r="r" b="b"/>
              <a:pathLst>
                <a:path w="12345670" h="33020">
                  <a:moveTo>
                    <a:pt x="12345670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12345670" y="3301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27660" y="8163559"/>
              <a:ext cx="12345670" cy="33020"/>
            </a:xfrm>
            <a:custGeom>
              <a:avLst/>
              <a:gdLst/>
              <a:ahLst/>
              <a:cxnLst/>
              <a:rect l="l" t="t" r="r" b="b"/>
              <a:pathLst>
                <a:path w="12345670" h="33020">
                  <a:moveTo>
                    <a:pt x="12345670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12345670" y="3302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27660" y="8196579"/>
              <a:ext cx="12345670" cy="33020"/>
            </a:xfrm>
            <a:custGeom>
              <a:avLst/>
              <a:gdLst/>
              <a:ahLst/>
              <a:cxnLst/>
              <a:rect l="l" t="t" r="r" b="b"/>
              <a:pathLst>
                <a:path w="12345670" h="33020">
                  <a:moveTo>
                    <a:pt x="12345670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12345670" y="3302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27660" y="8229599"/>
              <a:ext cx="12345670" cy="33020"/>
            </a:xfrm>
            <a:custGeom>
              <a:avLst/>
              <a:gdLst/>
              <a:ahLst/>
              <a:cxnLst/>
              <a:rect l="l" t="t" r="r" b="b"/>
              <a:pathLst>
                <a:path w="12345670" h="33020">
                  <a:moveTo>
                    <a:pt x="12345670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12345670" y="3301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27660" y="8262619"/>
              <a:ext cx="12345670" cy="33020"/>
            </a:xfrm>
            <a:custGeom>
              <a:avLst/>
              <a:gdLst/>
              <a:ahLst/>
              <a:cxnLst/>
              <a:rect l="l" t="t" r="r" b="b"/>
              <a:pathLst>
                <a:path w="12345670" h="33020">
                  <a:moveTo>
                    <a:pt x="12345670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12345670" y="3301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27660" y="8295639"/>
              <a:ext cx="12345670" cy="33020"/>
            </a:xfrm>
            <a:custGeom>
              <a:avLst/>
              <a:gdLst/>
              <a:ahLst/>
              <a:cxnLst/>
              <a:rect l="l" t="t" r="r" b="b"/>
              <a:pathLst>
                <a:path w="12345670" h="33020">
                  <a:moveTo>
                    <a:pt x="12345670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12345670" y="3301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27660" y="8328659"/>
              <a:ext cx="12345670" cy="31750"/>
            </a:xfrm>
            <a:custGeom>
              <a:avLst/>
              <a:gdLst/>
              <a:ahLst/>
              <a:cxnLst/>
              <a:rect l="l" t="t" r="r" b="b"/>
              <a:pathLst>
                <a:path w="12345670" h="31750">
                  <a:moveTo>
                    <a:pt x="12345670" y="0"/>
                  </a:moveTo>
                  <a:lnTo>
                    <a:pt x="0" y="0"/>
                  </a:lnTo>
                  <a:lnTo>
                    <a:pt x="0" y="31750"/>
                  </a:lnTo>
                  <a:lnTo>
                    <a:pt x="12345670" y="3175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27660" y="8360409"/>
              <a:ext cx="12345670" cy="34290"/>
            </a:xfrm>
            <a:custGeom>
              <a:avLst/>
              <a:gdLst/>
              <a:ahLst/>
              <a:cxnLst/>
              <a:rect l="l" t="t" r="r" b="b"/>
              <a:pathLst>
                <a:path w="12345670" h="34290">
                  <a:moveTo>
                    <a:pt x="12345670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12345670" y="3429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27660" y="8394699"/>
              <a:ext cx="12345670" cy="31750"/>
            </a:xfrm>
            <a:custGeom>
              <a:avLst/>
              <a:gdLst/>
              <a:ahLst/>
              <a:cxnLst/>
              <a:rect l="l" t="t" r="r" b="b"/>
              <a:pathLst>
                <a:path w="12345670" h="31750">
                  <a:moveTo>
                    <a:pt x="12345670" y="0"/>
                  </a:moveTo>
                  <a:lnTo>
                    <a:pt x="0" y="0"/>
                  </a:lnTo>
                  <a:lnTo>
                    <a:pt x="0" y="31750"/>
                  </a:lnTo>
                  <a:lnTo>
                    <a:pt x="12345670" y="3175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27660" y="8426449"/>
              <a:ext cx="12345670" cy="33020"/>
            </a:xfrm>
            <a:custGeom>
              <a:avLst/>
              <a:gdLst/>
              <a:ahLst/>
              <a:cxnLst/>
              <a:rect l="l" t="t" r="r" b="b"/>
              <a:pathLst>
                <a:path w="12345670" h="33020">
                  <a:moveTo>
                    <a:pt x="12345670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12345670" y="3301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27660" y="8459469"/>
              <a:ext cx="12345670" cy="33020"/>
            </a:xfrm>
            <a:custGeom>
              <a:avLst/>
              <a:gdLst/>
              <a:ahLst/>
              <a:cxnLst/>
              <a:rect l="l" t="t" r="r" b="b"/>
              <a:pathLst>
                <a:path w="12345670" h="33020">
                  <a:moveTo>
                    <a:pt x="12345670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12345670" y="3301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27660" y="8492489"/>
              <a:ext cx="12345670" cy="33020"/>
            </a:xfrm>
            <a:custGeom>
              <a:avLst/>
              <a:gdLst/>
              <a:ahLst/>
              <a:cxnLst/>
              <a:rect l="l" t="t" r="r" b="b"/>
              <a:pathLst>
                <a:path w="12345670" h="33020">
                  <a:moveTo>
                    <a:pt x="12345670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12345670" y="3301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27660" y="8525509"/>
              <a:ext cx="12345670" cy="33020"/>
            </a:xfrm>
            <a:custGeom>
              <a:avLst/>
              <a:gdLst/>
              <a:ahLst/>
              <a:cxnLst/>
              <a:rect l="l" t="t" r="r" b="b"/>
              <a:pathLst>
                <a:path w="12345670" h="33020">
                  <a:moveTo>
                    <a:pt x="12345670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12345670" y="3302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27660" y="8558529"/>
              <a:ext cx="12345670" cy="33020"/>
            </a:xfrm>
            <a:custGeom>
              <a:avLst/>
              <a:gdLst/>
              <a:ahLst/>
              <a:cxnLst/>
              <a:rect l="l" t="t" r="r" b="b"/>
              <a:pathLst>
                <a:path w="12345670" h="33020">
                  <a:moveTo>
                    <a:pt x="12345670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12345670" y="3302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27660" y="8591549"/>
              <a:ext cx="12345670" cy="33020"/>
            </a:xfrm>
            <a:custGeom>
              <a:avLst/>
              <a:gdLst/>
              <a:ahLst/>
              <a:cxnLst/>
              <a:rect l="l" t="t" r="r" b="b"/>
              <a:pathLst>
                <a:path w="12345670" h="33020">
                  <a:moveTo>
                    <a:pt x="12345670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12345670" y="3301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27660" y="8624569"/>
              <a:ext cx="12345670" cy="33020"/>
            </a:xfrm>
            <a:custGeom>
              <a:avLst/>
              <a:gdLst/>
              <a:ahLst/>
              <a:cxnLst/>
              <a:rect l="l" t="t" r="r" b="b"/>
              <a:pathLst>
                <a:path w="12345670" h="33020">
                  <a:moveTo>
                    <a:pt x="12345670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12345670" y="3301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27660" y="8657589"/>
              <a:ext cx="12345670" cy="33020"/>
            </a:xfrm>
            <a:custGeom>
              <a:avLst/>
              <a:gdLst/>
              <a:ahLst/>
              <a:cxnLst/>
              <a:rect l="l" t="t" r="r" b="b"/>
              <a:pathLst>
                <a:path w="12345670" h="33020">
                  <a:moveTo>
                    <a:pt x="12345670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12345670" y="3301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27660" y="8690609"/>
              <a:ext cx="12345670" cy="33020"/>
            </a:xfrm>
            <a:custGeom>
              <a:avLst/>
              <a:gdLst/>
              <a:ahLst/>
              <a:cxnLst/>
              <a:rect l="l" t="t" r="r" b="b"/>
              <a:pathLst>
                <a:path w="12345670" h="33020">
                  <a:moveTo>
                    <a:pt x="12345670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12345670" y="3302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27660" y="8723629"/>
              <a:ext cx="12345670" cy="33020"/>
            </a:xfrm>
            <a:custGeom>
              <a:avLst/>
              <a:gdLst/>
              <a:ahLst/>
              <a:cxnLst/>
              <a:rect l="l" t="t" r="r" b="b"/>
              <a:pathLst>
                <a:path w="12345670" h="33020">
                  <a:moveTo>
                    <a:pt x="12345670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12345670" y="3302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27660" y="8756649"/>
              <a:ext cx="12345670" cy="33020"/>
            </a:xfrm>
            <a:custGeom>
              <a:avLst/>
              <a:gdLst/>
              <a:ahLst/>
              <a:cxnLst/>
              <a:rect l="l" t="t" r="r" b="b"/>
              <a:pathLst>
                <a:path w="12345670" h="33020">
                  <a:moveTo>
                    <a:pt x="12345670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12345670" y="3301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27660" y="8789669"/>
              <a:ext cx="12345670" cy="33020"/>
            </a:xfrm>
            <a:custGeom>
              <a:avLst/>
              <a:gdLst/>
              <a:ahLst/>
              <a:cxnLst/>
              <a:rect l="l" t="t" r="r" b="b"/>
              <a:pathLst>
                <a:path w="12345670" h="33020">
                  <a:moveTo>
                    <a:pt x="12345670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12345670" y="3301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27660" y="8822689"/>
              <a:ext cx="12345670" cy="33020"/>
            </a:xfrm>
            <a:custGeom>
              <a:avLst/>
              <a:gdLst/>
              <a:ahLst/>
              <a:cxnLst/>
              <a:rect l="l" t="t" r="r" b="b"/>
              <a:pathLst>
                <a:path w="12345670" h="33020">
                  <a:moveTo>
                    <a:pt x="12345670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12345670" y="3301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27660" y="8855709"/>
              <a:ext cx="12345670" cy="33020"/>
            </a:xfrm>
            <a:custGeom>
              <a:avLst/>
              <a:gdLst/>
              <a:ahLst/>
              <a:cxnLst/>
              <a:rect l="l" t="t" r="r" b="b"/>
              <a:pathLst>
                <a:path w="12345670" h="33020">
                  <a:moveTo>
                    <a:pt x="12345670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12345670" y="3302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27660" y="8888729"/>
              <a:ext cx="12345670" cy="33020"/>
            </a:xfrm>
            <a:custGeom>
              <a:avLst/>
              <a:gdLst/>
              <a:ahLst/>
              <a:cxnLst/>
              <a:rect l="l" t="t" r="r" b="b"/>
              <a:pathLst>
                <a:path w="12345670" h="33020">
                  <a:moveTo>
                    <a:pt x="12345670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12345670" y="3302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27660" y="8921749"/>
              <a:ext cx="12345670" cy="33020"/>
            </a:xfrm>
            <a:custGeom>
              <a:avLst/>
              <a:gdLst/>
              <a:ahLst/>
              <a:cxnLst/>
              <a:rect l="l" t="t" r="r" b="b"/>
              <a:pathLst>
                <a:path w="12345670" h="33020">
                  <a:moveTo>
                    <a:pt x="12345670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12345670" y="3302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27660" y="8954769"/>
              <a:ext cx="12345670" cy="31750"/>
            </a:xfrm>
            <a:custGeom>
              <a:avLst/>
              <a:gdLst/>
              <a:ahLst/>
              <a:cxnLst/>
              <a:rect l="l" t="t" r="r" b="b"/>
              <a:pathLst>
                <a:path w="12345670" h="31750">
                  <a:moveTo>
                    <a:pt x="12345670" y="0"/>
                  </a:moveTo>
                  <a:lnTo>
                    <a:pt x="0" y="0"/>
                  </a:lnTo>
                  <a:lnTo>
                    <a:pt x="0" y="31749"/>
                  </a:lnTo>
                  <a:lnTo>
                    <a:pt x="12345670" y="3174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27660" y="8986519"/>
              <a:ext cx="12345670" cy="33020"/>
            </a:xfrm>
            <a:custGeom>
              <a:avLst/>
              <a:gdLst/>
              <a:ahLst/>
              <a:cxnLst/>
              <a:rect l="l" t="t" r="r" b="b"/>
              <a:pathLst>
                <a:path w="12345670" h="33020">
                  <a:moveTo>
                    <a:pt x="12345670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12345670" y="3301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27660" y="9019539"/>
              <a:ext cx="12345670" cy="33020"/>
            </a:xfrm>
            <a:custGeom>
              <a:avLst/>
              <a:gdLst/>
              <a:ahLst/>
              <a:cxnLst/>
              <a:rect l="l" t="t" r="r" b="b"/>
              <a:pathLst>
                <a:path w="12345670" h="33020">
                  <a:moveTo>
                    <a:pt x="12345670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12345670" y="3301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27660" y="9052559"/>
              <a:ext cx="12345670" cy="33020"/>
            </a:xfrm>
            <a:custGeom>
              <a:avLst/>
              <a:gdLst/>
              <a:ahLst/>
              <a:cxnLst/>
              <a:rect l="l" t="t" r="r" b="b"/>
              <a:pathLst>
                <a:path w="12345670" h="33020">
                  <a:moveTo>
                    <a:pt x="12345670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12345670" y="3302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27660" y="9085579"/>
              <a:ext cx="12345670" cy="66040"/>
            </a:xfrm>
            <a:custGeom>
              <a:avLst/>
              <a:gdLst/>
              <a:ahLst/>
              <a:cxnLst/>
              <a:rect l="l" t="t" r="r" b="b"/>
              <a:pathLst>
                <a:path w="12345670" h="66040">
                  <a:moveTo>
                    <a:pt x="12345670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0" y="66040"/>
                  </a:lnTo>
                  <a:lnTo>
                    <a:pt x="12345670" y="66040"/>
                  </a:lnTo>
                  <a:lnTo>
                    <a:pt x="12345670" y="3302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27660" y="9151619"/>
              <a:ext cx="12345670" cy="33020"/>
            </a:xfrm>
            <a:custGeom>
              <a:avLst/>
              <a:gdLst/>
              <a:ahLst/>
              <a:cxnLst/>
              <a:rect l="l" t="t" r="r" b="b"/>
              <a:pathLst>
                <a:path w="12345670" h="33020">
                  <a:moveTo>
                    <a:pt x="12345670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12345670" y="3301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27660" y="9184639"/>
              <a:ext cx="12345670" cy="33020"/>
            </a:xfrm>
            <a:custGeom>
              <a:avLst/>
              <a:gdLst/>
              <a:ahLst/>
              <a:cxnLst/>
              <a:rect l="l" t="t" r="r" b="b"/>
              <a:pathLst>
                <a:path w="12345670" h="33020">
                  <a:moveTo>
                    <a:pt x="12345670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12345670" y="3301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27660" y="9217659"/>
              <a:ext cx="12345670" cy="33020"/>
            </a:xfrm>
            <a:custGeom>
              <a:avLst/>
              <a:gdLst/>
              <a:ahLst/>
              <a:cxnLst/>
              <a:rect l="l" t="t" r="r" b="b"/>
              <a:pathLst>
                <a:path w="12345670" h="33020">
                  <a:moveTo>
                    <a:pt x="12345670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12345670" y="3302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27660" y="9250679"/>
              <a:ext cx="12345670" cy="33020"/>
            </a:xfrm>
            <a:custGeom>
              <a:avLst/>
              <a:gdLst/>
              <a:ahLst/>
              <a:cxnLst/>
              <a:rect l="l" t="t" r="r" b="b"/>
              <a:pathLst>
                <a:path w="12345670" h="33020">
                  <a:moveTo>
                    <a:pt x="12345670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12345670" y="3302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27660" y="9283699"/>
              <a:ext cx="12345670" cy="33020"/>
            </a:xfrm>
            <a:custGeom>
              <a:avLst/>
              <a:gdLst/>
              <a:ahLst/>
              <a:cxnLst/>
              <a:rect l="l" t="t" r="r" b="b"/>
              <a:pathLst>
                <a:path w="12345670" h="33020">
                  <a:moveTo>
                    <a:pt x="12345670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12345670" y="3302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27660" y="9316719"/>
              <a:ext cx="12345670" cy="33020"/>
            </a:xfrm>
            <a:custGeom>
              <a:avLst/>
              <a:gdLst/>
              <a:ahLst/>
              <a:cxnLst/>
              <a:rect l="l" t="t" r="r" b="b"/>
              <a:pathLst>
                <a:path w="12345670" h="33020">
                  <a:moveTo>
                    <a:pt x="12345670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12345670" y="3301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27660" y="9349739"/>
              <a:ext cx="12345670" cy="33020"/>
            </a:xfrm>
            <a:custGeom>
              <a:avLst/>
              <a:gdLst/>
              <a:ahLst/>
              <a:cxnLst/>
              <a:rect l="l" t="t" r="r" b="b"/>
              <a:pathLst>
                <a:path w="12345670" h="33020">
                  <a:moveTo>
                    <a:pt x="12345670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12345670" y="3301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27660" y="9382759"/>
              <a:ext cx="12345670" cy="33020"/>
            </a:xfrm>
            <a:custGeom>
              <a:avLst/>
              <a:gdLst/>
              <a:ahLst/>
              <a:cxnLst/>
              <a:rect l="l" t="t" r="r" b="b"/>
              <a:pathLst>
                <a:path w="12345670" h="33020">
                  <a:moveTo>
                    <a:pt x="12345670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12345670" y="3302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27660" y="9415779"/>
              <a:ext cx="12345670" cy="33020"/>
            </a:xfrm>
            <a:custGeom>
              <a:avLst/>
              <a:gdLst/>
              <a:ahLst/>
              <a:cxnLst/>
              <a:rect l="l" t="t" r="r" b="b"/>
              <a:pathLst>
                <a:path w="12345670" h="33020">
                  <a:moveTo>
                    <a:pt x="12345670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12345670" y="3302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27660" y="9448799"/>
              <a:ext cx="12345670" cy="33020"/>
            </a:xfrm>
            <a:custGeom>
              <a:avLst/>
              <a:gdLst/>
              <a:ahLst/>
              <a:cxnLst/>
              <a:rect l="l" t="t" r="r" b="b"/>
              <a:pathLst>
                <a:path w="12345670" h="33020">
                  <a:moveTo>
                    <a:pt x="12345670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12345670" y="3302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27660" y="9481819"/>
              <a:ext cx="12345670" cy="33020"/>
            </a:xfrm>
            <a:custGeom>
              <a:avLst/>
              <a:gdLst/>
              <a:ahLst/>
              <a:cxnLst/>
              <a:rect l="l" t="t" r="r" b="b"/>
              <a:pathLst>
                <a:path w="12345670" h="33020">
                  <a:moveTo>
                    <a:pt x="12345670" y="0"/>
                  </a:moveTo>
                  <a:lnTo>
                    <a:pt x="0" y="0"/>
                  </a:lnTo>
                  <a:lnTo>
                    <a:pt x="0" y="33019"/>
                  </a:lnTo>
                  <a:lnTo>
                    <a:pt x="12345670" y="3301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27660" y="9514839"/>
              <a:ext cx="12345670" cy="31750"/>
            </a:xfrm>
            <a:custGeom>
              <a:avLst/>
              <a:gdLst/>
              <a:ahLst/>
              <a:cxnLst/>
              <a:rect l="l" t="t" r="r" b="b"/>
              <a:pathLst>
                <a:path w="12345670" h="31750">
                  <a:moveTo>
                    <a:pt x="12345670" y="0"/>
                  </a:moveTo>
                  <a:lnTo>
                    <a:pt x="0" y="0"/>
                  </a:lnTo>
                  <a:lnTo>
                    <a:pt x="0" y="31749"/>
                  </a:lnTo>
                  <a:lnTo>
                    <a:pt x="12345670" y="3174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27660" y="9546589"/>
              <a:ext cx="12345670" cy="34290"/>
            </a:xfrm>
            <a:custGeom>
              <a:avLst/>
              <a:gdLst/>
              <a:ahLst/>
              <a:cxnLst/>
              <a:rect l="l" t="t" r="r" b="b"/>
              <a:pathLst>
                <a:path w="12345670" h="34290">
                  <a:moveTo>
                    <a:pt x="1234567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12345670" y="3428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27660" y="9580879"/>
              <a:ext cx="12345670" cy="31750"/>
            </a:xfrm>
            <a:custGeom>
              <a:avLst/>
              <a:gdLst/>
              <a:ahLst/>
              <a:cxnLst/>
              <a:rect l="l" t="t" r="r" b="b"/>
              <a:pathLst>
                <a:path w="12345670" h="31750">
                  <a:moveTo>
                    <a:pt x="12345670" y="0"/>
                  </a:moveTo>
                  <a:lnTo>
                    <a:pt x="0" y="0"/>
                  </a:lnTo>
                  <a:lnTo>
                    <a:pt x="0" y="31750"/>
                  </a:lnTo>
                  <a:lnTo>
                    <a:pt x="12345670" y="3175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312128" y="8294922"/>
            <a:ext cx="12344400" cy="1387559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060"/>
              </a:lnSpc>
            </a:pPr>
            <a:r>
              <a:rPr sz="2800" dirty="0">
                <a:latin typeface="Century Gothic"/>
                <a:cs typeface="Century Gothic"/>
              </a:rPr>
              <a:t>Find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way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to</a:t>
            </a:r>
            <a:r>
              <a:rPr sz="2800" spc="-30" dirty="0">
                <a:latin typeface="Century Gothic"/>
                <a:cs typeface="Century Gothic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visualise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what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you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actually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want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to </a:t>
            </a:r>
            <a:r>
              <a:rPr sz="2800" u="heavy" spc="-20" dirty="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see</a:t>
            </a:r>
            <a:r>
              <a:rPr sz="2800" spc="-20" dirty="0">
                <a:latin typeface="Century Gothic"/>
                <a:cs typeface="Century Gothic"/>
              </a:rPr>
              <a:t>:</a:t>
            </a:r>
            <a:endParaRPr lang="en-US" sz="2800" dirty="0">
              <a:latin typeface="Century Gothic"/>
              <a:cs typeface="Century Gothic"/>
            </a:endParaRPr>
          </a:p>
          <a:p>
            <a:pPr marL="1217295" marR="1205865" indent="-127000" algn="ctr">
              <a:lnSpc>
                <a:spcPct val="100000"/>
              </a:lnSpc>
            </a:pPr>
            <a:r>
              <a:rPr lang="en-US" sz="2800" dirty="0">
                <a:latin typeface="Century Gothic"/>
                <a:cs typeface="Century Gothic"/>
              </a:rPr>
              <a:t>Here,</a:t>
            </a:r>
            <a:r>
              <a:rPr lang="en-US" sz="2800" spc="-20" dirty="0">
                <a:latin typeface="Century Gothic"/>
                <a:cs typeface="Century Gothic"/>
              </a:rPr>
              <a:t> </a:t>
            </a:r>
            <a:r>
              <a:rPr lang="en-US" sz="2800" dirty="0">
                <a:latin typeface="Century Gothic"/>
                <a:cs typeface="Century Gothic"/>
              </a:rPr>
              <a:t>we</a:t>
            </a:r>
            <a:r>
              <a:rPr lang="en-US" sz="2800" spc="-10" dirty="0">
                <a:latin typeface="Century Gothic"/>
                <a:cs typeface="Century Gothic"/>
              </a:rPr>
              <a:t> </a:t>
            </a:r>
            <a:r>
              <a:rPr lang="en-US" sz="2800" dirty="0">
                <a:latin typeface="Century Gothic"/>
                <a:cs typeface="Century Gothic"/>
              </a:rPr>
              <a:t>don’t</a:t>
            </a:r>
            <a:r>
              <a:rPr lang="en-US" sz="2800" spc="-10" dirty="0">
                <a:latin typeface="Century Gothic"/>
                <a:cs typeface="Century Gothic"/>
              </a:rPr>
              <a:t> </a:t>
            </a:r>
            <a:r>
              <a:rPr lang="en-US" sz="2800" dirty="0">
                <a:latin typeface="Century Gothic"/>
                <a:cs typeface="Century Gothic"/>
              </a:rPr>
              <a:t>care</a:t>
            </a:r>
            <a:r>
              <a:rPr lang="en-US" sz="2800" spc="-45" dirty="0">
                <a:latin typeface="Century Gothic"/>
                <a:cs typeface="Century Gothic"/>
              </a:rPr>
              <a:t> </a:t>
            </a:r>
            <a:r>
              <a:rPr lang="en-US" sz="2800" u="heavy" dirty="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WHERE</a:t>
            </a:r>
            <a:r>
              <a:rPr lang="en-US" sz="2800" dirty="0">
                <a:latin typeface="Century Gothic"/>
                <a:cs typeface="Century Gothic"/>
              </a:rPr>
              <a:t> the</a:t>
            </a:r>
            <a:r>
              <a:rPr lang="en-US" sz="2800" spc="-10" dirty="0">
                <a:latin typeface="Century Gothic"/>
                <a:cs typeface="Century Gothic"/>
              </a:rPr>
              <a:t> </a:t>
            </a:r>
            <a:r>
              <a:rPr lang="en-US" sz="2800" dirty="0">
                <a:latin typeface="Century Gothic"/>
                <a:cs typeface="Century Gothic"/>
              </a:rPr>
              <a:t>beads</a:t>
            </a:r>
            <a:r>
              <a:rPr lang="en-US" sz="2800" spc="-5" dirty="0">
                <a:latin typeface="Century Gothic"/>
                <a:cs typeface="Century Gothic"/>
              </a:rPr>
              <a:t> </a:t>
            </a:r>
            <a:r>
              <a:rPr lang="en-US" sz="2800" spc="-20" dirty="0">
                <a:latin typeface="Century Gothic"/>
                <a:cs typeface="Century Gothic"/>
              </a:rPr>
              <a:t>are; </a:t>
            </a:r>
            <a:r>
              <a:rPr lang="en-US" sz="2800" dirty="0">
                <a:latin typeface="Century Gothic"/>
                <a:cs typeface="Century Gothic"/>
              </a:rPr>
              <a:t>We</a:t>
            </a:r>
            <a:r>
              <a:rPr lang="en-US" sz="2800" spc="-25" dirty="0">
                <a:latin typeface="Century Gothic"/>
                <a:cs typeface="Century Gothic"/>
              </a:rPr>
              <a:t> </a:t>
            </a:r>
            <a:r>
              <a:rPr lang="en-US" sz="2800" dirty="0">
                <a:latin typeface="Century Gothic"/>
                <a:cs typeface="Century Gothic"/>
              </a:rPr>
              <a:t>care</a:t>
            </a:r>
            <a:r>
              <a:rPr lang="en-US" sz="2800" spc="-25" dirty="0">
                <a:latin typeface="Century Gothic"/>
                <a:cs typeface="Century Gothic"/>
              </a:rPr>
              <a:t> </a:t>
            </a:r>
            <a:r>
              <a:rPr lang="en-US" sz="2800" dirty="0">
                <a:latin typeface="Century Gothic"/>
                <a:cs typeface="Century Gothic"/>
              </a:rPr>
              <a:t>if</a:t>
            </a:r>
            <a:r>
              <a:rPr lang="en-US" sz="2800" spc="-25" dirty="0">
                <a:latin typeface="Century Gothic"/>
                <a:cs typeface="Century Gothic"/>
              </a:rPr>
              <a:t> </a:t>
            </a:r>
            <a:r>
              <a:rPr lang="en-US" sz="2800" dirty="0">
                <a:latin typeface="Century Gothic"/>
                <a:cs typeface="Century Gothic"/>
              </a:rPr>
              <a:t>they</a:t>
            </a:r>
            <a:r>
              <a:rPr lang="en-US" sz="2800" spc="-20" dirty="0">
                <a:latin typeface="Century Gothic"/>
                <a:cs typeface="Century Gothic"/>
              </a:rPr>
              <a:t> </a:t>
            </a:r>
            <a:r>
              <a:rPr lang="en-US" sz="2800" dirty="0">
                <a:latin typeface="Century Gothic"/>
                <a:cs typeface="Century Gothic"/>
              </a:rPr>
              <a:t>are</a:t>
            </a:r>
            <a:r>
              <a:rPr lang="en-US" sz="2800" spc="-25" dirty="0">
                <a:latin typeface="Century Gothic"/>
                <a:cs typeface="Century Gothic"/>
              </a:rPr>
              <a:t> </a:t>
            </a:r>
            <a:r>
              <a:rPr lang="en-US" sz="2800" dirty="0">
                <a:latin typeface="Century Gothic"/>
                <a:cs typeface="Century Gothic"/>
              </a:rPr>
              <a:t>in</a:t>
            </a:r>
            <a:r>
              <a:rPr lang="en-US" sz="2800" spc="-20" dirty="0">
                <a:latin typeface="Century Gothic"/>
                <a:cs typeface="Century Gothic"/>
              </a:rPr>
              <a:t> </a:t>
            </a:r>
            <a:r>
              <a:rPr lang="en-US" sz="2800" dirty="0">
                <a:latin typeface="Century Gothic"/>
                <a:cs typeface="Century Gothic"/>
              </a:rPr>
              <a:t>the</a:t>
            </a:r>
            <a:r>
              <a:rPr lang="en-US" sz="2800" spc="-60" dirty="0">
                <a:latin typeface="Century Gothic"/>
                <a:cs typeface="Century Gothic"/>
              </a:rPr>
              <a:t> </a:t>
            </a:r>
            <a:r>
              <a:rPr lang="en-US" sz="2800" u="heavy" dirty="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same</a:t>
            </a:r>
            <a:r>
              <a:rPr lang="en-US" sz="2800" u="heavy" spc="-25" dirty="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 </a:t>
            </a:r>
            <a:r>
              <a:rPr lang="en-US" sz="2800" u="heavy" dirty="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place</a:t>
            </a:r>
            <a:r>
              <a:rPr lang="en-US" sz="2800" u="heavy" spc="-25" dirty="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 </a:t>
            </a:r>
            <a:r>
              <a:rPr lang="en-US" sz="2800" u="heavy" dirty="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or</a:t>
            </a:r>
            <a:r>
              <a:rPr lang="en-US" sz="2800" u="heavy" spc="-20" dirty="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 not!</a:t>
            </a:r>
            <a:endParaRPr lang="en-US" sz="2800" dirty="0">
              <a:latin typeface="Century Gothic"/>
              <a:cs typeface="Century Gothic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328929" y="1217930"/>
            <a:ext cx="12344400" cy="2540"/>
          </a:xfrm>
          <a:custGeom>
            <a:avLst/>
            <a:gdLst/>
            <a:ahLst/>
            <a:cxnLst/>
            <a:rect l="l" t="t" r="r" b="b"/>
            <a:pathLst>
              <a:path w="12344400" h="2540">
                <a:moveTo>
                  <a:pt x="0" y="0"/>
                </a:moveTo>
                <a:lnTo>
                  <a:pt x="12344400" y="2540"/>
                </a:lnTo>
              </a:path>
            </a:pathLst>
          </a:custGeom>
          <a:ln w="50676">
            <a:solidFill>
              <a:srgbClr val="2C2C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CD8DA8E-8F17-CD09-8E49-DB9B57D069C0}"/>
              </a:ext>
            </a:extLst>
          </p:cNvPr>
          <p:cNvSpPr txBox="1"/>
          <p:nvPr/>
        </p:nvSpPr>
        <p:spPr>
          <a:xfrm>
            <a:off x="1493860" y="7697181"/>
            <a:ext cx="1861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Red intensity 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EECF55F-6CD0-DB3C-CF4B-47A6F7BA832A}"/>
              </a:ext>
            </a:extLst>
          </p:cNvPr>
          <p:cNvSpPr txBox="1"/>
          <p:nvPr/>
        </p:nvSpPr>
        <p:spPr>
          <a:xfrm>
            <a:off x="5569584" y="7738830"/>
            <a:ext cx="1861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Red intensity 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DB8919E-D656-4E34-03C6-2360A31CB095}"/>
              </a:ext>
            </a:extLst>
          </p:cNvPr>
          <p:cNvSpPr txBox="1"/>
          <p:nvPr/>
        </p:nvSpPr>
        <p:spPr>
          <a:xfrm>
            <a:off x="9022080" y="7715395"/>
            <a:ext cx="1861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Red intensity 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65DB094-E54E-4A89-767D-E7DF773C74E3}"/>
              </a:ext>
            </a:extLst>
          </p:cNvPr>
          <p:cNvSpPr txBox="1"/>
          <p:nvPr/>
        </p:nvSpPr>
        <p:spPr>
          <a:xfrm rot="16200000">
            <a:off x="-259732" y="6190037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Green intensity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FC82355-3743-555E-86D0-4353AEC88CED}"/>
              </a:ext>
            </a:extLst>
          </p:cNvPr>
          <p:cNvSpPr txBox="1"/>
          <p:nvPr/>
        </p:nvSpPr>
        <p:spPr>
          <a:xfrm rot="16200000">
            <a:off x="3897489" y="6190038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Green intensity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5DCB904-F592-07CE-972A-D0F63FD6ECA9}"/>
              </a:ext>
            </a:extLst>
          </p:cNvPr>
          <p:cNvSpPr txBox="1"/>
          <p:nvPr/>
        </p:nvSpPr>
        <p:spPr>
          <a:xfrm rot="16200000">
            <a:off x="7984106" y="6016397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Green intensity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451" y="543673"/>
            <a:ext cx="9589234" cy="1331547"/>
          </a:xfrm>
          <a:prstGeom prst="rect">
            <a:avLst/>
          </a:prstGeom>
        </p:spPr>
        <p:txBody>
          <a:bodyPr vert="horz" wrap="square" lIns="0" tIns="18062" rIns="0" bIns="0" rtlCol="0">
            <a:spAutoFit/>
          </a:bodyPr>
          <a:lstStyle/>
          <a:p>
            <a:pPr marL="2219812" marR="7225" indent="-2201750">
              <a:spcBef>
                <a:spcPts val="142"/>
              </a:spcBef>
            </a:pPr>
            <a:r>
              <a:rPr sz="4267" dirty="0"/>
              <a:t>Pearson’s</a:t>
            </a:r>
            <a:r>
              <a:rPr sz="4267" spc="-78" dirty="0"/>
              <a:t> </a:t>
            </a:r>
            <a:r>
              <a:rPr sz="4267" dirty="0"/>
              <a:t>Image</a:t>
            </a:r>
            <a:r>
              <a:rPr sz="4267" spc="-78" dirty="0"/>
              <a:t> </a:t>
            </a:r>
            <a:r>
              <a:rPr sz="4267" dirty="0"/>
              <a:t>Correlation</a:t>
            </a:r>
            <a:r>
              <a:rPr sz="4267" spc="-78" dirty="0"/>
              <a:t> </a:t>
            </a:r>
            <a:r>
              <a:rPr sz="4267" spc="-14" dirty="0"/>
              <a:t>Coefficient </a:t>
            </a:r>
            <a:r>
              <a:rPr sz="4267" dirty="0"/>
              <a:t>(Manders</a:t>
            </a:r>
            <a:r>
              <a:rPr sz="4267" spc="-21" dirty="0"/>
              <a:t> </a:t>
            </a:r>
            <a:r>
              <a:rPr sz="4267" dirty="0"/>
              <a:t>et</a:t>
            </a:r>
            <a:r>
              <a:rPr sz="4267" spc="-14" dirty="0"/>
              <a:t> </a:t>
            </a:r>
            <a:r>
              <a:rPr sz="4267" dirty="0"/>
              <a:t>al.,</a:t>
            </a:r>
            <a:r>
              <a:rPr sz="4267" spc="-14" dirty="0"/>
              <a:t> 1993)</a:t>
            </a:r>
            <a:endParaRPr sz="4267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1929" y="2413113"/>
            <a:ext cx="7797461" cy="28447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7140" y="5895508"/>
            <a:ext cx="12303986" cy="2798038"/>
          </a:xfrm>
          <a:prstGeom prst="rect">
            <a:avLst/>
          </a:prstGeom>
        </p:spPr>
        <p:txBody>
          <a:bodyPr vert="horz" wrap="square" lIns="0" tIns="18062" rIns="0" bIns="0" rtlCol="0">
            <a:spAutoFit/>
          </a:bodyPr>
          <a:lstStyle/>
          <a:p>
            <a:pPr defTabSz="1300460">
              <a:spcBef>
                <a:spcPts val="36"/>
              </a:spcBef>
            </a:pPr>
            <a:endParaRPr sz="4409" dirty="0">
              <a:latin typeface="Arial"/>
              <a:cs typeface="Arial"/>
            </a:endParaRPr>
          </a:p>
          <a:p>
            <a:pPr marL="18062" defTabSz="1300460"/>
            <a:r>
              <a:rPr sz="4267" dirty="0">
                <a:solidFill>
                  <a:srgbClr val="FFFFFF"/>
                </a:solidFill>
                <a:latin typeface="Arial"/>
                <a:cs typeface="Arial"/>
              </a:rPr>
              <a:t>Correlation</a:t>
            </a:r>
            <a:r>
              <a:rPr sz="4267" spc="-2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67" dirty="0">
                <a:solidFill>
                  <a:srgbClr val="FFFFFF"/>
                </a:solidFill>
                <a:latin typeface="Arial"/>
                <a:cs typeface="Arial"/>
              </a:rPr>
              <a:t>between</a:t>
            </a:r>
            <a:r>
              <a:rPr sz="4267" spc="-2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67" dirty="0">
                <a:solidFill>
                  <a:srgbClr val="FFFFFF"/>
                </a:solidFill>
                <a:latin typeface="Arial"/>
                <a:cs typeface="Arial"/>
              </a:rPr>
              <a:t>images,</a:t>
            </a:r>
            <a:r>
              <a:rPr sz="4267" spc="-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67" i="1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4267" i="1" spc="-2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67" dirty="0">
                <a:solidFill>
                  <a:srgbClr val="FFFFFF"/>
                </a:solidFill>
                <a:latin typeface="Arial"/>
                <a:cs typeface="Arial"/>
              </a:rPr>
              <a:t>ranges</a:t>
            </a:r>
            <a:r>
              <a:rPr sz="4267" spc="-2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67" dirty="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sz="4267" spc="-2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67" dirty="0">
                <a:solidFill>
                  <a:srgbClr val="FFFFFF"/>
                </a:solidFill>
                <a:latin typeface="Arial"/>
                <a:cs typeface="Arial"/>
              </a:rPr>
              <a:t>-1</a:t>
            </a:r>
            <a:r>
              <a:rPr sz="4267" spc="-2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67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4267" spc="-2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67" spc="-36" dirty="0">
                <a:solidFill>
                  <a:srgbClr val="FFFFFF"/>
                </a:solidFill>
                <a:latin typeface="Arial"/>
                <a:cs typeface="Arial"/>
              </a:rPr>
              <a:t>+1</a:t>
            </a:r>
            <a:endParaRPr sz="4267" dirty="0">
              <a:latin typeface="Arial"/>
              <a:cs typeface="Arial"/>
            </a:endParaRPr>
          </a:p>
          <a:p>
            <a:pPr marL="18062" marR="3864352" defTabSz="1300460"/>
            <a:r>
              <a:rPr sz="3129" dirty="0">
                <a:solidFill>
                  <a:srgbClr val="FFFFFF"/>
                </a:solidFill>
                <a:latin typeface="Arial"/>
                <a:cs typeface="Arial"/>
              </a:rPr>
              <a:t>+1</a:t>
            </a:r>
            <a:r>
              <a:rPr sz="3129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29" dirty="0">
                <a:solidFill>
                  <a:srgbClr val="FFFFFF"/>
                </a:solidFill>
                <a:latin typeface="Arial"/>
                <a:cs typeface="Arial"/>
              </a:rPr>
              <a:t>means</a:t>
            </a:r>
            <a:r>
              <a:rPr sz="3129" spc="-3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29" dirty="0">
                <a:solidFill>
                  <a:srgbClr val="FFFFFF"/>
                </a:solidFill>
                <a:latin typeface="Arial"/>
                <a:cs typeface="Arial"/>
              </a:rPr>
              <a:t>full</a:t>
            </a:r>
            <a:r>
              <a:rPr sz="3129" spc="-3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29" dirty="0">
                <a:solidFill>
                  <a:srgbClr val="FFFFFF"/>
                </a:solidFill>
                <a:latin typeface="Arial"/>
                <a:cs typeface="Arial"/>
              </a:rPr>
              <a:t>correlation</a:t>
            </a:r>
            <a:r>
              <a:rPr sz="3129" spc="-3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29" dirty="0">
                <a:solidFill>
                  <a:srgbClr val="FFFFFF"/>
                </a:solidFill>
                <a:latin typeface="Arial"/>
                <a:cs typeface="Arial"/>
              </a:rPr>
              <a:t>(images</a:t>
            </a:r>
            <a:r>
              <a:rPr sz="3129" spc="-3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29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3129" spc="-3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29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3129" spc="-2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29" spc="-14" dirty="0">
                <a:solidFill>
                  <a:srgbClr val="FFFFFF"/>
                </a:solidFill>
                <a:latin typeface="Arial"/>
                <a:cs typeface="Arial"/>
              </a:rPr>
              <a:t>same) </a:t>
            </a:r>
            <a:r>
              <a:rPr sz="3129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3129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29" dirty="0">
                <a:solidFill>
                  <a:srgbClr val="FFFFFF"/>
                </a:solidFill>
                <a:latin typeface="Arial"/>
                <a:cs typeface="Arial"/>
              </a:rPr>
              <a:t>means</a:t>
            </a:r>
            <a:r>
              <a:rPr sz="3129" spc="-2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29" dirty="0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sz="3129" spc="-3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29" dirty="0">
                <a:solidFill>
                  <a:srgbClr val="FFFFFF"/>
                </a:solidFill>
                <a:latin typeface="Arial"/>
                <a:cs typeface="Arial"/>
              </a:rPr>
              <a:t>correlation</a:t>
            </a:r>
            <a:r>
              <a:rPr sz="3129" spc="-2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29" spc="-14" dirty="0">
                <a:solidFill>
                  <a:srgbClr val="FFFFFF"/>
                </a:solidFill>
                <a:latin typeface="Arial"/>
                <a:cs typeface="Arial"/>
              </a:rPr>
              <a:t>(random)</a:t>
            </a:r>
            <a:endParaRPr sz="3129" dirty="0">
              <a:latin typeface="Arial"/>
              <a:cs typeface="Arial"/>
            </a:endParaRPr>
          </a:p>
          <a:p>
            <a:pPr marL="18062" defTabSz="1300460"/>
            <a:r>
              <a:rPr sz="3129" spc="-14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3129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3129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29" dirty="0">
                <a:solidFill>
                  <a:srgbClr val="FFFFFF"/>
                </a:solidFill>
                <a:latin typeface="Arial"/>
                <a:cs typeface="Arial"/>
              </a:rPr>
              <a:t>means</a:t>
            </a:r>
            <a:r>
              <a:rPr sz="3129" spc="-2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29" dirty="0">
                <a:solidFill>
                  <a:srgbClr val="FFFFFF"/>
                </a:solidFill>
                <a:latin typeface="Arial"/>
                <a:cs typeface="Arial"/>
              </a:rPr>
              <a:t>full</a:t>
            </a:r>
            <a:r>
              <a:rPr sz="3129" spc="-2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29" dirty="0">
                <a:solidFill>
                  <a:srgbClr val="FFFFFF"/>
                </a:solidFill>
                <a:latin typeface="Arial"/>
                <a:cs typeface="Arial"/>
              </a:rPr>
              <a:t>anti</a:t>
            </a:r>
            <a:r>
              <a:rPr sz="3129" spc="-2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29" dirty="0">
                <a:solidFill>
                  <a:srgbClr val="FFFFFF"/>
                </a:solidFill>
                <a:latin typeface="Arial"/>
                <a:cs typeface="Arial"/>
              </a:rPr>
              <a:t>correlation</a:t>
            </a:r>
            <a:r>
              <a:rPr sz="3129" spc="-2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29" dirty="0">
                <a:solidFill>
                  <a:srgbClr val="FFFFFF"/>
                </a:solidFill>
                <a:latin typeface="Arial"/>
                <a:cs typeface="Arial"/>
              </a:rPr>
              <a:t>(no</a:t>
            </a:r>
            <a:r>
              <a:rPr sz="3129" spc="-2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29" dirty="0">
                <a:solidFill>
                  <a:srgbClr val="FFFFFF"/>
                </a:solidFill>
                <a:latin typeface="Arial"/>
                <a:cs typeface="Arial"/>
              </a:rPr>
              <a:t>red</a:t>
            </a:r>
            <a:r>
              <a:rPr sz="3129" spc="-2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29" dirty="0">
                <a:solidFill>
                  <a:srgbClr val="FFFFFF"/>
                </a:solidFill>
                <a:latin typeface="Arial"/>
                <a:cs typeface="Arial"/>
              </a:rPr>
              <a:t>where</a:t>
            </a:r>
            <a:r>
              <a:rPr sz="3129" spc="-2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29" dirty="0">
                <a:solidFill>
                  <a:srgbClr val="FFFFFF"/>
                </a:solidFill>
                <a:latin typeface="Arial"/>
                <a:cs typeface="Arial"/>
              </a:rPr>
              <a:t>there</a:t>
            </a:r>
            <a:r>
              <a:rPr sz="3129" spc="-2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29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3129" spc="-2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29" spc="-14" dirty="0">
                <a:solidFill>
                  <a:srgbClr val="FFFFFF"/>
                </a:solidFill>
                <a:latin typeface="Arial"/>
                <a:cs typeface="Arial"/>
              </a:rPr>
              <a:t>green)</a:t>
            </a:r>
            <a:endParaRPr sz="3129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3049" y="282574"/>
            <a:ext cx="16029621" cy="897404"/>
          </a:xfrm>
          <a:prstGeom prst="rect">
            <a:avLst/>
          </a:prstGeom>
        </p:spPr>
        <p:txBody>
          <a:bodyPr vert="horz" wrap="square" lIns="0" tIns="238421" rIns="0" bIns="0" rtlCol="0">
            <a:spAutoFit/>
          </a:bodyPr>
          <a:lstStyle/>
          <a:p>
            <a:pPr marL="675517">
              <a:spcBef>
                <a:spcPts val="142"/>
              </a:spcBef>
            </a:pPr>
            <a:r>
              <a:rPr sz="4267" dirty="0"/>
              <a:t>Pearson’s</a:t>
            </a:r>
            <a:r>
              <a:rPr sz="4267" spc="-78" dirty="0"/>
              <a:t> </a:t>
            </a:r>
            <a:r>
              <a:rPr sz="4267" dirty="0"/>
              <a:t>Image</a:t>
            </a:r>
            <a:r>
              <a:rPr sz="4267" spc="-78" dirty="0"/>
              <a:t> </a:t>
            </a:r>
            <a:r>
              <a:rPr sz="4267" dirty="0"/>
              <a:t>Correlation</a:t>
            </a:r>
            <a:r>
              <a:rPr sz="4267" spc="-78" dirty="0"/>
              <a:t> </a:t>
            </a:r>
            <a:r>
              <a:rPr sz="4267" spc="-14" dirty="0"/>
              <a:t>Coefficient</a:t>
            </a:r>
            <a:endParaRPr sz="4267"/>
          </a:p>
        </p:txBody>
      </p:sp>
      <p:sp>
        <p:nvSpPr>
          <p:cNvPr id="3" name="object 3"/>
          <p:cNvSpPr txBox="1"/>
          <p:nvPr/>
        </p:nvSpPr>
        <p:spPr>
          <a:xfrm>
            <a:off x="1109021" y="4607673"/>
            <a:ext cx="1448590" cy="674893"/>
          </a:xfrm>
          <a:prstGeom prst="rect">
            <a:avLst/>
          </a:prstGeom>
        </p:spPr>
        <p:txBody>
          <a:bodyPr vert="horz" wrap="square" lIns="0" tIns="18062" rIns="0" bIns="0" rtlCol="0">
            <a:spAutoFit/>
          </a:bodyPr>
          <a:lstStyle/>
          <a:p>
            <a:pPr marL="18062" defTabSz="1300460">
              <a:spcBef>
                <a:spcPts val="142"/>
              </a:spcBef>
            </a:pPr>
            <a:r>
              <a:rPr sz="4267" i="1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4267" i="1" spc="-2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67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4267" spc="-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67" spc="-36" dirty="0">
                <a:solidFill>
                  <a:srgbClr val="FFFFFF"/>
                </a:solidFill>
                <a:latin typeface="Arial"/>
                <a:cs typeface="Arial"/>
              </a:rPr>
              <a:t>+1</a:t>
            </a:r>
            <a:endParaRPr sz="426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06524" y="4607673"/>
            <a:ext cx="1314930" cy="674893"/>
          </a:xfrm>
          <a:prstGeom prst="rect">
            <a:avLst/>
          </a:prstGeom>
        </p:spPr>
        <p:txBody>
          <a:bodyPr vert="horz" wrap="square" lIns="0" tIns="18062" rIns="0" bIns="0" rtlCol="0">
            <a:spAutoFit/>
          </a:bodyPr>
          <a:lstStyle/>
          <a:p>
            <a:pPr marL="18062" defTabSz="1300460">
              <a:spcBef>
                <a:spcPts val="142"/>
              </a:spcBef>
            </a:pPr>
            <a:r>
              <a:rPr sz="4267" i="1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4267" i="1" spc="-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67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4267" spc="-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67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267" spc="-7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4267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87939" y="4607673"/>
            <a:ext cx="1134308" cy="674893"/>
          </a:xfrm>
          <a:prstGeom prst="rect">
            <a:avLst/>
          </a:prstGeom>
        </p:spPr>
        <p:txBody>
          <a:bodyPr vert="horz" wrap="square" lIns="0" tIns="18062" rIns="0" bIns="0" rtlCol="0">
            <a:spAutoFit/>
          </a:bodyPr>
          <a:lstStyle/>
          <a:p>
            <a:pPr marL="18062" defTabSz="1300460">
              <a:spcBef>
                <a:spcPts val="142"/>
              </a:spcBef>
            </a:pPr>
            <a:r>
              <a:rPr sz="4267" i="1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4267" i="1" spc="-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67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4267" spc="-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67" spc="-71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426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07284" y="4607673"/>
            <a:ext cx="1132501" cy="674893"/>
          </a:xfrm>
          <a:prstGeom prst="rect">
            <a:avLst/>
          </a:prstGeom>
        </p:spPr>
        <p:txBody>
          <a:bodyPr vert="horz" wrap="square" lIns="0" tIns="18062" rIns="0" bIns="0" rtlCol="0">
            <a:spAutoFit/>
          </a:bodyPr>
          <a:lstStyle/>
          <a:p>
            <a:pPr marL="18062" defTabSz="1300460">
              <a:spcBef>
                <a:spcPts val="142"/>
              </a:spcBef>
            </a:pPr>
            <a:r>
              <a:rPr sz="4267" i="1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4267" i="1" spc="-2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67" dirty="0">
                <a:solidFill>
                  <a:srgbClr val="FFFFFF"/>
                </a:solidFill>
                <a:latin typeface="Arial"/>
                <a:cs typeface="Arial"/>
              </a:rPr>
              <a:t>&gt;</a:t>
            </a:r>
            <a:r>
              <a:rPr sz="4267" spc="-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67" spc="-71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4267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68302" y="5469240"/>
          <a:ext cx="2311964" cy="19760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5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9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87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89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68302" y="7609613"/>
          <a:ext cx="2311964" cy="19760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5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9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87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89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793067" y="7602388"/>
          <a:ext cx="2309253" cy="19760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5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32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889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7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916023" y="7595165"/>
          <a:ext cx="2311964" cy="1975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6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880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7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0040789" y="7588841"/>
          <a:ext cx="2311964" cy="197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5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6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87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7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7D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3793067" y="5469240"/>
          <a:ext cx="2309253" cy="19760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5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32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87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89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6916023" y="5469240"/>
          <a:ext cx="2311964" cy="19760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6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87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89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10040789" y="5469240"/>
          <a:ext cx="2311964" cy="19760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5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6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87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89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765839" y="1780935"/>
            <a:ext cx="11095622" cy="565439"/>
          </a:xfrm>
          <a:prstGeom prst="rect">
            <a:avLst/>
          </a:prstGeom>
        </p:spPr>
        <p:txBody>
          <a:bodyPr vert="horz" wrap="square" lIns="0" tIns="18062" rIns="0" bIns="0" rtlCol="0">
            <a:spAutoFit/>
          </a:bodyPr>
          <a:lstStyle/>
          <a:p>
            <a:pPr marL="18062" defTabSz="1300460">
              <a:spcBef>
                <a:spcPts val="142"/>
              </a:spcBef>
            </a:pPr>
            <a:r>
              <a:rPr sz="3556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3556" spc="-3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56" dirty="0">
                <a:solidFill>
                  <a:srgbClr val="FFFFFF"/>
                </a:solidFill>
                <a:latin typeface="Arial"/>
                <a:cs typeface="Arial"/>
              </a:rPr>
              <a:t>English…per</a:t>
            </a:r>
            <a:r>
              <a:rPr sz="3556" spc="-2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56" dirty="0">
                <a:solidFill>
                  <a:srgbClr val="FFFFFF"/>
                </a:solidFill>
                <a:latin typeface="Arial"/>
                <a:cs typeface="Arial"/>
              </a:rPr>
              <a:t>pixel</a:t>
            </a:r>
            <a:r>
              <a:rPr sz="3556" spc="-2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56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3556" spc="-2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56" dirty="0">
                <a:solidFill>
                  <a:srgbClr val="FFFFFF"/>
                </a:solidFill>
                <a:latin typeface="Arial"/>
                <a:cs typeface="Arial"/>
              </a:rPr>
              <a:t>summed</a:t>
            </a:r>
            <a:r>
              <a:rPr sz="3556" spc="-2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56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3556" spc="-2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56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3556" spc="-2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56" dirty="0">
                <a:solidFill>
                  <a:srgbClr val="FFFFFF"/>
                </a:solidFill>
                <a:latin typeface="Arial"/>
                <a:cs typeface="Arial"/>
              </a:rPr>
              <a:t>whole</a:t>
            </a:r>
            <a:r>
              <a:rPr sz="3556" spc="-14" dirty="0">
                <a:solidFill>
                  <a:srgbClr val="FFFFFF"/>
                </a:solidFill>
                <a:latin typeface="Arial"/>
                <a:cs typeface="Arial"/>
              </a:rPr>
              <a:t> image:</a:t>
            </a:r>
            <a:endParaRPr sz="3556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660" y="2694882"/>
            <a:ext cx="12668843" cy="111624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2586" y="868793"/>
            <a:ext cx="10671159" cy="674893"/>
          </a:xfrm>
          <a:prstGeom prst="rect">
            <a:avLst/>
          </a:prstGeom>
        </p:spPr>
        <p:txBody>
          <a:bodyPr vert="horz" wrap="square" lIns="0" tIns="18062" rIns="0" bIns="0" rtlCol="0">
            <a:spAutoFit/>
          </a:bodyPr>
          <a:lstStyle/>
          <a:p>
            <a:pPr marL="18062">
              <a:spcBef>
                <a:spcPts val="142"/>
              </a:spcBef>
            </a:pPr>
            <a:r>
              <a:rPr sz="4267" dirty="0"/>
              <a:t>Pearson’s</a:t>
            </a:r>
            <a:r>
              <a:rPr sz="4267" spc="-114" dirty="0"/>
              <a:t> </a:t>
            </a:r>
            <a:r>
              <a:rPr sz="4267" dirty="0"/>
              <a:t>Image</a:t>
            </a:r>
            <a:r>
              <a:rPr sz="4267" spc="-92" dirty="0"/>
              <a:t> </a:t>
            </a:r>
            <a:r>
              <a:rPr sz="4267" dirty="0"/>
              <a:t>Correlation</a:t>
            </a:r>
            <a:r>
              <a:rPr sz="4267" spc="-100" dirty="0"/>
              <a:t> </a:t>
            </a:r>
            <a:r>
              <a:rPr sz="4267" dirty="0"/>
              <a:t>Coefficient</a:t>
            </a:r>
            <a:r>
              <a:rPr sz="4267" spc="-92" dirty="0"/>
              <a:t> </a:t>
            </a:r>
            <a:r>
              <a:rPr sz="4267" spc="-36" dirty="0"/>
              <a:t>is…</a:t>
            </a:r>
            <a:endParaRPr sz="4267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121" y="2714753"/>
            <a:ext cx="381113" cy="50393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121" y="3505878"/>
            <a:ext cx="381113" cy="50393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121" y="4298809"/>
            <a:ext cx="381113" cy="50393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647" y="5093548"/>
            <a:ext cx="335957" cy="44432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647" y="5826874"/>
            <a:ext cx="335957" cy="44432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10828" y="2425757"/>
            <a:ext cx="9902613" cy="3895838"/>
          </a:xfrm>
          <a:prstGeom prst="rect">
            <a:avLst/>
          </a:prstGeom>
        </p:spPr>
        <p:txBody>
          <a:bodyPr vert="horz" wrap="square" lIns="0" tIns="18062" rIns="0" bIns="0" rtlCol="0">
            <a:spAutoFit/>
          </a:bodyPr>
          <a:lstStyle/>
          <a:p>
            <a:pPr marL="18062" marR="7225" defTabSz="1300460">
              <a:lnSpc>
                <a:spcPct val="146300"/>
              </a:lnSpc>
              <a:spcBef>
                <a:spcPts val="142"/>
              </a:spcBef>
            </a:pPr>
            <a:r>
              <a:rPr sz="3556" dirty="0">
                <a:solidFill>
                  <a:srgbClr val="FFFFFF"/>
                </a:solidFill>
                <a:latin typeface="Arial"/>
                <a:cs typeface="Arial"/>
              </a:rPr>
              <a:t>Insensitive</a:t>
            </a:r>
            <a:r>
              <a:rPr sz="3556" spc="-5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56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3556" spc="-3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56" dirty="0">
                <a:solidFill>
                  <a:srgbClr val="FFFFFF"/>
                </a:solidFill>
                <a:latin typeface="Arial"/>
                <a:cs typeface="Arial"/>
              </a:rPr>
              <a:t>diff.</a:t>
            </a:r>
            <a:r>
              <a:rPr sz="3556" spc="-4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56" dirty="0">
                <a:solidFill>
                  <a:srgbClr val="FFFFFF"/>
                </a:solidFill>
                <a:latin typeface="Arial"/>
                <a:cs typeface="Arial"/>
              </a:rPr>
              <a:t>intensity</a:t>
            </a:r>
            <a:r>
              <a:rPr sz="3556" spc="-3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56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3556" spc="-4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56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3556" spc="-3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56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3556" spc="-3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56" dirty="0">
                <a:solidFill>
                  <a:srgbClr val="FFFFFF"/>
                </a:solidFill>
                <a:latin typeface="Arial"/>
                <a:cs typeface="Arial"/>
              </a:rPr>
              <a:t>images.</a:t>
            </a:r>
            <a:r>
              <a:rPr sz="3556" spc="-4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56" dirty="0">
                <a:solidFill>
                  <a:srgbClr val="FFFFFF"/>
                </a:solidFill>
                <a:latin typeface="Arial"/>
                <a:cs typeface="Arial"/>
              </a:rPr>
              <a:t>Insensitive</a:t>
            </a:r>
            <a:r>
              <a:rPr sz="3556" spc="-5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56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3556" spc="-4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56" dirty="0">
                <a:solidFill>
                  <a:srgbClr val="FFFFFF"/>
                </a:solidFill>
                <a:latin typeface="Arial"/>
                <a:cs typeface="Arial"/>
              </a:rPr>
              <a:t>intensity</a:t>
            </a:r>
            <a:r>
              <a:rPr sz="3556" spc="-3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56" spc="-14" dirty="0">
                <a:solidFill>
                  <a:srgbClr val="FFFFFF"/>
                </a:solidFill>
                <a:latin typeface="Arial"/>
                <a:cs typeface="Arial"/>
              </a:rPr>
              <a:t>offset.</a:t>
            </a:r>
            <a:endParaRPr sz="3556" dirty="0">
              <a:latin typeface="Arial"/>
              <a:cs typeface="Arial"/>
            </a:endParaRPr>
          </a:p>
          <a:p>
            <a:pPr marL="18062" defTabSz="1300460">
              <a:spcBef>
                <a:spcPts val="1963"/>
              </a:spcBef>
            </a:pPr>
            <a:r>
              <a:rPr sz="3556" dirty="0">
                <a:solidFill>
                  <a:srgbClr val="FFFFFF"/>
                </a:solidFill>
                <a:latin typeface="Arial"/>
                <a:cs typeface="Arial"/>
              </a:rPr>
              <a:t>If</a:t>
            </a:r>
            <a:r>
              <a:rPr sz="3556" spc="-4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56" dirty="0">
                <a:solidFill>
                  <a:srgbClr val="FFFFFF"/>
                </a:solidFill>
                <a:latin typeface="Arial"/>
                <a:cs typeface="Arial"/>
              </a:rPr>
              <a:t>red</a:t>
            </a:r>
            <a:r>
              <a:rPr sz="3556" spc="-2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56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3556" spc="-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56" dirty="0">
                <a:solidFill>
                  <a:srgbClr val="FFFFFF"/>
                </a:solidFill>
                <a:latin typeface="Arial"/>
                <a:cs typeface="Arial"/>
              </a:rPr>
              <a:t>1/2</a:t>
            </a:r>
            <a:r>
              <a:rPr sz="3556" spc="-2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56" dirty="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sz="3556" spc="-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56" dirty="0">
                <a:solidFill>
                  <a:srgbClr val="FFFFFF"/>
                </a:solidFill>
                <a:latin typeface="Arial"/>
                <a:cs typeface="Arial"/>
              </a:rPr>
              <a:t>bright</a:t>
            </a:r>
            <a:r>
              <a:rPr sz="3556" spc="-2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56" dirty="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sz="3556" spc="-14" dirty="0">
                <a:solidFill>
                  <a:srgbClr val="FFFFFF"/>
                </a:solidFill>
                <a:latin typeface="Arial"/>
                <a:cs typeface="Arial"/>
              </a:rPr>
              <a:t> green…</a:t>
            </a:r>
            <a:endParaRPr sz="3556" dirty="0">
              <a:latin typeface="Arial"/>
              <a:cs typeface="Arial"/>
            </a:endParaRPr>
          </a:p>
          <a:p>
            <a:pPr marL="464192" defTabSz="1300460">
              <a:spcBef>
                <a:spcPts val="2020"/>
              </a:spcBef>
            </a:pPr>
            <a:r>
              <a:rPr sz="3129" dirty="0">
                <a:solidFill>
                  <a:srgbClr val="FFFFFF"/>
                </a:solidFill>
                <a:latin typeface="Arial"/>
                <a:cs typeface="Arial"/>
              </a:rPr>
              <a:t>Still</a:t>
            </a:r>
            <a:r>
              <a:rPr sz="3129" spc="-2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29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3129" spc="-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29" dirty="0">
                <a:solidFill>
                  <a:srgbClr val="FFFFFF"/>
                </a:solidFill>
                <a:latin typeface="Arial"/>
                <a:cs typeface="Arial"/>
              </a:rPr>
              <a:t>get</a:t>
            </a:r>
            <a:r>
              <a:rPr sz="3129" spc="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29" i="1" dirty="0">
                <a:solidFill>
                  <a:srgbClr val="FFFFFF"/>
                </a:solidFill>
                <a:latin typeface="Arial"/>
                <a:cs typeface="Arial"/>
              </a:rPr>
              <a:t>r </a:t>
            </a:r>
            <a:r>
              <a:rPr sz="3129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3129" spc="-2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29" spc="-7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3129" dirty="0">
              <a:latin typeface="Arial"/>
              <a:cs typeface="Arial"/>
            </a:endParaRPr>
          </a:p>
          <a:p>
            <a:pPr marL="464192" defTabSz="1300460">
              <a:spcBef>
                <a:spcPts val="2020"/>
              </a:spcBef>
            </a:pPr>
            <a:r>
              <a:rPr sz="3129" dirty="0">
                <a:solidFill>
                  <a:srgbClr val="FFFFFF"/>
                </a:solidFill>
                <a:latin typeface="Arial"/>
                <a:cs typeface="Arial"/>
              </a:rPr>
              <a:t>…</a:t>
            </a:r>
            <a:r>
              <a:rPr sz="3129" spc="-4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29" dirty="0">
                <a:solidFill>
                  <a:srgbClr val="FFFFFF"/>
                </a:solidFill>
                <a:latin typeface="Arial"/>
                <a:cs typeface="Arial"/>
              </a:rPr>
              <a:t>so</a:t>
            </a:r>
            <a:r>
              <a:rPr sz="3129" spc="-2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29" dirty="0">
                <a:solidFill>
                  <a:srgbClr val="FFFFFF"/>
                </a:solidFill>
                <a:latin typeface="Arial"/>
                <a:cs typeface="Arial"/>
              </a:rPr>
              <a:t>Pearsons </a:t>
            </a:r>
            <a:r>
              <a:rPr sz="3129" i="1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129" i="1" spc="-2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29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3129" spc="-2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29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3129" spc="-2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29" dirty="0">
                <a:solidFill>
                  <a:srgbClr val="FFFFFF"/>
                </a:solidFill>
                <a:latin typeface="Arial"/>
                <a:cs typeface="Arial"/>
              </a:rPr>
              <a:t>robust</a:t>
            </a:r>
            <a:r>
              <a:rPr sz="3129" spc="-2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29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3129" spc="-2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29" dirty="0">
                <a:solidFill>
                  <a:srgbClr val="FFFFFF"/>
                </a:solidFill>
                <a:latin typeface="Arial"/>
                <a:cs typeface="Arial"/>
              </a:rPr>
              <a:t>biological</a:t>
            </a:r>
            <a:r>
              <a:rPr sz="3129" spc="-2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29" spc="-14" dirty="0">
                <a:solidFill>
                  <a:srgbClr val="FFFFFF"/>
                </a:solidFill>
                <a:latin typeface="Arial"/>
                <a:cs typeface="Arial"/>
              </a:rPr>
              <a:t>imaging…</a:t>
            </a:r>
            <a:endParaRPr sz="3129" dirty="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14773" y="7373902"/>
          <a:ext cx="2311964" cy="19723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5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9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861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61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184370" y="7373902"/>
          <a:ext cx="2310158" cy="19723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5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861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61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9889067" y="7335069"/>
          <a:ext cx="2309255" cy="1975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880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7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7221275" y="7367580"/>
          <a:ext cx="2311964" cy="1975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6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87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E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80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7E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3003530" cy="9752330"/>
          </a:xfrm>
          <a:custGeom>
            <a:avLst/>
            <a:gdLst/>
            <a:ahLst/>
            <a:cxnLst/>
            <a:rect l="l" t="t" r="r" b="b"/>
            <a:pathLst>
              <a:path w="13003530" h="9752330">
                <a:moveTo>
                  <a:pt x="13003530" y="0"/>
                </a:moveTo>
                <a:lnTo>
                  <a:pt x="0" y="0"/>
                </a:lnTo>
                <a:lnTo>
                  <a:pt x="0" y="9752330"/>
                </a:lnTo>
                <a:lnTo>
                  <a:pt x="13003530" y="9752330"/>
                </a:lnTo>
                <a:lnTo>
                  <a:pt x="13003530" y="0"/>
                </a:lnTo>
                <a:close/>
              </a:path>
            </a:pathLst>
          </a:custGeom>
          <a:solidFill>
            <a:srgbClr val="FFEEB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5290" y="1111250"/>
            <a:ext cx="1742439" cy="18542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224529" y="2284729"/>
            <a:ext cx="8305800" cy="608330"/>
          </a:xfrm>
          <a:prstGeom prst="rect">
            <a:avLst/>
          </a:prstGeom>
          <a:solidFill>
            <a:srgbClr val="FFEEB0"/>
          </a:solidFill>
          <a:ln w="9344">
            <a:solidFill>
              <a:srgbClr val="000000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sz="3200" b="1" dirty="0">
                <a:latin typeface="Century Gothic"/>
                <a:cs typeface="Century Gothic"/>
              </a:rPr>
              <a:t>File -</a:t>
            </a:r>
            <a:r>
              <a:rPr sz="3200" b="1" spc="-5" dirty="0">
                <a:latin typeface="Century Gothic"/>
                <a:cs typeface="Century Gothic"/>
              </a:rPr>
              <a:t> </a:t>
            </a:r>
            <a:r>
              <a:rPr sz="3200" b="1" dirty="0">
                <a:latin typeface="Century Gothic"/>
                <a:cs typeface="Century Gothic"/>
              </a:rPr>
              <a:t>Open</a:t>
            </a:r>
            <a:r>
              <a:rPr sz="3200" b="1" spc="-5" dirty="0">
                <a:latin typeface="Century Gothic"/>
                <a:cs typeface="Century Gothic"/>
              </a:rPr>
              <a:t> </a:t>
            </a:r>
            <a:r>
              <a:rPr sz="3200" b="1" dirty="0">
                <a:latin typeface="Century Gothic"/>
                <a:cs typeface="Century Gothic"/>
              </a:rPr>
              <a:t>Samples - </a:t>
            </a:r>
            <a:r>
              <a:rPr sz="3200" b="1" spc="-10" dirty="0">
                <a:latin typeface="Century Gothic"/>
                <a:cs typeface="Century Gothic"/>
              </a:rPr>
              <a:t>Neuron</a:t>
            </a:r>
            <a:endParaRPr sz="3200" dirty="0">
              <a:latin typeface="Century Gothic"/>
              <a:cs typeface="Century Gothic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24257" y="3083967"/>
            <a:ext cx="12348210" cy="6456680"/>
            <a:chOff x="324257" y="3083967"/>
            <a:chExt cx="12348210" cy="645668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1087" y="3128010"/>
              <a:ext cx="12310972" cy="641222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27660" y="3088640"/>
              <a:ext cx="12301220" cy="6403340"/>
            </a:xfrm>
            <a:custGeom>
              <a:avLst/>
              <a:gdLst/>
              <a:ahLst/>
              <a:cxnLst/>
              <a:rect l="l" t="t" r="r" b="b"/>
              <a:pathLst>
                <a:path w="12301220" h="6403340">
                  <a:moveTo>
                    <a:pt x="12301220" y="0"/>
                  </a:moveTo>
                  <a:lnTo>
                    <a:pt x="0" y="0"/>
                  </a:lnTo>
                  <a:lnTo>
                    <a:pt x="0" y="6403339"/>
                  </a:lnTo>
                  <a:lnTo>
                    <a:pt x="12301220" y="6403339"/>
                  </a:lnTo>
                  <a:lnTo>
                    <a:pt x="123012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8930" y="3088640"/>
              <a:ext cx="12299950" cy="6402070"/>
            </a:xfrm>
            <a:custGeom>
              <a:avLst/>
              <a:gdLst/>
              <a:ahLst/>
              <a:cxnLst/>
              <a:rect l="l" t="t" r="r" b="b"/>
              <a:pathLst>
                <a:path w="12299950" h="6402070">
                  <a:moveTo>
                    <a:pt x="6149340" y="6402070"/>
                  </a:moveTo>
                  <a:lnTo>
                    <a:pt x="0" y="6402070"/>
                  </a:lnTo>
                  <a:lnTo>
                    <a:pt x="0" y="0"/>
                  </a:lnTo>
                  <a:lnTo>
                    <a:pt x="12299950" y="0"/>
                  </a:lnTo>
                  <a:lnTo>
                    <a:pt x="12299950" y="6402070"/>
                  </a:lnTo>
                  <a:lnTo>
                    <a:pt x="6149340" y="6402070"/>
                  </a:lnTo>
                  <a:close/>
                </a:path>
              </a:pathLst>
            </a:custGeom>
            <a:ln w="9344">
              <a:solidFill>
                <a:srgbClr val="F8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06400" y="2826067"/>
            <a:ext cx="11222355" cy="5318764"/>
          </a:xfrm>
          <a:prstGeom prst="rect">
            <a:avLst/>
          </a:prstGeom>
        </p:spPr>
        <p:txBody>
          <a:bodyPr vert="horz" wrap="square" lIns="0" tIns="3092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35"/>
              </a:spcBef>
            </a:pPr>
            <a:r>
              <a:rPr sz="4000" b="1" dirty="0">
                <a:latin typeface="Century Gothic"/>
                <a:cs typeface="Century Gothic"/>
              </a:rPr>
              <a:t>RGB</a:t>
            </a:r>
            <a:r>
              <a:rPr sz="4000" b="1" spc="-15" dirty="0">
                <a:latin typeface="Century Gothic"/>
                <a:cs typeface="Century Gothic"/>
              </a:rPr>
              <a:t> </a:t>
            </a:r>
            <a:r>
              <a:rPr sz="4000" b="1" dirty="0">
                <a:latin typeface="Century Gothic"/>
                <a:cs typeface="Century Gothic"/>
              </a:rPr>
              <a:t>colour</a:t>
            </a:r>
            <a:r>
              <a:rPr sz="4000" b="1" spc="-10" dirty="0">
                <a:latin typeface="Century Gothic"/>
                <a:cs typeface="Century Gothic"/>
              </a:rPr>
              <a:t> space:</a:t>
            </a:r>
            <a:endParaRPr sz="4000" dirty="0">
              <a:latin typeface="Century Gothic"/>
              <a:cs typeface="Century Gothic"/>
            </a:endParaRPr>
          </a:p>
          <a:p>
            <a:pPr marL="12700" marR="394335" indent="431800">
              <a:lnSpc>
                <a:spcPct val="100000"/>
              </a:lnSpc>
              <a:spcBef>
                <a:spcPts val="1870"/>
              </a:spcBef>
              <a:buFont typeface="Wingdings"/>
              <a:buChar char=""/>
              <a:tabLst>
                <a:tab pos="444500" algn="l"/>
              </a:tabLst>
            </a:pPr>
            <a:r>
              <a:rPr sz="3200" b="1" u="heavy" dirty="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Colour</a:t>
            </a:r>
            <a:r>
              <a:rPr sz="3200" b="1" u="heavy" spc="-5" dirty="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 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channels</a:t>
            </a:r>
            <a:r>
              <a:rPr sz="3200" b="1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–</a:t>
            </a:r>
            <a:r>
              <a:rPr sz="3200" b="1" i="1" spc="5" dirty="0">
                <a:latin typeface="Century Gothic"/>
                <a:cs typeface="Century Gothic"/>
              </a:rPr>
              <a:t> </a:t>
            </a:r>
            <a:r>
              <a:rPr sz="3200" b="1" i="1" spc="-10" dirty="0">
                <a:latin typeface="Century Gothic"/>
                <a:cs typeface="Century Gothic"/>
              </a:rPr>
              <a:t>Image-Colour-</a:t>
            </a:r>
            <a:r>
              <a:rPr sz="3200" b="1" i="1" dirty="0">
                <a:latin typeface="Century Gothic"/>
                <a:cs typeface="Century Gothic"/>
              </a:rPr>
              <a:t>Channels</a:t>
            </a:r>
            <a:r>
              <a:rPr sz="3200" b="1" i="1" spc="15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Tool,</a:t>
            </a:r>
            <a:r>
              <a:rPr sz="3200" b="1" i="1" spc="5" dirty="0">
                <a:latin typeface="Century Gothic"/>
                <a:cs typeface="Century Gothic"/>
              </a:rPr>
              <a:t> </a:t>
            </a:r>
            <a:r>
              <a:rPr sz="3200" b="1" i="1" spc="-10" dirty="0">
                <a:latin typeface="Century Gothic"/>
                <a:cs typeface="Century Gothic"/>
              </a:rPr>
              <a:t>Split </a:t>
            </a:r>
            <a:r>
              <a:rPr sz="3200" b="1" i="1" dirty="0">
                <a:latin typeface="Century Gothic"/>
                <a:cs typeface="Century Gothic"/>
              </a:rPr>
              <a:t>channels</a:t>
            </a:r>
            <a:r>
              <a:rPr sz="3200" b="1" i="1" spc="-15" dirty="0">
                <a:latin typeface="Century Gothic"/>
                <a:cs typeface="Century Gothic"/>
              </a:rPr>
              <a:t> </a:t>
            </a:r>
            <a:r>
              <a:rPr sz="3200" b="1" i="1" spc="-20" dirty="0">
                <a:latin typeface="Century Gothic"/>
                <a:cs typeface="Century Gothic"/>
              </a:rPr>
              <a:t>etc.</a:t>
            </a:r>
            <a:endParaRPr sz="3200" dirty="0">
              <a:latin typeface="Century Gothic"/>
              <a:cs typeface="Century Gothic"/>
            </a:endParaRPr>
          </a:p>
          <a:p>
            <a:pPr marL="12700" marR="466725" indent="434340">
              <a:lnSpc>
                <a:spcPct val="100000"/>
              </a:lnSpc>
              <a:spcBef>
                <a:spcPts val="3070"/>
              </a:spcBef>
              <a:buFont typeface="Wingdings"/>
              <a:buChar char=""/>
              <a:tabLst>
                <a:tab pos="447040" algn="l"/>
              </a:tabLst>
            </a:pPr>
            <a:r>
              <a:rPr sz="3200" b="1" u="heavy" dirty="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LookUp</a:t>
            </a:r>
            <a:r>
              <a:rPr sz="3200" b="1" u="heavy" spc="-25" dirty="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 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Tables/Paletts</a:t>
            </a:r>
            <a:r>
              <a:rPr sz="3200" b="1" i="1" dirty="0">
                <a:latin typeface="Century Gothic"/>
                <a:cs typeface="Century Gothic"/>
              </a:rPr>
              <a:t>:</a:t>
            </a:r>
            <a:r>
              <a:rPr sz="3200" b="1" i="1" spc="-15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Image</a:t>
            </a:r>
            <a:r>
              <a:rPr sz="3200" b="1" i="1" spc="-15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-</a:t>
            </a:r>
            <a:r>
              <a:rPr sz="3200" b="1" i="1" spc="-15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Lookup</a:t>
            </a:r>
            <a:r>
              <a:rPr sz="3200" b="1" i="1" spc="-10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tables,</a:t>
            </a:r>
            <a:r>
              <a:rPr sz="3200" b="1" i="1" spc="-15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or</a:t>
            </a:r>
            <a:r>
              <a:rPr sz="3200" b="1" i="1" spc="-10" dirty="0">
                <a:latin typeface="Century Gothic"/>
                <a:cs typeface="Century Gothic"/>
              </a:rPr>
              <a:t> </a:t>
            </a:r>
            <a:r>
              <a:rPr sz="3200" b="1" i="1" spc="-25" dirty="0">
                <a:latin typeface="Century Gothic"/>
                <a:cs typeface="Century Gothic"/>
              </a:rPr>
              <a:t>LUT </a:t>
            </a:r>
            <a:r>
              <a:rPr sz="3200" b="1" i="1" dirty="0">
                <a:latin typeface="Century Gothic"/>
                <a:cs typeface="Century Gothic"/>
              </a:rPr>
              <a:t>toolbar</a:t>
            </a:r>
            <a:r>
              <a:rPr sz="3200" b="1" i="1" spc="-20" dirty="0">
                <a:latin typeface="Century Gothic"/>
                <a:cs typeface="Century Gothic"/>
              </a:rPr>
              <a:t> icon</a:t>
            </a:r>
            <a:endParaRPr sz="3200" dirty="0">
              <a:latin typeface="Century Gothic"/>
              <a:cs typeface="Century Gothic"/>
            </a:endParaRPr>
          </a:p>
          <a:p>
            <a:pPr marL="447040" indent="-434340">
              <a:lnSpc>
                <a:spcPct val="100000"/>
              </a:lnSpc>
              <a:spcBef>
                <a:spcPts val="3070"/>
              </a:spcBef>
              <a:buFont typeface="Wingdings"/>
              <a:buChar char=""/>
              <a:tabLst>
                <a:tab pos="447040" algn="l"/>
              </a:tabLst>
            </a:pPr>
            <a:r>
              <a:rPr sz="3200" b="1" u="heavy" dirty="0" err="1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Histogramm</a:t>
            </a:r>
            <a:r>
              <a:rPr sz="3200" b="1" i="1" dirty="0">
                <a:latin typeface="Century Gothic"/>
                <a:cs typeface="Century Gothic"/>
              </a:rPr>
              <a:t>:</a:t>
            </a:r>
            <a:r>
              <a:rPr sz="3200" b="1" i="1" spc="30" dirty="0">
                <a:latin typeface="Century Gothic"/>
                <a:cs typeface="Century Gothic"/>
              </a:rPr>
              <a:t> </a:t>
            </a:r>
            <a:r>
              <a:rPr sz="3200" b="1" spc="-10" dirty="0">
                <a:latin typeface="Century Gothic"/>
                <a:cs typeface="Century Gothic"/>
              </a:rPr>
              <a:t>Analyze-</a:t>
            </a:r>
            <a:r>
              <a:rPr sz="3200" b="1" dirty="0">
                <a:latin typeface="Century Gothic"/>
                <a:cs typeface="Century Gothic"/>
              </a:rPr>
              <a:t>Histogram</a:t>
            </a:r>
            <a:endParaRPr sz="3200" dirty="0">
              <a:latin typeface="Century Gothic"/>
              <a:cs typeface="Century Gothic"/>
            </a:endParaRPr>
          </a:p>
          <a:p>
            <a:pPr marL="332105" indent="-320040">
              <a:lnSpc>
                <a:spcPct val="100000"/>
              </a:lnSpc>
              <a:spcBef>
                <a:spcPts val="3070"/>
              </a:spcBef>
              <a:buFont typeface="Wingdings"/>
              <a:buChar char=""/>
              <a:tabLst>
                <a:tab pos="332740" algn="l"/>
              </a:tabLst>
            </a:pPr>
            <a:r>
              <a:rPr sz="3200" b="1" u="heavy" dirty="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Intensity</a:t>
            </a:r>
            <a:r>
              <a:rPr sz="3200" b="1" u="heavy" spc="-10" dirty="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 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Scale</a:t>
            </a:r>
            <a:r>
              <a:rPr sz="3200" b="1" i="1" dirty="0">
                <a:latin typeface="Century Gothic"/>
                <a:cs typeface="Century Gothic"/>
              </a:rPr>
              <a:t>:</a:t>
            </a:r>
            <a:r>
              <a:rPr sz="3200" b="1" i="1" spc="-5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Analyze</a:t>
            </a:r>
            <a:r>
              <a:rPr sz="3200" b="1" i="1" spc="-5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–</a:t>
            </a:r>
            <a:r>
              <a:rPr sz="3200" b="1" i="1" spc="-10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Tools</a:t>
            </a:r>
            <a:r>
              <a:rPr sz="3200" b="1" i="1" spc="-5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-</a:t>
            </a:r>
            <a:r>
              <a:rPr sz="3200" b="1" i="1" spc="-10" dirty="0">
                <a:latin typeface="Century Gothic"/>
                <a:cs typeface="Century Gothic"/>
              </a:rPr>
              <a:t> </a:t>
            </a:r>
            <a:r>
              <a:rPr sz="3200" b="1" i="1" dirty="0">
                <a:latin typeface="Century Gothic"/>
                <a:cs typeface="Century Gothic"/>
              </a:rPr>
              <a:t>Calibration</a:t>
            </a:r>
            <a:r>
              <a:rPr sz="3200" b="1" i="1" spc="-10" dirty="0">
                <a:latin typeface="Century Gothic"/>
                <a:cs typeface="Century Gothic"/>
              </a:rPr>
              <a:t> </a:t>
            </a:r>
            <a:r>
              <a:rPr sz="3200" b="1" i="1" spc="-25" dirty="0">
                <a:latin typeface="Century Gothic"/>
                <a:cs typeface="Century Gothic"/>
              </a:rPr>
              <a:t>bar</a:t>
            </a:r>
            <a:endParaRPr sz="3200" dirty="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28929" y="988060"/>
            <a:ext cx="12268200" cy="2540"/>
          </a:xfrm>
          <a:custGeom>
            <a:avLst/>
            <a:gdLst/>
            <a:ahLst/>
            <a:cxnLst/>
            <a:rect l="l" t="t" r="r" b="b"/>
            <a:pathLst>
              <a:path w="12268200" h="2540">
                <a:moveTo>
                  <a:pt x="0" y="2540"/>
                </a:moveTo>
                <a:lnTo>
                  <a:pt x="12268200" y="0"/>
                </a:lnTo>
              </a:path>
            </a:pathLst>
          </a:custGeom>
          <a:ln w="50676">
            <a:solidFill>
              <a:srgbClr val="2C2C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2761387" y="1140460"/>
            <a:ext cx="9460230" cy="974090"/>
            <a:chOff x="2761387" y="1140460"/>
            <a:chExt cx="9460230" cy="974090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61387" y="1155700"/>
              <a:ext cx="9459822" cy="95844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766060" y="1140459"/>
              <a:ext cx="9450070" cy="38100"/>
            </a:xfrm>
            <a:custGeom>
              <a:avLst/>
              <a:gdLst/>
              <a:ahLst/>
              <a:cxnLst/>
              <a:rect l="l" t="t" r="r" b="b"/>
              <a:pathLst>
                <a:path w="9450070" h="38100">
                  <a:moveTo>
                    <a:pt x="945007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0" y="38100"/>
                  </a:lnTo>
                  <a:lnTo>
                    <a:pt x="9450070" y="38100"/>
                  </a:lnTo>
                  <a:lnTo>
                    <a:pt x="9450070" y="19050"/>
                  </a:lnTo>
                  <a:lnTo>
                    <a:pt x="945007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66059" y="1178560"/>
              <a:ext cx="9450070" cy="20320"/>
            </a:xfrm>
            <a:custGeom>
              <a:avLst/>
              <a:gdLst/>
              <a:ahLst/>
              <a:cxnLst/>
              <a:rect l="l" t="t" r="r" b="b"/>
              <a:pathLst>
                <a:path w="9450070" h="20319">
                  <a:moveTo>
                    <a:pt x="9450069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9450069" y="2032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66059" y="1198880"/>
              <a:ext cx="9450070" cy="19050"/>
            </a:xfrm>
            <a:custGeom>
              <a:avLst/>
              <a:gdLst/>
              <a:ahLst/>
              <a:cxnLst/>
              <a:rect l="l" t="t" r="r" b="b"/>
              <a:pathLst>
                <a:path w="9450070" h="19050">
                  <a:moveTo>
                    <a:pt x="94500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9450069" y="1905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66059" y="1217930"/>
              <a:ext cx="9450070" cy="19050"/>
            </a:xfrm>
            <a:custGeom>
              <a:avLst/>
              <a:gdLst/>
              <a:ahLst/>
              <a:cxnLst/>
              <a:rect l="l" t="t" r="r" b="b"/>
              <a:pathLst>
                <a:path w="9450070" h="19050">
                  <a:moveTo>
                    <a:pt x="94500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9450069" y="1905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66059" y="1236980"/>
              <a:ext cx="9450070" cy="19050"/>
            </a:xfrm>
            <a:custGeom>
              <a:avLst/>
              <a:gdLst/>
              <a:ahLst/>
              <a:cxnLst/>
              <a:rect l="l" t="t" r="r" b="b"/>
              <a:pathLst>
                <a:path w="9450070" h="19050">
                  <a:moveTo>
                    <a:pt x="94500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9450069" y="1905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766059" y="1256030"/>
              <a:ext cx="9450070" cy="20320"/>
            </a:xfrm>
            <a:custGeom>
              <a:avLst/>
              <a:gdLst/>
              <a:ahLst/>
              <a:cxnLst/>
              <a:rect l="l" t="t" r="r" b="b"/>
              <a:pathLst>
                <a:path w="9450070" h="20319">
                  <a:moveTo>
                    <a:pt x="9450069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9450069" y="2032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766059" y="1276350"/>
              <a:ext cx="9450070" cy="19050"/>
            </a:xfrm>
            <a:custGeom>
              <a:avLst/>
              <a:gdLst/>
              <a:ahLst/>
              <a:cxnLst/>
              <a:rect l="l" t="t" r="r" b="b"/>
              <a:pathLst>
                <a:path w="9450070" h="19050">
                  <a:moveTo>
                    <a:pt x="94500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9450069" y="1905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66059" y="1295400"/>
              <a:ext cx="9450070" cy="19050"/>
            </a:xfrm>
            <a:custGeom>
              <a:avLst/>
              <a:gdLst/>
              <a:ahLst/>
              <a:cxnLst/>
              <a:rect l="l" t="t" r="r" b="b"/>
              <a:pathLst>
                <a:path w="9450070" h="19050">
                  <a:moveTo>
                    <a:pt x="94500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9450069" y="1905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66059" y="1314450"/>
              <a:ext cx="9450070" cy="20320"/>
            </a:xfrm>
            <a:custGeom>
              <a:avLst/>
              <a:gdLst/>
              <a:ahLst/>
              <a:cxnLst/>
              <a:rect l="l" t="t" r="r" b="b"/>
              <a:pathLst>
                <a:path w="9450070" h="20319">
                  <a:moveTo>
                    <a:pt x="9450069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9450069" y="2032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66059" y="1334770"/>
              <a:ext cx="9450070" cy="19050"/>
            </a:xfrm>
            <a:custGeom>
              <a:avLst/>
              <a:gdLst/>
              <a:ahLst/>
              <a:cxnLst/>
              <a:rect l="l" t="t" r="r" b="b"/>
              <a:pathLst>
                <a:path w="9450070" h="19050">
                  <a:moveTo>
                    <a:pt x="94500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9450069" y="1905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766059" y="1353820"/>
              <a:ext cx="9450070" cy="19050"/>
            </a:xfrm>
            <a:custGeom>
              <a:avLst/>
              <a:gdLst/>
              <a:ahLst/>
              <a:cxnLst/>
              <a:rect l="l" t="t" r="r" b="b"/>
              <a:pathLst>
                <a:path w="9450070" h="19050">
                  <a:moveTo>
                    <a:pt x="94500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9450069" y="1905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66059" y="1372870"/>
              <a:ext cx="9450070" cy="19050"/>
            </a:xfrm>
            <a:custGeom>
              <a:avLst/>
              <a:gdLst/>
              <a:ahLst/>
              <a:cxnLst/>
              <a:rect l="l" t="t" r="r" b="b"/>
              <a:pathLst>
                <a:path w="9450070" h="19050">
                  <a:moveTo>
                    <a:pt x="94500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9450069" y="1905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766059" y="1391920"/>
              <a:ext cx="9450070" cy="19050"/>
            </a:xfrm>
            <a:custGeom>
              <a:avLst/>
              <a:gdLst/>
              <a:ahLst/>
              <a:cxnLst/>
              <a:rect l="l" t="t" r="r" b="b"/>
              <a:pathLst>
                <a:path w="9450070" h="19050">
                  <a:moveTo>
                    <a:pt x="94500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9450069" y="1905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766059" y="1410970"/>
              <a:ext cx="9450070" cy="20320"/>
            </a:xfrm>
            <a:custGeom>
              <a:avLst/>
              <a:gdLst/>
              <a:ahLst/>
              <a:cxnLst/>
              <a:rect l="l" t="t" r="r" b="b"/>
              <a:pathLst>
                <a:path w="9450070" h="20319">
                  <a:moveTo>
                    <a:pt x="9450069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9450069" y="2032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766059" y="1431290"/>
              <a:ext cx="9450070" cy="19050"/>
            </a:xfrm>
            <a:custGeom>
              <a:avLst/>
              <a:gdLst/>
              <a:ahLst/>
              <a:cxnLst/>
              <a:rect l="l" t="t" r="r" b="b"/>
              <a:pathLst>
                <a:path w="9450070" h="19050">
                  <a:moveTo>
                    <a:pt x="94500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9450069" y="1905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766059" y="1450340"/>
              <a:ext cx="9450070" cy="19050"/>
            </a:xfrm>
            <a:custGeom>
              <a:avLst/>
              <a:gdLst/>
              <a:ahLst/>
              <a:cxnLst/>
              <a:rect l="l" t="t" r="r" b="b"/>
              <a:pathLst>
                <a:path w="9450070" h="19050">
                  <a:moveTo>
                    <a:pt x="94500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9450069" y="1905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766059" y="1469390"/>
              <a:ext cx="9450070" cy="19050"/>
            </a:xfrm>
            <a:custGeom>
              <a:avLst/>
              <a:gdLst/>
              <a:ahLst/>
              <a:cxnLst/>
              <a:rect l="l" t="t" r="r" b="b"/>
              <a:pathLst>
                <a:path w="9450070" h="19050">
                  <a:moveTo>
                    <a:pt x="94500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9450069" y="1905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766059" y="1488440"/>
              <a:ext cx="9450070" cy="20320"/>
            </a:xfrm>
            <a:custGeom>
              <a:avLst/>
              <a:gdLst/>
              <a:ahLst/>
              <a:cxnLst/>
              <a:rect l="l" t="t" r="r" b="b"/>
              <a:pathLst>
                <a:path w="9450070" h="20319">
                  <a:moveTo>
                    <a:pt x="9450069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9450069" y="20319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766059" y="1508760"/>
              <a:ext cx="9450070" cy="19050"/>
            </a:xfrm>
            <a:custGeom>
              <a:avLst/>
              <a:gdLst/>
              <a:ahLst/>
              <a:cxnLst/>
              <a:rect l="l" t="t" r="r" b="b"/>
              <a:pathLst>
                <a:path w="9450070" h="19050">
                  <a:moveTo>
                    <a:pt x="94500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9450069" y="1905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766059" y="1527810"/>
              <a:ext cx="9450070" cy="19050"/>
            </a:xfrm>
            <a:custGeom>
              <a:avLst/>
              <a:gdLst/>
              <a:ahLst/>
              <a:cxnLst/>
              <a:rect l="l" t="t" r="r" b="b"/>
              <a:pathLst>
                <a:path w="9450070" h="19050">
                  <a:moveTo>
                    <a:pt x="94500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9450069" y="1905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766059" y="1546860"/>
              <a:ext cx="9450070" cy="19050"/>
            </a:xfrm>
            <a:custGeom>
              <a:avLst/>
              <a:gdLst/>
              <a:ahLst/>
              <a:cxnLst/>
              <a:rect l="l" t="t" r="r" b="b"/>
              <a:pathLst>
                <a:path w="9450070" h="19050">
                  <a:moveTo>
                    <a:pt x="94500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9450069" y="1905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766059" y="1565910"/>
              <a:ext cx="9450070" cy="20320"/>
            </a:xfrm>
            <a:custGeom>
              <a:avLst/>
              <a:gdLst/>
              <a:ahLst/>
              <a:cxnLst/>
              <a:rect l="l" t="t" r="r" b="b"/>
              <a:pathLst>
                <a:path w="9450070" h="20319">
                  <a:moveTo>
                    <a:pt x="9450069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9450069" y="2032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766059" y="1586230"/>
              <a:ext cx="9450070" cy="19050"/>
            </a:xfrm>
            <a:custGeom>
              <a:avLst/>
              <a:gdLst/>
              <a:ahLst/>
              <a:cxnLst/>
              <a:rect l="l" t="t" r="r" b="b"/>
              <a:pathLst>
                <a:path w="9450070" h="19050">
                  <a:moveTo>
                    <a:pt x="94500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9450069" y="1905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766059" y="1605280"/>
              <a:ext cx="9450070" cy="19050"/>
            </a:xfrm>
            <a:custGeom>
              <a:avLst/>
              <a:gdLst/>
              <a:ahLst/>
              <a:cxnLst/>
              <a:rect l="l" t="t" r="r" b="b"/>
              <a:pathLst>
                <a:path w="9450070" h="19050">
                  <a:moveTo>
                    <a:pt x="94500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9450069" y="1905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766059" y="1624330"/>
              <a:ext cx="9450070" cy="20320"/>
            </a:xfrm>
            <a:custGeom>
              <a:avLst/>
              <a:gdLst/>
              <a:ahLst/>
              <a:cxnLst/>
              <a:rect l="l" t="t" r="r" b="b"/>
              <a:pathLst>
                <a:path w="9450070" h="20319">
                  <a:moveTo>
                    <a:pt x="9450069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9450069" y="2032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766059" y="1644650"/>
              <a:ext cx="9450070" cy="19050"/>
            </a:xfrm>
            <a:custGeom>
              <a:avLst/>
              <a:gdLst/>
              <a:ahLst/>
              <a:cxnLst/>
              <a:rect l="l" t="t" r="r" b="b"/>
              <a:pathLst>
                <a:path w="9450070" h="19050">
                  <a:moveTo>
                    <a:pt x="94500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9450069" y="1905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766059" y="1663700"/>
              <a:ext cx="9450070" cy="19050"/>
            </a:xfrm>
            <a:custGeom>
              <a:avLst/>
              <a:gdLst/>
              <a:ahLst/>
              <a:cxnLst/>
              <a:rect l="l" t="t" r="r" b="b"/>
              <a:pathLst>
                <a:path w="9450070" h="19050">
                  <a:moveTo>
                    <a:pt x="94500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9450069" y="1905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766059" y="1682750"/>
              <a:ext cx="9450070" cy="19050"/>
            </a:xfrm>
            <a:custGeom>
              <a:avLst/>
              <a:gdLst/>
              <a:ahLst/>
              <a:cxnLst/>
              <a:rect l="l" t="t" r="r" b="b"/>
              <a:pathLst>
                <a:path w="9450070" h="19050">
                  <a:moveTo>
                    <a:pt x="94500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9450069" y="1905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766059" y="1701800"/>
              <a:ext cx="9450070" cy="20320"/>
            </a:xfrm>
            <a:custGeom>
              <a:avLst/>
              <a:gdLst/>
              <a:ahLst/>
              <a:cxnLst/>
              <a:rect l="l" t="t" r="r" b="b"/>
              <a:pathLst>
                <a:path w="9450070" h="20319">
                  <a:moveTo>
                    <a:pt x="9450069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9450069" y="2032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766059" y="1722120"/>
              <a:ext cx="9450070" cy="19050"/>
            </a:xfrm>
            <a:custGeom>
              <a:avLst/>
              <a:gdLst/>
              <a:ahLst/>
              <a:cxnLst/>
              <a:rect l="l" t="t" r="r" b="b"/>
              <a:pathLst>
                <a:path w="9450070" h="19050">
                  <a:moveTo>
                    <a:pt x="94500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9450069" y="1905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766059" y="1741170"/>
              <a:ext cx="9450070" cy="19050"/>
            </a:xfrm>
            <a:custGeom>
              <a:avLst/>
              <a:gdLst/>
              <a:ahLst/>
              <a:cxnLst/>
              <a:rect l="l" t="t" r="r" b="b"/>
              <a:pathLst>
                <a:path w="9450070" h="19050">
                  <a:moveTo>
                    <a:pt x="94500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9450069" y="1905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766059" y="1760220"/>
              <a:ext cx="9450070" cy="19050"/>
            </a:xfrm>
            <a:custGeom>
              <a:avLst/>
              <a:gdLst/>
              <a:ahLst/>
              <a:cxnLst/>
              <a:rect l="l" t="t" r="r" b="b"/>
              <a:pathLst>
                <a:path w="9450070" h="19050">
                  <a:moveTo>
                    <a:pt x="94500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9450069" y="1905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766060" y="1779269"/>
              <a:ext cx="9450070" cy="39370"/>
            </a:xfrm>
            <a:custGeom>
              <a:avLst/>
              <a:gdLst/>
              <a:ahLst/>
              <a:cxnLst/>
              <a:rect l="l" t="t" r="r" b="b"/>
              <a:pathLst>
                <a:path w="9450070" h="39369">
                  <a:moveTo>
                    <a:pt x="945007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0" y="39370"/>
                  </a:lnTo>
                  <a:lnTo>
                    <a:pt x="9450070" y="39370"/>
                  </a:lnTo>
                  <a:lnTo>
                    <a:pt x="9450070" y="19050"/>
                  </a:lnTo>
                  <a:lnTo>
                    <a:pt x="945007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766059" y="1818640"/>
              <a:ext cx="9450070" cy="19050"/>
            </a:xfrm>
            <a:custGeom>
              <a:avLst/>
              <a:gdLst/>
              <a:ahLst/>
              <a:cxnLst/>
              <a:rect l="l" t="t" r="r" b="b"/>
              <a:pathLst>
                <a:path w="9450070" h="19050">
                  <a:moveTo>
                    <a:pt x="94500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9450069" y="1905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766059" y="1837690"/>
              <a:ext cx="9450070" cy="19050"/>
            </a:xfrm>
            <a:custGeom>
              <a:avLst/>
              <a:gdLst/>
              <a:ahLst/>
              <a:cxnLst/>
              <a:rect l="l" t="t" r="r" b="b"/>
              <a:pathLst>
                <a:path w="9450070" h="19050">
                  <a:moveTo>
                    <a:pt x="94500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9450069" y="1905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766059" y="1856740"/>
              <a:ext cx="9450070" cy="20320"/>
            </a:xfrm>
            <a:custGeom>
              <a:avLst/>
              <a:gdLst/>
              <a:ahLst/>
              <a:cxnLst/>
              <a:rect l="l" t="t" r="r" b="b"/>
              <a:pathLst>
                <a:path w="9450070" h="20319">
                  <a:moveTo>
                    <a:pt x="9450069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9450069" y="20319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766059" y="1877060"/>
              <a:ext cx="9450070" cy="19050"/>
            </a:xfrm>
            <a:custGeom>
              <a:avLst/>
              <a:gdLst/>
              <a:ahLst/>
              <a:cxnLst/>
              <a:rect l="l" t="t" r="r" b="b"/>
              <a:pathLst>
                <a:path w="9450070" h="19050">
                  <a:moveTo>
                    <a:pt x="94500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9450069" y="1905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766059" y="1896110"/>
              <a:ext cx="9450070" cy="19050"/>
            </a:xfrm>
            <a:custGeom>
              <a:avLst/>
              <a:gdLst/>
              <a:ahLst/>
              <a:cxnLst/>
              <a:rect l="l" t="t" r="r" b="b"/>
              <a:pathLst>
                <a:path w="9450070" h="19050">
                  <a:moveTo>
                    <a:pt x="94500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9450069" y="1905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766059" y="1915160"/>
              <a:ext cx="9450070" cy="19050"/>
            </a:xfrm>
            <a:custGeom>
              <a:avLst/>
              <a:gdLst/>
              <a:ahLst/>
              <a:cxnLst/>
              <a:rect l="l" t="t" r="r" b="b"/>
              <a:pathLst>
                <a:path w="9450070" h="19050">
                  <a:moveTo>
                    <a:pt x="94500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9450069" y="1905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766059" y="1934210"/>
              <a:ext cx="9450070" cy="20320"/>
            </a:xfrm>
            <a:custGeom>
              <a:avLst/>
              <a:gdLst/>
              <a:ahLst/>
              <a:cxnLst/>
              <a:rect l="l" t="t" r="r" b="b"/>
              <a:pathLst>
                <a:path w="9450070" h="20319">
                  <a:moveTo>
                    <a:pt x="9450069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9450069" y="2032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766059" y="1954530"/>
              <a:ext cx="9450070" cy="19050"/>
            </a:xfrm>
            <a:custGeom>
              <a:avLst/>
              <a:gdLst/>
              <a:ahLst/>
              <a:cxnLst/>
              <a:rect l="l" t="t" r="r" b="b"/>
              <a:pathLst>
                <a:path w="9450070" h="19050">
                  <a:moveTo>
                    <a:pt x="94500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9450069" y="1905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766059" y="1973580"/>
              <a:ext cx="9450070" cy="19050"/>
            </a:xfrm>
            <a:custGeom>
              <a:avLst/>
              <a:gdLst/>
              <a:ahLst/>
              <a:cxnLst/>
              <a:rect l="l" t="t" r="r" b="b"/>
              <a:pathLst>
                <a:path w="9450070" h="19050">
                  <a:moveTo>
                    <a:pt x="94500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9450069" y="1905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766059" y="1992630"/>
              <a:ext cx="9450070" cy="19050"/>
            </a:xfrm>
            <a:custGeom>
              <a:avLst/>
              <a:gdLst/>
              <a:ahLst/>
              <a:cxnLst/>
              <a:rect l="l" t="t" r="r" b="b"/>
              <a:pathLst>
                <a:path w="9450070" h="19050">
                  <a:moveTo>
                    <a:pt x="94500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9450069" y="1905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766059" y="2011680"/>
              <a:ext cx="9450070" cy="20320"/>
            </a:xfrm>
            <a:custGeom>
              <a:avLst/>
              <a:gdLst/>
              <a:ahLst/>
              <a:cxnLst/>
              <a:rect l="l" t="t" r="r" b="b"/>
              <a:pathLst>
                <a:path w="9450070" h="20319">
                  <a:moveTo>
                    <a:pt x="9450069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9450069" y="2032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766059" y="2032000"/>
              <a:ext cx="9450070" cy="19050"/>
            </a:xfrm>
            <a:custGeom>
              <a:avLst/>
              <a:gdLst/>
              <a:ahLst/>
              <a:cxnLst/>
              <a:rect l="l" t="t" r="r" b="b"/>
              <a:pathLst>
                <a:path w="9450070" h="19050">
                  <a:moveTo>
                    <a:pt x="94500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9450069" y="1905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766059" y="2051050"/>
              <a:ext cx="9450070" cy="19050"/>
            </a:xfrm>
            <a:custGeom>
              <a:avLst/>
              <a:gdLst/>
              <a:ahLst/>
              <a:cxnLst/>
              <a:rect l="l" t="t" r="r" b="b"/>
              <a:pathLst>
                <a:path w="9450070" h="19050">
                  <a:moveTo>
                    <a:pt x="94500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9450069" y="1905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766059" y="2070100"/>
              <a:ext cx="9450070" cy="19050"/>
            </a:xfrm>
            <a:custGeom>
              <a:avLst/>
              <a:gdLst/>
              <a:ahLst/>
              <a:cxnLst/>
              <a:rect l="l" t="t" r="r" b="b"/>
              <a:pathLst>
                <a:path w="9450070" h="19050">
                  <a:moveTo>
                    <a:pt x="945006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9450069" y="19050"/>
                  </a:lnTo>
                  <a:lnTo>
                    <a:pt x="9450069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2766060" y="1141730"/>
            <a:ext cx="9450070" cy="947419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2495550" marR="767080" indent="-1711960">
              <a:lnSpc>
                <a:spcPct val="100000"/>
              </a:lnSpc>
              <a:spcBef>
                <a:spcPts val="360"/>
              </a:spcBef>
            </a:pPr>
            <a:r>
              <a:rPr sz="2800" dirty="0">
                <a:latin typeface="Century Gothic"/>
                <a:cs typeface="Century Gothic"/>
              </a:rPr>
              <a:t>Getting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to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know “Fiji”</a:t>
            </a:r>
            <a:r>
              <a:rPr sz="2800" spc="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better – Fiji is just</a:t>
            </a:r>
            <a:r>
              <a:rPr sz="2800" spc="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ImageJ </a:t>
            </a:r>
            <a:r>
              <a:rPr sz="2800" spc="-10" dirty="0">
                <a:latin typeface="Century Gothic"/>
                <a:cs typeface="Century Gothic"/>
                <a:hlinkClick r:id="rId5"/>
              </a:rPr>
              <a:t>http://pacific.mpi-cbg.de</a:t>
            </a:r>
            <a:endParaRPr sz="2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Working with multi dimensional images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1720327" y="1534354"/>
            <a:ext cx="9743792" cy="2498549"/>
          </a:xfrm>
        </p:spPr>
        <p:txBody>
          <a:bodyPr>
            <a:normAutofit/>
          </a:bodyPr>
          <a:lstStyle/>
          <a:p>
            <a:r>
              <a:rPr lang="en-US" dirty="0"/>
              <a:t>More than one frame, time point or channel</a:t>
            </a:r>
          </a:p>
          <a:p>
            <a:r>
              <a:rPr lang="en-US" dirty="0"/>
              <a:t>Ortho view, montage and other ways of looking at &gt;2D image</a:t>
            </a:r>
          </a:p>
        </p:txBody>
      </p: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4D351D70-86A5-A715-2DB5-1AA1690BA09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44"/>
          <a:stretch/>
        </p:blipFill>
        <p:spPr>
          <a:xfrm>
            <a:off x="1978024" y="3039109"/>
            <a:ext cx="4524375" cy="3579366"/>
          </a:xfrm>
          <a:prstGeom prst="rect">
            <a:avLst/>
          </a:prstGeom>
        </p:spPr>
      </p:pic>
      <p:pic>
        <p:nvPicPr>
          <p:cNvPr id="7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9B38F592-1D8E-EB55-5C03-831E6B7F63B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84" r="66942" b="11558"/>
          <a:stretch/>
        </p:blipFill>
        <p:spPr>
          <a:xfrm>
            <a:off x="7645400" y="3560621"/>
            <a:ext cx="2978726" cy="28955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6969B73-213B-0DDD-F2F8-26CFB089D52A}"/>
              </a:ext>
            </a:extLst>
          </p:cNvPr>
          <p:cNvSpPr txBox="1"/>
          <p:nvPr/>
        </p:nvSpPr>
        <p:spPr>
          <a:xfrm>
            <a:off x="8026400" y="3021524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3D volume</a:t>
            </a:r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5DCA012F-63C6-0FAF-9181-F2419EC351AB}"/>
              </a:ext>
            </a:extLst>
          </p:cNvPr>
          <p:cNvSpPr txBox="1"/>
          <p:nvPr/>
        </p:nvSpPr>
        <p:spPr>
          <a:xfrm>
            <a:off x="1168400" y="6788240"/>
            <a:ext cx="10134600" cy="1669688"/>
          </a:xfrm>
          <a:prstGeom prst="rect">
            <a:avLst/>
          </a:prstGeom>
          <a:solidFill>
            <a:srgbClr val="FFEEB0"/>
          </a:solidFill>
          <a:ln w="9344">
            <a:solidFill>
              <a:srgbClr val="000000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algn="ctr">
              <a:spcBef>
                <a:spcPts val="500"/>
              </a:spcBef>
            </a:pPr>
            <a:r>
              <a:rPr sz="3200" b="1" dirty="0">
                <a:latin typeface="Century Gothic"/>
                <a:cs typeface="Century Gothic"/>
              </a:rPr>
              <a:t>File -</a:t>
            </a:r>
            <a:r>
              <a:rPr sz="3200" b="1" spc="-5" dirty="0">
                <a:latin typeface="Century Gothic"/>
                <a:cs typeface="Century Gothic"/>
              </a:rPr>
              <a:t> </a:t>
            </a:r>
            <a:r>
              <a:rPr sz="3200" b="1" dirty="0">
                <a:latin typeface="Century Gothic"/>
                <a:cs typeface="Century Gothic"/>
              </a:rPr>
              <a:t>Open</a:t>
            </a:r>
            <a:r>
              <a:rPr sz="3200" b="1" spc="-5" dirty="0">
                <a:latin typeface="Century Gothic"/>
                <a:cs typeface="Century Gothic"/>
              </a:rPr>
              <a:t> </a:t>
            </a:r>
            <a:r>
              <a:rPr sz="3200" b="1" dirty="0">
                <a:latin typeface="Century Gothic"/>
                <a:cs typeface="Century Gothic"/>
              </a:rPr>
              <a:t>Samples - </a:t>
            </a:r>
            <a:r>
              <a:rPr lang="en-US" sz="3200" dirty="0"/>
              <a:t>confocal-</a:t>
            </a:r>
            <a:r>
              <a:rPr lang="en-US" sz="3200" dirty="0" err="1"/>
              <a:t>series.tif</a:t>
            </a:r>
            <a:endParaRPr lang="en-US" sz="3200" dirty="0"/>
          </a:p>
          <a:p>
            <a:pPr algn="ctr">
              <a:spcBef>
                <a:spcPts val="500"/>
              </a:spcBef>
            </a:pPr>
            <a:endParaRPr lang="en-US" sz="3200" dirty="0"/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lang="da-DK" sz="3200" dirty="0">
                <a:latin typeface="Century Gothic"/>
                <a:cs typeface="Century Gothic"/>
              </a:rPr>
              <a:t>Make a montage:  </a:t>
            </a:r>
            <a:r>
              <a:rPr lang="da-DK" sz="3200" dirty="0" err="1">
                <a:latin typeface="Century Gothic"/>
                <a:cs typeface="Century Gothic"/>
              </a:rPr>
              <a:t>Stk</a:t>
            </a:r>
            <a:r>
              <a:rPr lang="da-DK" sz="3200" dirty="0">
                <a:latin typeface="Century Gothic"/>
                <a:cs typeface="Century Gothic"/>
                <a:sym typeface="Wingdings" panose="05000000000000000000" pitchFamily="2" charset="2"/>
              </a:rPr>
              <a:t> </a:t>
            </a:r>
            <a:r>
              <a:rPr lang="da-DK" sz="3200" dirty="0">
                <a:latin typeface="Century Gothic"/>
                <a:cs typeface="Century Gothic"/>
              </a:rPr>
              <a:t>Make  montage</a:t>
            </a:r>
            <a:endParaRPr sz="32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40744728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9570" y="194309"/>
            <a:ext cx="701294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36880">
              <a:lnSpc>
                <a:spcPct val="100000"/>
              </a:lnSpc>
              <a:spcBef>
                <a:spcPts val="100"/>
              </a:spcBef>
            </a:pPr>
            <a:r>
              <a:rPr dirty="0"/>
              <a:t>Image</a:t>
            </a:r>
            <a:r>
              <a:rPr spc="-15" dirty="0"/>
              <a:t> </a:t>
            </a:r>
            <a:r>
              <a:rPr spc="-10" dirty="0"/>
              <a:t>processing </a:t>
            </a:r>
            <a:r>
              <a:rPr lang="da-DK" dirty="0"/>
              <a:t>masks and filters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929" y="2336800"/>
            <a:ext cx="3666490" cy="284352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5440" y="6590030"/>
            <a:ext cx="3648710" cy="26289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912620" y="5256529"/>
            <a:ext cx="189230" cy="977900"/>
          </a:xfrm>
          <a:custGeom>
            <a:avLst/>
            <a:gdLst/>
            <a:ahLst/>
            <a:cxnLst/>
            <a:rect l="l" t="t" r="r" b="b"/>
            <a:pathLst>
              <a:path w="189230" h="977900">
                <a:moveTo>
                  <a:pt x="189230" y="787400"/>
                </a:moveTo>
                <a:lnTo>
                  <a:pt x="126873" y="787400"/>
                </a:lnTo>
                <a:lnTo>
                  <a:pt x="124460" y="0"/>
                </a:lnTo>
                <a:lnTo>
                  <a:pt x="60960" y="0"/>
                </a:lnTo>
                <a:lnTo>
                  <a:pt x="63373" y="787400"/>
                </a:lnTo>
                <a:lnTo>
                  <a:pt x="0" y="787400"/>
                </a:lnTo>
                <a:lnTo>
                  <a:pt x="95250" y="977900"/>
                </a:lnTo>
                <a:lnTo>
                  <a:pt x="189230" y="787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8929" y="2052320"/>
            <a:ext cx="12344400" cy="3810"/>
          </a:xfrm>
          <a:custGeom>
            <a:avLst/>
            <a:gdLst/>
            <a:ahLst/>
            <a:cxnLst/>
            <a:rect l="l" t="t" r="r" b="b"/>
            <a:pathLst>
              <a:path w="12344400" h="3810">
                <a:moveTo>
                  <a:pt x="0" y="0"/>
                </a:moveTo>
                <a:lnTo>
                  <a:pt x="12344400" y="3809"/>
                </a:lnTo>
              </a:path>
            </a:pathLst>
          </a:custGeom>
          <a:ln w="50676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4210457" y="3116987"/>
            <a:ext cx="8503920" cy="1795780"/>
            <a:chOff x="4210457" y="3116987"/>
            <a:chExt cx="8503920" cy="179578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45610" y="3162299"/>
              <a:ext cx="8468360" cy="175006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213860" y="3121659"/>
              <a:ext cx="8459470" cy="1742439"/>
            </a:xfrm>
            <a:custGeom>
              <a:avLst/>
              <a:gdLst/>
              <a:ahLst/>
              <a:cxnLst/>
              <a:rect l="l" t="t" r="r" b="b"/>
              <a:pathLst>
                <a:path w="8459470" h="1742439">
                  <a:moveTo>
                    <a:pt x="8459469" y="0"/>
                  </a:moveTo>
                  <a:lnTo>
                    <a:pt x="0" y="0"/>
                  </a:lnTo>
                  <a:lnTo>
                    <a:pt x="0" y="1742440"/>
                  </a:lnTo>
                  <a:lnTo>
                    <a:pt x="8459469" y="1742440"/>
                  </a:lnTo>
                  <a:lnTo>
                    <a:pt x="8459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15130" y="3121659"/>
              <a:ext cx="8458200" cy="1741170"/>
            </a:xfrm>
            <a:custGeom>
              <a:avLst/>
              <a:gdLst/>
              <a:ahLst/>
              <a:cxnLst/>
              <a:rect l="l" t="t" r="r" b="b"/>
              <a:pathLst>
                <a:path w="8458200" h="1741170">
                  <a:moveTo>
                    <a:pt x="0" y="0"/>
                  </a:moveTo>
                  <a:lnTo>
                    <a:pt x="8458200" y="0"/>
                  </a:lnTo>
                  <a:lnTo>
                    <a:pt x="8458200" y="1741170"/>
                  </a:lnTo>
                  <a:lnTo>
                    <a:pt x="0" y="1741170"/>
                  </a:lnTo>
                  <a:lnTo>
                    <a:pt x="0" y="0"/>
                  </a:lnTo>
                  <a:close/>
                </a:path>
              </a:pathLst>
            </a:custGeom>
            <a:ln w="934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4210457" y="5937657"/>
            <a:ext cx="8503920" cy="1794510"/>
            <a:chOff x="4210457" y="5937657"/>
            <a:chExt cx="8503920" cy="179451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45610" y="5981700"/>
              <a:ext cx="8468360" cy="175006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213860" y="5941060"/>
              <a:ext cx="8459470" cy="1742439"/>
            </a:xfrm>
            <a:custGeom>
              <a:avLst/>
              <a:gdLst/>
              <a:ahLst/>
              <a:cxnLst/>
              <a:rect l="l" t="t" r="r" b="b"/>
              <a:pathLst>
                <a:path w="8459470" h="1742440">
                  <a:moveTo>
                    <a:pt x="8459469" y="0"/>
                  </a:moveTo>
                  <a:lnTo>
                    <a:pt x="0" y="0"/>
                  </a:lnTo>
                  <a:lnTo>
                    <a:pt x="0" y="1742439"/>
                  </a:lnTo>
                  <a:lnTo>
                    <a:pt x="8459469" y="1742439"/>
                  </a:lnTo>
                  <a:lnTo>
                    <a:pt x="8459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15130" y="5942330"/>
              <a:ext cx="8458200" cy="1739900"/>
            </a:xfrm>
            <a:custGeom>
              <a:avLst/>
              <a:gdLst/>
              <a:ahLst/>
              <a:cxnLst/>
              <a:rect l="l" t="t" r="r" b="b"/>
              <a:pathLst>
                <a:path w="8458200" h="1739900">
                  <a:moveTo>
                    <a:pt x="0" y="0"/>
                  </a:moveTo>
                  <a:lnTo>
                    <a:pt x="8458200" y="0"/>
                  </a:lnTo>
                  <a:lnTo>
                    <a:pt x="8458200" y="1739900"/>
                  </a:lnTo>
                  <a:lnTo>
                    <a:pt x="0" y="1739900"/>
                  </a:lnTo>
                  <a:lnTo>
                    <a:pt x="0" y="0"/>
                  </a:lnTo>
                  <a:close/>
                </a:path>
              </a:pathLst>
            </a:custGeom>
            <a:ln w="934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304029" y="3155950"/>
            <a:ext cx="8102600" cy="449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742315" algn="l"/>
                <a:tab pos="742950" algn="l"/>
              </a:tabLst>
            </a:pPr>
            <a:r>
              <a:rPr sz="3600" spc="-10" dirty="0">
                <a:latin typeface="Century Gothic"/>
                <a:cs typeface="Century Gothic"/>
              </a:rPr>
              <a:t>Introduction</a:t>
            </a:r>
            <a:endParaRPr sz="3600" dirty="0">
              <a:latin typeface="Century Gothic"/>
              <a:cs typeface="Century Gothic"/>
            </a:endParaRPr>
          </a:p>
          <a:p>
            <a:pPr marL="1485265" lvl="1" indent="-742315">
              <a:lnSpc>
                <a:spcPct val="100000"/>
              </a:lnSpc>
              <a:buChar char="-"/>
              <a:tabLst>
                <a:tab pos="1485265" algn="l"/>
                <a:tab pos="1485900" algn="l"/>
              </a:tabLst>
            </a:pPr>
            <a:r>
              <a:rPr sz="3600" spc="-10" dirty="0">
                <a:latin typeface="Century Gothic"/>
                <a:cs typeface="Century Gothic"/>
              </a:rPr>
              <a:t>Neighbourhood</a:t>
            </a:r>
            <a:endParaRPr sz="3600" dirty="0">
              <a:latin typeface="Century Gothic"/>
              <a:cs typeface="Century Gothic"/>
            </a:endParaRPr>
          </a:p>
          <a:p>
            <a:pPr marL="1485265" lvl="1" indent="-742315">
              <a:lnSpc>
                <a:spcPct val="100000"/>
              </a:lnSpc>
              <a:buChar char="-"/>
              <a:tabLst>
                <a:tab pos="1485265" algn="l"/>
                <a:tab pos="1485900" algn="l"/>
              </a:tabLst>
            </a:pPr>
            <a:r>
              <a:rPr sz="3600" dirty="0">
                <a:latin typeface="Century Gothic"/>
                <a:cs typeface="Century Gothic"/>
              </a:rPr>
              <a:t>Operation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on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spc="-10" dirty="0">
                <a:latin typeface="Century Gothic"/>
                <a:cs typeface="Century Gothic"/>
              </a:rPr>
              <a:t>neighbourhood</a:t>
            </a:r>
            <a:endParaRPr sz="3600" dirty="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buFont typeface="Century Gothic"/>
              <a:buChar char="-"/>
            </a:pPr>
            <a:endParaRPr sz="44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3845"/>
              </a:spcBef>
              <a:tabLst>
                <a:tab pos="742315" algn="l"/>
                <a:tab pos="742950" algn="l"/>
              </a:tabLst>
            </a:pPr>
            <a:r>
              <a:rPr sz="3600" dirty="0">
                <a:latin typeface="Century Gothic"/>
                <a:cs typeface="Century Gothic"/>
              </a:rPr>
              <a:t>Spatial</a:t>
            </a:r>
            <a:r>
              <a:rPr sz="3600" spc="-20" dirty="0">
                <a:latin typeface="Century Gothic"/>
                <a:cs typeface="Century Gothic"/>
              </a:rPr>
              <a:t> </a:t>
            </a:r>
            <a:r>
              <a:rPr sz="3600" spc="-10" dirty="0">
                <a:latin typeface="Century Gothic"/>
                <a:cs typeface="Century Gothic"/>
              </a:rPr>
              <a:t>filters</a:t>
            </a:r>
            <a:endParaRPr sz="3600" dirty="0">
              <a:latin typeface="Century Gothic"/>
              <a:cs typeface="Century Gothic"/>
            </a:endParaRPr>
          </a:p>
          <a:p>
            <a:pPr marL="1485265" lvl="1" indent="-742315">
              <a:lnSpc>
                <a:spcPct val="100000"/>
              </a:lnSpc>
              <a:buChar char="-"/>
              <a:tabLst>
                <a:tab pos="1485265" algn="l"/>
                <a:tab pos="1485900" algn="l"/>
              </a:tabLst>
            </a:pPr>
            <a:r>
              <a:rPr sz="3600" dirty="0">
                <a:latin typeface="Century Gothic"/>
                <a:cs typeface="Century Gothic"/>
              </a:rPr>
              <a:t>Mean</a:t>
            </a:r>
            <a:r>
              <a:rPr sz="3600" spc="-1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and Median </a:t>
            </a:r>
            <a:r>
              <a:rPr sz="3600" spc="-10" dirty="0">
                <a:latin typeface="Century Gothic"/>
                <a:cs typeface="Century Gothic"/>
              </a:rPr>
              <a:t>filter</a:t>
            </a:r>
            <a:endParaRPr sz="3600" dirty="0">
              <a:latin typeface="Century Gothic"/>
              <a:cs typeface="Century Gothic"/>
            </a:endParaRPr>
          </a:p>
          <a:p>
            <a:pPr marL="1485265" lvl="1" indent="-742315">
              <a:lnSpc>
                <a:spcPct val="100000"/>
              </a:lnSpc>
              <a:buChar char="-"/>
              <a:tabLst>
                <a:tab pos="1485265" algn="l"/>
                <a:tab pos="1485900" algn="l"/>
              </a:tabLst>
            </a:pPr>
            <a:r>
              <a:rPr sz="3600" dirty="0">
                <a:latin typeface="Century Gothic"/>
                <a:cs typeface="Century Gothic"/>
              </a:rPr>
              <a:t>Edge</a:t>
            </a:r>
            <a:r>
              <a:rPr sz="3600" spc="-10" dirty="0">
                <a:latin typeface="Century Gothic"/>
                <a:cs typeface="Century Gothic"/>
              </a:rPr>
              <a:t> detection</a:t>
            </a:r>
            <a:endParaRPr sz="3600" dirty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32385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A. </a:t>
            </a:r>
            <a:r>
              <a:rPr sz="6000" spc="-10" dirty="0"/>
              <a:t>Introduction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730" y="3363640"/>
            <a:ext cx="4572000" cy="442653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06730" y="8233409"/>
            <a:ext cx="5458460" cy="1017269"/>
            <a:chOff x="506730" y="8233409"/>
            <a:chExt cx="5458460" cy="101726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8320" y="8265159"/>
              <a:ext cx="5436870" cy="98551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6730" y="8233409"/>
              <a:ext cx="5427980" cy="976630"/>
            </a:xfrm>
            <a:custGeom>
              <a:avLst/>
              <a:gdLst/>
              <a:ahLst/>
              <a:cxnLst/>
              <a:rect l="l" t="t" r="r" b="b"/>
              <a:pathLst>
                <a:path w="5427980" h="976629">
                  <a:moveTo>
                    <a:pt x="5427980" y="0"/>
                  </a:moveTo>
                  <a:lnTo>
                    <a:pt x="0" y="0"/>
                  </a:lnTo>
                  <a:lnTo>
                    <a:pt x="0" y="976630"/>
                  </a:lnTo>
                  <a:lnTo>
                    <a:pt x="5427980" y="976630"/>
                  </a:lnTo>
                  <a:lnTo>
                    <a:pt x="54279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06730" y="8233409"/>
            <a:ext cx="5427980" cy="975360"/>
          </a:xfrm>
          <a:prstGeom prst="rect">
            <a:avLst/>
          </a:prstGeom>
          <a:ln w="9344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84250" marR="50800" indent="-984250">
              <a:lnSpc>
                <a:spcPct val="100000"/>
              </a:lnSpc>
            </a:pPr>
            <a:r>
              <a:rPr sz="3200" dirty="0">
                <a:latin typeface="Century Gothic"/>
                <a:cs typeface="Century Gothic"/>
              </a:rPr>
              <a:t>Neighbourhood</a:t>
            </a:r>
            <a:r>
              <a:rPr sz="3200" spc="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(or</a:t>
            </a:r>
            <a:r>
              <a:rPr sz="3200" spc="30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kernel): </a:t>
            </a:r>
            <a:r>
              <a:rPr sz="3200" dirty="0">
                <a:latin typeface="Century Gothic"/>
                <a:cs typeface="Century Gothic"/>
              </a:rPr>
              <a:t>pixels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that</a:t>
            </a:r>
            <a:r>
              <a:rPr sz="3200" spc="-10" dirty="0">
                <a:latin typeface="Century Gothic"/>
                <a:cs typeface="Century Gothic"/>
              </a:rPr>
              <a:t> matter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8929" y="1366519"/>
            <a:ext cx="12344400" cy="3810"/>
          </a:xfrm>
          <a:custGeom>
            <a:avLst/>
            <a:gdLst/>
            <a:ahLst/>
            <a:cxnLst/>
            <a:rect l="l" t="t" r="r" b="b"/>
            <a:pathLst>
              <a:path w="12344400" h="3809">
                <a:moveTo>
                  <a:pt x="0" y="0"/>
                </a:moveTo>
                <a:lnTo>
                  <a:pt x="12344400" y="3809"/>
                </a:lnTo>
              </a:path>
            </a:pathLst>
          </a:custGeom>
          <a:ln w="50676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323850" y="1826260"/>
            <a:ext cx="12354560" cy="1217930"/>
            <a:chOff x="323850" y="1826260"/>
            <a:chExt cx="12354560" cy="121793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3850" y="1841500"/>
              <a:ext cx="12354560" cy="120228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27660" y="1826259"/>
              <a:ext cx="12346940" cy="29209"/>
            </a:xfrm>
            <a:custGeom>
              <a:avLst/>
              <a:gdLst/>
              <a:ahLst/>
              <a:cxnLst/>
              <a:rect l="l" t="t" r="r" b="b"/>
              <a:pathLst>
                <a:path w="12346940" h="29210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0" y="29210"/>
                  </a:lnTo>
                  <a:lnTo>
                    <a:pt x="12346940" y="2921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7660" y="185547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6940" y="1523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E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7660" y="187071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D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7660" y="188595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C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7660" y="1901190"/>
              <a:ext cx="12346940" cy="13970"/>
            </a:xfrm>
            <a:custGeom>
              <a:avLst/>
              <a:gdLst/>
              <a:ahLst/>
              <a:cxnLst/>
              <a:rect l="l" t="t" r="r" b="b"/>
              <a:pathLst>
                <a:path w="12346940" h="13969">
                  <a:moveTo>
                    <a:pt x="1234694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2346940" y="1396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B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7660" y="191516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A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7660" y="193040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9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7660" y="1945640"/>
              <a:ext cx="12346940" cy="13970"/>
            </a:xfrm>
            <a:custGeom>
              <a:avLst/>
              <a:gdLst/>
              <a:ahLst/>
              <a:cxnLst/>
              <a:rect l="l" t="t" r="r" b="b"/>
              <a:pathLst>
                <a:path w="12346940" h="13969">
                  <a:moveTo>
                    <a:pt x="1234694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2346940" y="1396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8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7660" y="195961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7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7660" y="197485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6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7660" y="199009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6940" y="1523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5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7660" y="200533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4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7660" y="2020570"/>
              <a:ext cx="12346940" cy="13970"/>
            </a:xfrm>
            <a:custGeom>
              <a:avLst/>
              <a:gdLst/>
              <a:ahLst/>
              <a:cxnLst/>
              <a:rect l="l" t="t" r="r" b="b"/>
              <a:pathLst>
                <a:path w="12346940" h="13969">
                  <a:moveTo>
                    <a:pt x="1234694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6940" y="1397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3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27660" y="203454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6940" y="1523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2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27660" y="204978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1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7660" y="206502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6940" y="1523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D0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27660" y="2080260"/>
              <a:ext cx="12346940" cy="13970"/>
            </a:xfrm>
            <a:custGeom>
              <a:avLst/>
              <a:gdLst/>
              <a:ahLst/>
              <a:cxnLst/>
              <a:rect l="l" t="t" r="r" b="b"/>
              <a:pathLst>
                <a:path w="12346940" h="13969">
                  <a:moveTo>
                    <a:pt x="1234694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6940" y="1397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F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27660" y="209423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E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27660" y="210947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6940" y="1523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D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27660" y="2124709"/>
              <a:ext cx="12346940" cy="29209"/>
            </a:xfrm>
            <a:custGeom>
              <a:avLst/>
              <a:gdLst/>
              <a:ahLst/>
              <a:cxnLst/>
              <a:rect l="l" t="t" r="r" b="b"/>
              <a:pathLst>
                <a:path w="12346940" h="29210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0" y="29210"/>
                  </a:lnTo>
                  <a:lnTo>
                    <a:pt x="12346940" y="2921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C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7660" y="215392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6940" y="1523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A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27660" y="216916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9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27660" y="2184400"/>
              <a:ext cx="12346940" cy="13970"/>
            </a:xfrm>
            <a:custGeom>
              <a:avLst/>
              <a:gdLst/>
              <a:ahLst/>
              <a:cxnLst/>
              <a:rect l="l" t="t" r="r" b="b"/>
              <a:pathLst>
                <a:path w="12346940" h="13969">
                  <a:moveTo>
                    <a:pt x="1234694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6940" y="1397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8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27660" y="219837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6940" y="1523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7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27660" y="221361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6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27660" y="222885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5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27660" y="2244090"/>
              <a:ext cx="12346940" cy="13970"/>
            </a:xfrm>
            <a:custGeom>
              <a:avLst/>
              <a:gdLst/>
              <a:ahLst/>
              <a:cxnLst/>
              <a:rect l="l" t="t" r="r" b="b"/>
              <a:pathLst>
                <a:path w="12346940" h="13969">
                  <a:moveTo>
                    <a:pt x="1234694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2346940" y="1396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4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27660" y="225806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3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27660" y="227330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2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7660" y="228854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6940" y="1523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1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7660" y="230378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C0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7660" y="2319020"/>
              <a:ext cx="12346940" cy="13970"/>
            </a:xfrm>
            <a:custGeom>
              <a:avLst/>
              <a:gdLst/>
              <a:ahLst/>
              <a:cxnLst/>
              <a:rect l="l" t="t" r="r" b="b"/>
              <a:pathLst>
                <a:path w="12346940" h="13969">
                  <a:moveTo>
                    <a:pt x="1234694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6940" y="1397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F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27660" y="233299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6940" y="1523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E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27660" y="234823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D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27660" y="236347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6940" y="1523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C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27660" y="2378710"/>
              <a:ext cx="12346940" cy="13970"/>
            </a:xfrm>
            <a:custGeom>
              <a:avLst/>
              <a:gdLst/>
              <a:ahLst/>
              <a:cxnLst/>
              <a:rect l="l" t="t" r="r" b="b"/>
              <a:pathLst>
                <a:path w="12346940" h="13969">
                  <a:moveTo>
                    <a:pt x="1234694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6940" y="1397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B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27660" y="239268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A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27660" y="240792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6940" y="1523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9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27660" y="2423160"/>
              <a:ext cx="12346940" cy="13970"/>
            </a:xfrm>
            <a:custGeom>
              <a:avLst/>
              <a:gdLst/>
              <a:ahLst/>
              <a:cxnLst/>
              <a:rect l="l" t="t" r="r" b="b"/>
              <a:pathLst>
                <a:path w="12346940" h="13969">
                  <a:moveTo>
                    <a:pt x="1234694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6940" y="1397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8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27660" y="243713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7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27660" y="245237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6940" y="1523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6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27660" y="246761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5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27660" y="2482850"/>
              <a:ext cx="12346940" cy="13970"/>
            </a:xfrm>
            <a:custGeom>
              <a:avLst/>
              <a:gdLst/>
              <a:ahLst/>
              <a:cxnLst/>
              <a:rect l="l" t="t" r="r" b="b"/>
              <a:pathLst>
                <a:path w="12346940" h="13969">
                  <a:moveTo>
                    <a:pt x="1234694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6940" y="1397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4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27660" y="249682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6940" y="1523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3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27660" y="251206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2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27660" y="252730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1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27660" y="2542540"/>
              <a:ext cx="12346940" cy="13970"/>
            </a:xfrm>
            <a:custGeom>
              <a:avLst/>
              <a:gdLst/>
              <a:ahLst/>
              <a:cxnLst/>
              <a:rect l="l" t="t" r="r" b="b"/>
              <a:pathLst>
                <a:path w="12346940" h="13969">
                  <a:moveTo>
                    <a:pt x="1234694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2346940" y="1396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B0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27660" y="255651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AF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27660" y="257175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AE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27660" y="258699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6940" y="1523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AD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27660" y="260223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AC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27660" y="2617470"/>
              <a:ext cx="12346940" cy="13970"/>
            </a:xfrm>
            <a:custGeom>
              <a:avLst/>
              <a:gdLst/>
              <a:ahLst/>
              <a:cxnLst/>
              <a:rect l="l" t="t" r="r" b="b"/>
              <a:pathLst>
                <a:path w="12346940" h="13969">
                  <a:moveTo>
                    <a:pt x="1234694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6940" y="1397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AB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27660" y="263144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6940" y="1523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AA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27660" y="264668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A9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27660" y="2661920"/>
              <a:ext cx="12346940" cy="13970"/>
            </a:xfrm>
            <a:custGeom>
              <a:avLst/>
              <a:gdLst/>
              <a:ahLst/>
              <a:cxnLst/>
              <a:rect l="l" t="t" r="r" b="b"/>
              <a:pathLst>
                <a:path w="12346940" h="13969">
                  <a:moveTo>
                    <a:pt x="1234694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6940" y="1397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A8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27660" y="267589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6940" y="1523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A7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27660" y="269113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A6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27660" y="270637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6940" y="1523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A5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27660" y="2721610"/>
              <a:ext cx="12346940" cy="13970"/>
            </a:xfrm>
            <a:custGeom>
              <a:avLst/>
              <a:gdLst/>
              <a:ahLst/>
              <a:cxnLst/>
              <a:rect l="l" t="t" r="r" b="b"/>
              <a:pathLst>
                <a:path w="12346940" h="13969">
                  <a:moveTo>
                    <a:pt x="1234694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6940" y="1397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A4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27660" y="273558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A3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27660" y="275082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6940" y="1523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A2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27660" y="276606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A1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27660" y="2781300"/>
              <a:ext cx="12346940" cy="13970"/>
            </a:xfrm>
            <a:custGeom>
              <a:avLst/>
              <a:gdLst/>
              <a:ahLst/>
              <a:cxnLst/>
              <a:rect l="l" t="t" r="r" b="b"/>
              <a:pathLst>
                <a:path w="12346940" h="13969">
                  <a:moveTo>
                    <a:pt x="1234694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6940" y="1397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A0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27660" y="279527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6940" y="1523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9F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27660" y="281051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9E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27660" y="282575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9D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27660" y="2840990"/>
              <a:ext cx="12346940" cy="13970"/>
            </a:xfrm>
            <a:custGeom>
              <a:avLst/>
              <a:gdLst/>
              <a:ahLst/>
              <a:cxnLst/>
              <a:rect l="l" t="t" r="r" b="b"/>
              <a:pathLst>
                <a:path w="12346940" h="13969">
                  <a:moveTo>
                    <a:pt x="1234694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2346940" y="1396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9C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27660" y="285496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9B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27660" y="287020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9A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27660" y="288544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6940" y="1523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99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27660" y="2900680"/>
              <a:ext cx="12346940" cy="13970"/>
            </a:xfrm>
            <a:custGeom>
              <a:avLst/>
              <a:gdLst/>
              <a:ahLst/>
              <a:cxnLst/>
              <a:rect l="l" t="t" r="r" b="b"/>
              <a:pathLst>
                <a:path w="12346940" h="13969">
                  <a:moveTo>
                    <a:pt x="1234694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6940" y="1397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99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27660" y="291465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97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27660" y="292989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6940" y="1523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96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27660" y="294513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95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27660" y="2960370"/>
              <a:ext cx="12346940" cy="13970"/>
            </a:xfrm>
            <a:custGeom>
              <a:avLst/>
              <a:gdLst/>
              <a:ahLst/>
              <a:cxnLst/>
              <a:rect l="l" t="t" r="r" b="b"/>
              <a:pathLst>
                <a:path w="12346940" h="13969">
                  <a:moveTo>
                    <a:pt x="1234694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6940" y="1397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94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27660" y="297434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6940" y="1523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93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27660" y="298958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6940" y="15240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92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27660" y="3004820"/>
              <a:ext cx="12346940" cy="15240"/>
            </a:xfrm>
            <a:custGeom>
              <a:avLst/>
              <a:gdLst/>
              <a:ahLst/>
              <a:cxnLst/>
              <a:rect l="l" t="t" r="r" b="b"/>
              <a:pathLst>
                <a:path w="12346940" h="15239">
                  <a:moveTo>
                    <a:pt x="1234694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6940" y="15239"/>
                  </a:lnTo>
                  <a:lnTo>
                    <a:pt x="12346940" y="0"/>
                  </a:lnTo>
                  <a:close/>
                </a:path>
              </a:pathLst>
            </a:custGeom>
            <a:solidFill>
              <a:srgbClr val="91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328929" y="1827529"/>
            <a:ext cx="12344400" cy="1191260"/>
          </a:xfrm>
          <a:prstGeom prst="rect">
            <a:avLst/>
          </a:prstGeom>
          <a:ln w="9344">
            <a:solidFill>
              <a:srgbClr val="00CC97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867410" marR="172720" indent="-631190">
              <a:lnSpc>
                <a:spcPct val="100000"/>
              </a:lnSpc>
              <a:spcBef>
                <a:spcPts val="360"/>
              </a:spcBef>
            </a:pPr>
            <a:r>
              <a:rPr sz="3600" dirty="0">
                <a:latin typeface="Century Gothic"/>
                <a:cs typeface="Century Gothic"/>
              </a:rPr>
              <a:t>“Transformation or</a:t>
            </a:r>
            <a:r>
              <a:rPr sz="3600" spc="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set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of</a:t>
            </a:r>
            <a:r>
              <a:rPr sz="3600" spc="-1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transformations</a:t>
            </a:r>
            <a:r>
              <a:rPr sz="3600" spc="-1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where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a</a:t>
            </a:r>
            <a:r>
              <a:rPr sz="3600" spc="-10" dirty="0">
                <a:latin typeface="Century Gothic"/>
                <a:cs typeface="Century Gothic"/>
              </a:rPr>
              <a:t> </a:t>
            </a:r>
            <a:r>
              <a:rPr sz="3600" spc="-25" dirty="0">
                <a:latin typeface="Century Gothic"/>
                <a:cs typeface="Century Gothic"/>
              </a:rPr>
              <a:t>new </a:t>
            </a:r>
            <a:r>
              <a:rPr sz="3600" dirty="0">
                <a:latin typeface="Century Gothic"/>
                <a:cs typeface="Century Gothic"/>
              </a:rPr>
              <a:t>image is</a:t>
            </a:r>
            <a:r>
              <a:rPr sz="3600" spc="2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obtained</a:t>
            </a:r>
            <a:r>
              <a:rPr sz="3600" spc="1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by</a:t>
            </a:r>
            <a:r>
              <a:rPr sz="3600" spc="1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neighbourhood</a:t>
            </a:r>
            <a:r>
              <a:rPr sz="3600" spc="20" dirty="0">
                <a:latin typeface="Century Gothic"/>
                <a:cs typeface="Century Gothic"/>
              </a:rPr>
              <a:t> </a:t>
            </a:r>
            <a:r>
              <a:rPr sz="3600" spc="-10" dirty="0">
                <a:latin typeface="Century Gothic"/>
                <a:cs typeface="Century Gothic"/>
              </a:rPr>
              <a:t>operations.”</a:t>
            </a:r>
            <a:endParaRPr sz="3600">
              <a:latin typeface="Century Gothic"/>
              <a:cs typeface="Century Gothic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6038850" y="4569459"/>
            <a:ext cx="6182360" cy="2315210"/>
            <a:chOff x="6038850" y="4569459"/>
            <a:chExt cx="6182360" cy="2315210"/>
          </a:xfrm>
        </p:grpSpPr>
        <p:pic>
          <p:nvPicPr>
            <p:cNvPr id="91" name="object 9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8850" y="4584699"/>
              <a:ext cx="6182359" cy="2299562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6042660" y="4569459"/>
              <a:ext cx="6173470" cy="92710"/>
            </a:xfrm>
            <a:custGeom>
              <a:avLst/>
              <a:gdLst/>
              <a:ahLst/>
              <a:cxnLst/>
              <a:rect l="l" t="t" r="r" b="b"/>
              <a:pathLst>
                <a:path w="6173470" h="92710">
                  <a:moveTo>
                    <a:pt x="6173470" y="0"/>
                  </a:moveTo>
                  <a:lnTo>
                    <a:pt x="0" y="0"/>
                  </a:lnTo>
                  <a:lnTo>
                    <a:pt x="0" y="46990"/>
                  </a:lnTo>
                  <a:lnTo>
                    <a:pt x="0" y="92710"/>
                  </a:lnTo>
                  <a:lnTo>
                    <a:pt x="6173470" y="92710"/>
                  </a:lnTo>
                  <a:lnTo>
                    <a:pt x="6173470" y="46990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6042660" y="4662169"/>
              <a:ext cx="6173470" cy="46990"/>
            </a:xfrm>
            <a:custGeom>
              <a:avLst/>
              <a:gdLst/>
              <a:ahLst/>
              <a:cxnLst/>
              <a:rect l="l" t="t" r="r" b="b"/>
              <a:pathLst>
                <a:path w="6173470" h="46989">
                  <a:moveTo>
                    <a:pt x="61734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6173470" y="46989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6042660" y="4709159"/>
              <a:ext cx="6173470" cy="46990"/>
            </a:xfrm>
            <a:custGeom>
              <a:avLst/>
              <a:gdLst/>
              <a:ahLst/>
              <a:cxnLst/>
              <a:rect l="l" t="t" r="r" b="b"/>
              <a:pathLst>
                <a:path w="6173470" h="46989">
                  <a:moveTo>
                    <a:pt x="61734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6173470" y="46989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6042660" y="4756149"/>
              <a:ext cx="6173470" cy="46990"/>
            </a:xfrm>
            <a:custGeom>
              <a:avLst/>
              <a:gdLst/>
              <a:ahLst/>
              <a:cxnLst/>
              <a:rect l="l" t="t" r="r" b="b"/>
              <a:pathLst>
                <a:path w="6173470" h="46989">
                  <a:moveTo>
                    <a:pt x="61734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6173470" y="46989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6042660" y="4803139"/>
              <a:ext cx="6173470" cy="46990"/>
            </a:xfrm>
            <a:custGeom>
              <a:avLst/>
              <a:gdLst/>
              <a:ahLst/>
              <a:cxnLst/>
              <a:rect l="l" t="t" r="r" b="b"/>
              <a:pathLst>
                <a:path w="6173470" h="46989">
                  <a:moveTo>
                    <a:pt x="61734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6173470" y="46989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6042660" y="4850129"/>
              <a:ext cx="6173470" cy="46990"/>
            </a:xfrm>
            <a:custGeom>
              <a:avLst/>
              <a:gdLst/>
              <a:ahLst/>
              <a:cxnLst/>
              <a:rect l="l" t="t" r="r" b="b"/>
              <a:pathLst>
                <a:path w="6173470" h="46989">
                  <a:moveTo>
                    <a:pt x="6173470" y="0"/>
                  </a:moveTo>
                  <a:lnTo>
                    <a:pt x="0" y="0"/>
                  </a:lnTo>
                  <a:lnTo>
                    <a:pt x="0" y="46990"/>
                  </a:lnTo>
                  <a:lnTo>
                    <a:pt x="6173470" y="46990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042660" y="4897119"/>
              <a:ext cx="6173470" cy="45720"/>
            </a:xfrm>
            <a:custGeom>
              <a:avLst/>
              <a:gdLst/>
              <a:ahLst/>
              <a:cxnLst/>
              <a:rect l="l" t="t" r="r" b="b"/>
              <a:pathLst>
                <a:path w="6173470" h="45720">
                  <a:moveTo>
                    <a:pt x="6173470" y="0"/>
                  </a:moveTo>
                  <a:lnTo>
                    <a:pt x="0" y="0"/>
                  </a:lnTo>
                  <a:lnTo>
                    <a:pt x="0" y="45719"/>
                  </a:lnTo>
                  <a:lnTo>
                    <a:pt x="6173470" y="45719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042660" y="4942839"/>
              <a:ext cx="6173470" cy="46990"/>
            </a:xfrm>
            <a:custGeom>
              <a:avLst/>
              <a:gdLst/>
              <a:ahLst/>
              <a:cxnLst/>
              <a:rect l="l" t="t" r="r" b="b"/>
              <a:pathLst>
                <a:path w="6173470" h="46989">
                  <a:moveTo>
                    <a:pt x="61734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6173470" y="46989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42660" y="4989829"/>
              <a:ext cx="6173470" cy="46990"/>
            </a:xfrm>
            <a:custGeom>
              <a:avLst/>
              <a:gdLst/>
              <a:ahLst/>
              <a:cxnLst/>
              <a:rect l="l" t="t" r="r" b="b"/>
              <a:pathLst>
                <a:path w="6173470" h="46989">
                  <a:moveTo>
                    <a:pt x="6173470" y="0"/>
                  </a:moveTo>
                  <a:lnTo>
                    <a:pt x="0" y="0"/>
                  </a:lnTo>
                  <a:lnTo>
                    <a:pt x="0" y="46990"/>
                  </a:lnTo>
                  <a:lnTo>
                    <a:pt x="6173470" y="46990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042660" y="5036819"/>
              <a:ext cx="6173470" cy="46990"/>
            </a:xfrm>
            <a:custGeom>
              <a:avLst/>
              <a:gdLst/>
              <a:ahLst/>
              <a:cxnLst/>
              <a:rect l="l" t="t" r="r" b="b"/>
              <a:pathLst>
                <a:path w="6173470" h="46989">
                  <a:moveTo>
                    <a:pt x="61734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6173470" y="46989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042660" y="5083809"/>
              <a:ext cx="6173470" cy="46990"/>
            </a:xfrm>
            <a:custGeom>
              <a:avLst/>
              <a:gdLst/>
              <a:ahLst/>
              <a:cxnLst/>
              <a:rect l="l" t="t" r="r" b="b"/>
              <a:pathLst>
                <a:path w="6173470" h="46989">
                  <a:moveTo>
                    <a:pt x="61734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6173470" y="46989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6042660" y="5130799"/>
              <a:ext cx="6173470" cy="46990"/>
            </a:xfrm>
            <a:custGeom>
              <a:avLst/>
              <a:gdLst/>
              <a:ahLst/>
              <a:cxnLst/>
              <a:rect l="l" t="t" r="r" b="b"/>
              <a:pathLst>
                <a:path w="6173470" h="46989">
                  <a:moveTo>
                    <a:pt x="61734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6173470" y="46989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6042660" y="5177789"/>
              <a:ext cx="6173470" cy="45720"/>
            </a:xfrm>
            <a:custGeom>
              <a:avLst/>
              <a:gdLst/>
              <a:ahLst/>
              <a:cxnLst/>
              <a:rect l="l" t="t" r="r" b="b"/>
              <a:pathLst>
                <a:path w="6173470" h="45720">
                  <a:moveTo>
                    <a:pt x="617347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6173470" y="45720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6042660" y="5223509"/>
              <a:ext cx="6173470" cy="46990"/>
            </a:xfrm>
            <a:custGeom>
              <a:avLst/>
              <a:gdLst/>
              <a:ahLst/>
              <a:cxnLst/>
              <a:rect l="l" t="t" r="r" b="b"/>
              <a:pathLst>
                <a:path w="6173470" h="46989">
                  <a:moveTo>
                    <a:pt x="61734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6173470" y="46989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6042660" y="5270499"/>
              <a:ext cx="6173470" cy="46990"/>
            </a:xfrm>
            <a:custGeom>
              <a:avLst/>
              <a:gdLst/>
              <a:ahLst/>
              <a:cxnLst/>
              <a:rect l="l" t="t" r="r" b="b"/>
              <a:pathLst>
                <a:path w="6173470" h="46989">
                  <a:moveTo>
                    <a:pt x="61734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6173470" y="46989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6042660" y="5317489"/>
              <a:ext cx="6173470" cy="46990"/>
            </a:xfrm>
            <a:custGeom>
              <a:avLst/>
              <a:gdLst/>
              <a:ahLst/>
              <a:cxnLst/>
              <a:rect l="l" t="t" r="r" b="b"/>
              <a:pathLst>
                <a:path w="6173470" h="46989">
                  <a:moveTo>
                    <a:pt x="61734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6173470" y="46989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6042660" y="5364479"/>
              <a:ext cx="6173470" cy="45720"/>
            </a:xfrm>
            <a:custGeom>
              <a:avLst/>
              <a:gdLst/>
              <a:ahLst/>
              <a:cxnLst/>
              <a:rect l="l" t="t" r="r" b="b"/>
              <a:pathLst>
                <a:path w="6173470" h="45720">
                  <a:moveTo>
                    <a:pt x="617347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6173470" y="45720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6042660" y="5410199"/>
              <a:ext cx="6173470" cy="46990"/>
            </a:xfrm>
            <a:custGeom>
              <a:avLst/>
              <a:gdLst/>
              <a:ahLst/>
              <a:cxnLst/>
              <a:rect l="l" t="t" r="r" b="b"/>
              <a:pathLst>
                <a:path w="6173470" h="46989">
                  <a:moveTo>
                    <a:pt x="61734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6173470" y="46989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6042660" y="5457189"/>
              <a:ext cx="6173470" cy="46990"/>
            </a:xfrm>
            <a:custGeom>
              <a:avLst/>
              <a:gdLst/>
              <a:ahLst/>
              <a:cxnLst/>
              <a:rect l="l" t="t" r="r" b="b"/>
              <a:pathLst>
                <a:path w="6173470" h="46989">
                  <a:moveTo>
                    <a:pt x="61734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6173470" y="46989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6042660" y="5504179"/>
              <a:ext cx="6173470" cy="46990"/>
            </a:xfrm>
            <a:custGeom>
              <a:avLst/>
              <a:gdLst/>
              <a:ahLst/>
              <a:cxnLst/>
              <a:rect l="l" t="t" r="r" b="b"/>
              <a:pathLst>
                <a:path w="6173470" h="46989">
                  <a:moveTo>
                    <a:pt x="6173470" y="0"/>
                  </a:moveTo>
                  <a:lnTo>
                    <a:pt x="0" y="0"/>
                  </a:lnTo>
                  <a:lnTo>
                    <a:pt x="0" y="46990"/>
                  </a:lnTo>
                  <a:lnTo>
                    <a:pt x="6173470" y="46990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6042660" y="5551169"/>
              <a:ext cx="6173470" cy="46990"/>
            </a:xfrm>
            <a:custGeom>
              <a:avLst/>
              <a:gdLst/>
              <a:ahLst/>
              <a:cxnLst/>
              <a:rect l="l" t="t" r="r" b="b"/>
              <a:pathLst>
                <a:path w="6173470" h="46989">
                  <a:moveTo>
                    <a:pt x="61734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6173470" y="46989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6042660" y="5598159"/>
              <a:ext cx="6173470" cy="45720"/>
            </a:xfrm>
            <a:custGeom>
              <a:avLst/>
              <a:gdLst/>
              <a:ahLst/>
              <a:cxnLst/>
              <a:rect l="l" t="t" r="r" b="b"/>
              <a:pathLst>
                <a:path w="6173470" h="45720">
                  <a:moveTo>
                    <a:pt x="6173470" y="0"/>
                  </a:moveTo>
                  <a:lnTo>
                    <a:pt x="0" y="0"/>
                  </a:lnTo>
                  <a:lnTo>
                    <a:pt x="0" y="45719"/>
                  </a:lnTo>
                  <a:lnTo>
                    <a:pt x="6173470" y="45719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6042660" y="5643879"/>
              <a:ext cx="6173470" cy="46990"/>
            </a:xfrm>
            <a:custGeom>
              <a:avLst/>
              <a:gdLst/>
              <a:ahLst/>
              <a:cxnLst/>
              <a:rect l="l" t="t" r="r" b="b"/>
              <a:pathLst>
                <a:path w="6173470" h="46989">
                  <a:moveTo>
                    <a:pt x="6173470" y="0"/>
                  </a:moveTo>
                  <a:lnTo>
                    <a:pt x="0" y="0"/>
                  </a:lnTo>
                  <a:lnTo>
                    <a:pt x="0" y="46990"/>
                  </a:lnTo>
                  <a:lnTo>
                    <a:pt x="6173470" y="46990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6042660" y="5690869"/>
              <a:ext cx="6173470" cy="46990"/>
            </a:xfrm>
            <a:custGeom>
              <a:avLst/>
              <a:gdLst/>
              <a:ahLst/>
              <a:cxnLst/>
              <a:rect l="l" t="t" r="r" b="b"/>
              <a:pathLst>
                <a:path w="6173470" h="46989">
                  <a:moveTo>
                    <a:pt x="61734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6173470" y="46989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042660" y="5737859"/>
              <a:ext cx="6173470" cy="46990"/>
            </a:xfrm>
            <a:custGeom>
              <a:avLst/>
              <a:gdLst/>
              <a:ahLst/>
              <a:cxnLst/>
              <a:rect l="l" t="t" r="r" b="b"/>
              <a:pathLst>
                <a:path w="6173470" h="46989">
                  <a:moveTo>
                    <a:pt x="61734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6173470" y="46989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042660" y="5784849"/>
              <a:ext cx="6173470" cy="46990"/>
            </a:xfrm>
            <a:custGeom>
              <a:avLst/>
              <a:gdLst/>
              <a:ahLst/>
              <a:cxnLst/>
              <a:rect l="l" t="t" r="r" b="b"/>
              <a:pathLst>
                <a:path w="6173470" h="46989">
                  <a:moveTo>
                    <a:pt x="61734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6173470" y="46989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042660" y="5831839"/>
              <a:ext cx="6173470" cy="46990"/>
            </a:xfrm>
            <a:custGeom>
              <a:avLst/>
              <a:gdLst/>
              <a:ahLst/>
              <a:cxnLst/>
              <a:rect l="l" t="t" r="r" b="b"/>
              <a:pathLst>
                <a:path w="6173470" h="46989">
                  <a:moveTo>
                    <a:pt x="61734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6173470" y="46989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042660" y="5878829"/>
              <a:ext cx="6173470" cy="45720"/>
            </a:xfrm>
            <a:custGeom>
              <a:avLst/>
              <a:gdLst/>
              <a:ahLst/>
              <a:cxnLst/>
              <a:rect l="l" t="t" r="r" b="b"/>
              <a:pathLst>
                <a:path w="6173470" h="45720">
                  <a:moveTo>
                    <a:pt x="617347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6173470" y="45720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6042660" y="5924549"/>
              <a:ext cx="6173470" cy="46990"/>
            </a:xfrm>
            <a:custGeom>
              <a:avLst/>
              <a:gdLst/>
              <a:ahLst/>
              <a:cxnLst/>
              <a:rect l="l" t="t" r="r" b="b"/>
              <a:pathLst>
                <a:path w="6173470" h="46989">
                  <a:moveTo>
                    <a:pt x="61734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6173470" y="46989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6042660" y="5971539"/>
              <a:ext cx="6173470" cy="46990"/>
            </a:xfrm>
            <a:custGeom>
              <a:avLst/>
              <a:gdLst/>
              <a:ahLst/>
              <a:cxnLst/>
              <a:rect l="l" t="t" r="r" b="b"/>
              <a:pathLst>
                <a:path w="6173470" h="46989">
                  <a:moveTo>
                    <a:pt x="61734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6173470" y="46989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6042660" y="6018529"/>
              <a:ext cx="6173470" cy="46990"/>
            </a:xfrm>
            <a:custGeom>
              <a:avLst/>
              <a:gdLst/>
              <a:ahLst/>
              <a:cxnLst/>
              <a:rect l="l" t="t" r="r" b="b"/>
              <a:pathLst>
                <a:path w="6173470" h="46989">
                  <a:moveTo>
                    <a:pt x="6173470" y="0"/>
                  </a:moveTo>
                  <a:lnTo>
                    <a:pt x="0" y="0"/>
                  </a:lnTo>
                  <a:lnTo>
                    <a:pt x="0" y="46990"/>
                  </a:lnTo>
                  <a:lnTo>
                    <a:pt x="6173470" y="46990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6042660" y="6065519"/>
              <a:ext cx="6173470" cy="46990"/>
            </a:xfrm>
            <a:custGeom>
              <a:avLst/>
              <a:gdLst/>
              <a:ahLst/>
              <a:cxnLst/>
              <a:rect l="l" t="t" r="r" b="b"/>
              <a:pathLst>
                <a:path w="6173470" h="46989">
                  <a:moveTo>
                    <a:pt x="61734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6173470" y="46989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6042660" y="6112509"/>
              <a:ext cx="6173470" cy="92710"/>
            </a:xfrm>
            <a:custGeom>
              <a:avLst/>
              <a:gdLst/>
              <a:ahLst/>
              <a:cxnLst/>
              <a:rect l="l" t="t" r="r" b="b"/>
              <a:pathLst>
                <a:path w="6173470" h="92710">
                  <a:moveTo>
                    <a:pt x="6173470" y="0"/>
                  </a:moveTo>
                  <a:lnTo>
                    <a:pt x="0" y="0"/>
                  </a:lnTo>
                  <a:lnTo>
                    <a:pt x="0" y="46990"/>
                  </a:lnTo>
                  <a:lnTo>
                    <a:pt x="0" y="92710"/>
                  </a:lnTo>
                  <a:lnTo>
                    <a:pt x="6173470" y="92710"/>
                  </a:lnTo>
                  <a:lnTo>
                    <a:pt x="6173470" y="46990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6042660" y="6205219"/>
              <a:ext cx="6173470" cy="46990"/>
            </a:xfrm>
            <a:custGeom>
              <a:avLst/>
              <a:gdLst/>
              <a:ahLst/>
              <a:cxnLst/>
              <a:rect l="l" t="t" r="r" b="b"/>
              <a:pathLst>
                <a:path w="6173470" h="46989">
                  <a:moveTo>
                    <a:pt x="61734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6173470" y="46989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6042660" y="6252209"/>
              <a:ext cx="6173470" cy="46990"/>
            </a:xfrm>
            <a:custGeom>
              <a:avLst/>
              <a:gdLst/>
              <a:ahLst/>
              <a:cxnLst/>
              <a:rect l="l" t="t" r="r" b="b"/>
              <a:pathLst>
                <a:path w="6173470" h="46989">
                  <a:moveTo>
                    <a:pt x="61734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6173470" y="46989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6042660" y="6299199"/>
              <a:ext cx="6173470" cy="46990"/>
            </a:xfrm>
            <a:custGeom>
              <a:avLst/>
              <a:gdLst/>
              <a:ahLst/>
              <a:cxnLst/>
              <a:rect l="l" t="t" r="r" b="b"/>
              <a:pathLst>
                <a:path w="6173470" h="46989">
                  <a:moveTo>
                    <a:pt x="61734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6173470" y="46989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6042660" y="6346189"/>
              <a:ext cx="6173470" cy="45720"/>
            </a:xfrm>
            <a:custGeom>
              <a:avLst/>
              <a:gdLst/>
              <a:ahLst/>
              <a:cxnLst/>
              <a:rect l="l" t="t" r="r" b="b"/>
              <a:pathLst>
                <a:path w="6173470" h="45720">
                  <a:moveTo>
                    <a:pt x="617347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6173470" y="45720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6042660" y="6391909"/>
              <a:ext cx="6173470" cy="46990"/>
            </a:xfrm>
            <a:custGeom>
              <a:avLst/>
              <a:gdLst/>
              <a:ahLst/>
              <a:cxnLst/>
              <a:rect l="l" t="t" r="r" b="b"/>
              <a:pathLst>
                <a:path w="6173470" h="46989">
                  <a:moveTo>
                    <a:pt x="61734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6173470" y="46989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6042660" y="6438899"/>
              <a:ext cx="6173470" cy="46990"/>
            </a:xfrm>
            <a:custGeom>
              <a:avLst/>
              <a:gdLst/>
              <a:ahLst/>
              <a:cxnLst/>
              <a:rect l="l" t="t" r="r" b="b"/>
              <a:pathLst>
                <a:path w="6173470" h="46989">
                  <a:moveTo>
                    <a:pt x="61734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6173470" y="46989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6042660" y="6485889"/>
              <a:ext cx="6173470" cy="46990"/>
            </a:xfrm>
            <a:custGeom>
              <a:avLst/>
              <a:gdLst/>
              <a:ahLst/>
              <a:cxnLst/>
              <a:rect l="l" t="t" r="r" b="b"/>
              <a:pathLst>
                <a:path w="6173470" h="46990">
                  <a:moveTo>
                    <a:pt x="6173470" y="0"/>
                  </a:moveTo>
                  <a:lnTo>
                    <a:pt x="0" y="0"/>
                  </a:lnTo>
                  <a:lnTo>
                    <a:pt x="0" y="46990"/>
                  </a:lnTo>
                  <a:lnTo>
                    <a:pt x="6173470" y="46990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6042660" y="6532879"/>
              <a:ext cx="6173470" cy="46990"/>
            </a:xfrm>
            <a:custGeom>
              <a:avLst/>
              <a:gdLst/>
              <a:ahLst/>
              <a:cxnLst/>
              <a:rect l="l" t="t" r="r" b="b"/>
              <a:pathLst>
                <a:path w="6173470" h="46990">
                  <a:moveTo>
                    <a:pt x="6173470" y="0"/>
                  </a:moveTo>
                  <a:lnTo>
                    <a:pt x="0" y="0"/>
                  </a:lnTo>
                  <a:lnTo>
                    <a:pt x="0" y="46990"/>
                  </a:lnTo>
                  <a:lnTo>
                    <a:pt x="6173470" y="46990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6042660" y="6579869"/>
              <a:ext cx="6173470" cy="45720"/>
            </a:xfrm>
            <a:custGeom>
              <a:avLst/>
              <a:gdLst/>
              <a:ahLst/>
              <a:cxnLst/>
              <a:rect l="l" t="t" r="r" b="b"/>
              <a:pathLst>
                <a:path w="6173470" h="45720">
                  <a:moveTo>
                    <a:pt x="6173470" y="0"/>
                  </a:moveTo>
                  <a:lnTo>
                    <a:pt x="0" y="0"/>
                  </a:lnTo>
                  <a:lnTo>
                    <a:pt x="0" y="45719"/>
                  </a:lnTo>
                  <a:lnTo>
                    <a:pt x="6173470" y="45719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6042660" y="6625589"/>
              <a:ext cx="6173470" cy="46990"/>
            </a:xfrm>
            <a:custGeom>
              <a:avLst/>
              <a:gdLst/>
              <a:ahLst/>
              <a:cxnLst/>
              <a:rect l="l" t="t" r="r" b="b"/>
              <a:pathLst>
                <a:path w="6173470" h="46990">
                  <a:moveTo>
                    <a:pt x="61734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6173470" y="46989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6042660" y="6672579"/>
              <a:ext cx="6173470" cy="46990"/>
            </a:xfrm>
            <a:custGeom>
              <a:avLst/>
              <a:gdLst/>
              <a:ahLst/>
              <a:cxnLst/>
              <a:rect l="l" t="t" r="r" b="b"/>
              <a:pathLst>
                <a:path w="6173470" h="46990">
                  <a:moveTo>
                    <a:pt x="6173470" y="0"/>
                  </a:moveTo>
                  <a:lnTo>
                    <a:pt x="0" y="0"/>
                  </a:lnTo>
                  <a:lnTo>
                    <a:pt x="0" y="46990"/>
                  </a:lnTo>
                  <a:lnTo>
                    <a:pt x="6173470" y="46990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6042660" y="6719569"/>
              <a:ext cx="6173470" cy="46990"/>
            </a:xfrm>
            <a:custGeom>
              <a:avLst/>
              <a:gdLst/>
              <a:ahLst/>
              <a:cxnLst/>
              <a:rect l="l" t="t" r="r" b="b"/>
              <a:pathLst>
                <a:path w="6173470" h="46990">
                  <a:moveTo>
                    <a:pt x="6173470" y="0"/>
                  </a:moveTo>
                  <a:lnTo>
                    <a:pt x="0" y="0"/>
                  </a:lnTo>
                  <a:lnTo>
                    <a:pt x="0" y="46989"/>
                  </a:lnTo>
                  <a:lnTo>
                    <a:pt x="6173470" y="46989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6042660" y="6766559"/>
              <a:ext cx="6173470" cy="46990"/>
            </a:xfrm>
            <a:custGeom>
              <a:avLst/>
              <a:gdLst/>
              <a:ahLst/>
              <a:cxnLst/>
              <a:rect l="l" t="t" r="r" b="b"/>
              <a:pathLst>
                <a:path w="6173470" h="46990">
                  <a:moveTo>
                    <a:pt x="6173470" y="0"/>
                  </a:moveTo>
                  <a:lnTo>
                    <a:pt x="0" y="0"/>
                  </a:lnTo>
                  <a:lnTo>
                    <a:pt x="0" y="46990"/>
                  </a:lnTo>
                  <a:lnTo>
                    <a:pt x="6173470" y="46990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6042660" y="6813549"/>
              <a:ext cx="6173470" cy="45720"/>
            </a:xfrm>
            <a:custGeom>
              <a:avLst/>
              <a:gdLst/>
              <a:ahLst/>
              <a:cxnLst/>
              <a:rect l="l" t="t" r="r" b="b"/>
              <a:pathLst>
                <a:path w="6173470" h="45720">
                  <a:moveTo>
                    <a:pt x="6173470" y="0"/>
                  </a:moveTo>
                  <a:lnTo>
                    <a:pt x="0" y="0"/>
                  </a:lnTo>
                  <a:lnTo>
                    <a:pt x="0" y="45719"/>
                  </a:lnTo>
                  <a:lnTo>
                    <a:pt x="6173470" y="45719"/>
                  </a:lnTo>
                  <a:lnTo>
                    <a:pt x="6173470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9" name="object 139"/>
          <p:cNvSpPr txBox="1"/>
          <p:nvPr/>
        </p:nvSpPr>
        <p:spPr>
          <a:xfrm>
            <a:off x="6043929" y="4570729"/>
            <a:ext cx="6172200" cy="228854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339090" marR="332740" indent="-635" algn="ctr">
              <a:lnSpc>
                <a:spcPct val="100000"/>
              </a:lnSpc>
              <a:spcBef>
                <a:spcPts val="360"/>
              </a:spcBef>
            </a:pPr>
            <a:r>
              <a:rPr sz="3600" dirty="0">
                <a:latin typeface="Century Gothic"/>
                <a:cs typeface="Century Gothic"/>
              </a:rPr>
              <a:t>The</a:t>
            </a:r>
            <a:r>
              <a:rPr sz="3600" spc="-2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Intensity</a:t>
            </a:r>
            <a:r>
              <a:rPr sz="3600" spc="-1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of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a</a:t>
            </a:r>
            <a:r>
              <a:rPr sz="3600" spc="-1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pixel</a:t>
            </a:r>
            <a:r>
              <a:rPr sz="3600" spc="-10" dirty="0">
                <a:latin typeface="Century Gothic"/>
                <a:cs typeface="Century Gothic"/>
              </a:rPr>
              <a:t> </a:t>
            </a:r>
            <a:r>
              <a:rPr sz="3600" spc="-25" dirty="0">
                <a:latin typeface="Century Gothic"/>
                <a:cs typeface="Century Gothic"/>
              </a:rPr>
              <a:t>in </a:t>
            </a:r>
            <a:r>
              <a:rPr sz="3600" dirty="0">
                <a:latin typeface="Century Gothic"/>
                <a:cs typeface="Century Gothic"/>
              </a:rPr>
              <a:t>the</a:t>
            </a:r>
            <a:r>
              <a:rPr sz="3600" spc="-3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new</a:t>
            </a:r>
            <a:r>
              <a:rPr sz="3600" spc="-1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image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spc="-10" dirty="0">
                <a:latin typeface="Century Gothic"/>
                <a:cs typeface="Century Gothic"/>
              </a:rPr>
              <a:t>depends </a:t>
            </a:r>
            <a:r>
              <a:rPr sz="3600" dirty="0">
                <a:latin typeface="Century Gothic"/>
                <a:cs typeface="Century Gothic"/>
              </a:rPr>
              <a:t>on</a:t>
            </a:r>
            <a:r>
              <a:rPr sz="3600" spc="-1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the</a:t>
            </a:r>
            <a:r>
              <a:rPr sz="3600" spc="-1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intensity</a:t>
            </a:r>
            <a:r>
              <a:rPr sz="3600" spc="-1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values</a:t>
            </a:r>
            <a:r>
              <a:rPr sz="3600" spc="-10" dirty="0">
                <a:latin typeface="Century Gothic"/>
                <a:cs typeface="Century Gothic"/>
              </a:rPr>
              <a:t> </a:t>
            </a:r>
            <a:r>
              <a:rPr sz="3600" spc="-25" dirty="0">
                <a:latin typeface="Century Gothic"/>
                <a:cs typeface="Century Gothic"/>
              </a:rPr>
              <a:t>of </a:t>
            </a:r>
            <a:r>
              <a:rPr sz="3600" dirty="0">
                <a:latin typeface="Century Gothic"/>
                <a:cs typeface="Century Gothic"/>
              </a:rPr>
              <a:t>“neighbour</a:t>
            </a:r>
            <a:r>
              <a:rPr sz="3600" spc="-10" dirty="0">
                <a:latin typeface="Century Gothic"/>
                <a:cs typeface="Century Gothic"/>
              </a:rPr>
              <a:t> pixels”</a:t>
            </a:r>
            <a:endParaRPr sz="36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0950" y="1752348"/>
            <a:ext cx="7942580" cy="769010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694679" y="72390"/>
            <a:ext cx="182245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dirty="0">
                <a:latin typeface="Century Gothic"/>
                <a:cs typeface="Century Gothic"/>
              </a:rPr>
              <a:t>3</a:t>
            </a:r>
            <a:r>
              <a:rPr sz="6600" spc="5" dirty="0">
                <a:latin typeface="Century Gothic"/>
                <a:cs typeface="Century Gothic"/>
              </a:rPr>
              <a:t> </a:t>
            </a:r>
            <a:r>
              <a:rPr sz="6600" dirty="0">
                <a:latin typeface="Century Gothic"/>
                <a:cs typeface="Century Gothic"/>
              </a:rPr>
              <a:t>x </a:t>
            </a:r>
            <a:r>
              <a:rPr sz="6600" spc="-50" dirty="0">
                <a:latin typeface="Century Gothic"/>
                <a:cs typeface="Century Gothic"/>
              </a:rPr>
              <a:t>3</a:t>
            </a:r>
            <a:endParaRPr sz="6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8929" y="1366519"/>
            <a:ext cx="12344400" cy="3810"/>
          </a:xfrm>
          <a:custGeom>
            <a:avLst/>
            <a:gdLst/>
            <a:ahLst/>
            <a:cxnLst/>
            <a:rect l="l" t="t" r="r" b="b"/>
            <a:pathLst>
              <a:path w="12344400" h="3809">
                <a:moveTo>
                  <a:pt x="0" y="0"/>
                </a:moveTo>
                <a:lnTo>
                  <a:pt x="12344400" y="3809"/>
                </a:lnTo>
              </a:path>
            </a:pathLst>
          </a:custGeom>
          <a:ln w="50676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38729" y="1682473"/>
            <a:ext cx="7943850" cy="768885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650229" y="148590"/>
            <a:ext cx="182245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dirty="0">
                <a:latin typeface="Century Gothic"/>
                <a:cs typeface="Century Gothic"/>
              </a:rPr>
              <a:t>5</a:t>
            </a:r>
            <a:r>
              <a:rPr sz="6600" spc="5" dirty="0">
                <a:latin typeface="Century Gothic"/>
                <a:cs typeface="Century Gothic"/>
              </a:rPr>
              <a:t> </a:t>
            </a:r>
            <a:r>
              <a:rPr sz="6600" dirty="0">
                <a:latin typeface="Century Gothic"/>
                <a:cs typeface="Century Gothic"/>
              </a:rPr>
              <a:t>x </a:t>
            </a:r>
            <a:r>
              <a:rPr sz="6600" spc="-50" dirty="0">
                <a:latin typeface="Century Gothic"/>
                <a:cs typeface="Century Gothic"/>
              </a:rPr>
              <a:t>5</a:t>
            </a:r>
            <a:endParaRPr sz="6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8929" y="1366519"/>
            <a:ext cx="12344400" cy="3810"/>
          </a:xfrm>
          <a:custGeom>
            <a:avLst/>
            <a:gdLst/>
            <a:ahLst/>
            <a:cxnLst/>
            <a:rect l="l" t="t" r="r" b="b"/>
            <a:pathLst>
              <a:path w="12344400" h="3809">
                <a:moveTo>
                  <a:pt x="0" y="0"/>
                </a:moveTo>
                <a:lnTo>
                  <a:pt x="12344400" y="3809"/>
                </a:lnTo>
              </a:path>
            </a:pathLst>
          </a:custGeom>
          <a:ln w="50676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960" rIns="0" bIns="0" rtlCol="0">
            <a:spAutoFit/>
          </a:bodyPr>
          <a:lstStyle/>
          <a:p>
            <a:pPr marL="109474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B:</a:t>
            </a:r>
            <a:r>
              <a:rPr sz="6000" spc="-10" dirty="0"/>
              <a:t> </a:t>
            </a:r>
            <a:r>
              <a:rPr sz="6000" dirty="0"/>
              <a:t>Filtering</a:t>
            </a:r>
            <a:r>
              <a:rPr sz="6000" spc="-10" dirty="0"/>
              <a:t> </a:t>
            </a:r>
            <a:r>
              <a:rPr sz="6000" dirty="0"/>
              <a:t>-</a:t>
            </a:r>
            <a:r>
              <a:rPr sz="6000" spc="-10" dirty="0"/>
              <a:t> </a:t>
            </a:r>
            <a:r>
              <a:rPr sz="6000" dirty="0"/>
              <a:t>the</a:t>
            </a:r>
            <a:r>
              <a:rPr sz="6000" spc="-10" dirty="0"/>
              <a:t> </a:t>
            </a:r>
            <a:r>
              <a:rPr sz="6000" dirty="0"/>
              <a:t>mean</a:t>
            </a:r>
            <a:r>
              <a:rPr sz="6000" spc="-5" dirty="0"/>
              <a:t> </a:t>
            </a:r>
            <a:r>
              <a:rPr sz="6000" spc="-10" dirty="0"/>
              <a:t>filter</a:t>
            </a:r>
            <a:endParaRPr sz="6000"/>
          </a:p>
        </p:txBody>
      </p:sp>
      <p:grpSp>
        <p:nvGrpSpPr>
          <p:cNvPr id="3" name="object 3"/>
          <p:cNvGrpSpPr/>
          <p:nvPr/>
        </p:nvGrpSpPr>
        <p:grpSpPr>
          <a:xfrm>
            <a:off x="323850" y="2054860"/>
            <a:ext cx="12354560" cy="1168400"/>
            <a:chOff x="323850" y="2054860"/>
            <a:chExt cx="12354560" cy="1168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850" y="2070100"/>
              <a:ext cx="12354560" cy="115315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27660" y="2054859"/>
              <a:ext cx="12345670" cy="27940"/>
            </a:xfrm>
            <a:custGeom>
              <a:avLst/>
              <a:gdLst/>
              <a:ahLst/>
              <a:cxnLst/>
              <a:rect l="l" t="t" r="r" b="b"/>
              <a:pathLst>
                <a:path w="12345670" h="2793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0" y="27940"/>
                  </a:lnTo>
                  <a:lnTo>
                    <a:pt x="12345670" y="2794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7660" y="2082800"/>
              <a:ext cx="12345670" cy="15240"/>
            </a:xfrm>
            <a:custGeom>
              <a:avLst/>
              <a:gdLst/>
              <a:ahLst/>
              <a:cxnLst/>
              <a:rect l="l" t="t" r="r" b="b"/>
              <a:pathLst>
                <a:path w="12345670" h="15239">
                  <a:moveTo>
                    <a:pt x="123456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5670" y="1524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E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7660" y="209804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2345670" y="139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D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7660" y="211201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C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7660" y="212598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B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7660" y="2139950"/>
              <a:ext cx="12345670" cy="15240"/>
            </a:xfrm>
            <a:custGeom>
              <a:avLst/>
              <a:gdLst/>
              <a:ahLst/>
              <a:cxnLst/>
              <a:rect l="l" t="t" r="r" b="b"/>
              <a:pathLst>
                <a:path w="12345670" h="15239">
                  <a:moveTo>
                    <a:pt x="123456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5670" y="1524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A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7660" y="215519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2345670" y="139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9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7660" y="216916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8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7660" y="2183130"/>
              <a:ext cx="12345670" cy="15240"/>
            </a:xfrm>
            <a:custGeom>
              <a:avLst/>
              <a:gdLst/>
              <a:ahLst/>
              <a:cxnLst/>
              <a:rect l="l" t="t" r="r" b="b"/>
              <a:pathLst>
                <a:path w="12345670" h="15239">
                  <a:moveTo>
                    <a:pt x="123456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5670" y="1524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7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7660" y="219837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6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7660" y="221234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2345670" y="139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5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7660" y="222631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4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7660" y="2240280"/>
              <a:ext cx="12345670" cy="15240"/>
            </a:xfrm>
            <a:custGeom>
              <a:avLst/>
              <a:gdLst/>
              <a:ahLst/>
              <a:cxnLst/>
              <a:rect l="l" t="t" r="r" b="b"/>
              <a:pathLst>
                <a:path w="12345670" h="15239">
                  <a:moveTo>
                    <a:pt x="123456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5670" y="1524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3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7660" y="225552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2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7660" y="226949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2345670" y="139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1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7660" y="228346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0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7660" y="2297430"/>
              <a:ext cx="12345670" cy="15240"/>
            </a:xfrm>
            <a:custGeom>
              <a:avLst/>
              <a:gdLst/>
              <a:ahLst/>
              <a:cxnLst/>
              <a:rect l="l" t="t" r="r" b="b"/>
              <a:pathLst>
                <a:path w="12345670" h="15239">
                  <a:moveTo>
                    <a:pt x="123456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5670" y="1524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F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7660" y="231267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E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7660" y="232664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2345670" y="139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D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27660" y="2340609"/>
              <a:ext cx="12345670" cy="29209"/>
            </a:xfrm>
            <a:custGeom>
              <a:avLst/>
              <a:gdLst/>
              <a:ahLst/>
              <a:cxnLst/>
              <a:rect l="l" t="t" r="r" b="b"/>
              <a:pathLst>
                <a:path w="12345670" h="29210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0" y="29210"/>
                  </a:lnTo>
                  <a:lnTo>
                    <a:pt x="12345670" y="2921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C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27660" y="236982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A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7660" y="238379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2345670" y="139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9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27660" y="239776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8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27660" y="2411730"/>
              <a:ext cx="12345670" cy="15240"/>
            </a:xfrm>
            <a:custGeom>
              <a:avLst/>
              <a:gdLst/>
              <a:ahLst/>
              <a:cxnLst/>
              <a:rect l="l" t="t" r="r" b="b"/>
              <a:pathLst>
                <a:path w="12345670" h="15239">
                  <a:moveTo>
                    <a:pt x="123456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5670" y="1524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7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27660" y="242697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6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27660" y="2440940"/>
              <a:ext cx="12345670" cy="15240"/>
            </a:xfrm>
            <a:custGeom>
              <a:avLst/>
              <a:gdLst/>
              <a:ahLst/>
              <a:cxnLst/>
              <a:rect l="l" t="t" r="r" b="b"/>
              <a:pathLst>
                <a:path w="12345670" h="15239">
                  <a:moveTo>
                    <a:pt x="123456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5670" y="1523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5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7660" y="245618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4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27660" y="247015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3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27660" y="248412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2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27660" y="2498090"/>
              <a:ext cx="12345670" cy="15240"/>
            </a:xfrm>
            <a:custGeom>
              <a:avLst/>
              <a:gdLst/>
              <a:ahLst/>
              <a:cxnLst/>
              <a:rect l="l" t="t" r="r" b="b"/>
              <a:pathLst>
                <a:path w="12345670" h="15239">
                  <a:moveTo>
                    <a:pt x="123456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5670" y="1523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1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27660" y="251333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0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27660" y="252730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F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27660" y="254127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E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27660" y="2555240"/>
              <a:ext cx="12345670" cy="15240"/>
            </a:xfrm>
            <a:custGeom>
              <a:avLst/>
              <a:gdLst/>
              <a:ahLst/>
              <a:cxnLst/>
              <a:rect l="l" t="t" r="r" b="b"/>
              <a:pathLst>
                <a:path w="12345670" h="15239">
                  <a:moveTo>
                    <a:pt x="123456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5670" y="1523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D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27660" y="257048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C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7660" y="258445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B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7660" y="259842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A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7660" y="2612390"/>
              <a:ext cx="12345670" cy="15240"/>
            </a:xfrm>
            <a:custGeom>
              <a:avLst/>
              <a:gdLst/>
              <a:ahLst/>
              <a:cxnLst/>
              <a:rect l="l" t="t" r="r" b="b"/>
              <a:pathLst>
                <a:path w="12345670" h="15239">
                  <a:moveTo>
                    <a:pt x="123456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5670" y="1523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9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27660" y="262763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8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27660" y="264160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7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27660" y="265557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6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27660" y="2669540"/>
              <a:ext cx="12345670" cy="15240"/>
            </a:xfrm>
            <a:custGeom>
              <a:avLst/>
              <a:gdLst/>
              <a:ahLst/>
              <a:cxnLst/>
              <a:rect l="l" t="t" r="r" b="b"/>
              <a:pathLst>
                <a:path w="12345670" h="15239">
                  <a:moveTo>
                    <a:pt x="123456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5670" y="1523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5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27660" y="268478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4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27660" y="269875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3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27660" y="2712720"/>
              <a:ext cx="12345670" cy="15240"/>
            </a:xfrm>
            <a:custGeom>
              <a:avLst/>
              <a:gdLst/>
              <a:ahLst/>
              <a:cxnLst/>
              <a:rect l="l" t="t" r="r" b="b"/>
              <a:pathLst>
                <a:path w="12345670" h="15239">
                  <a:moveTo>
                    <a:pt x="123456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5670" y="1523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2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27660" y="272796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1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27660" y="274193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0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27660" y="275590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F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27660" y="2769870"/>
              <a:ext cx="12345670" cy="15240"/>
            </a:xfrm>
            <a:custGeom>
              <a:avLst/>
              <a:gdLst/>
              <a:ahLst/>
              <a:cxnLst/>
              <a:rect l="l" t="t" r="r" b="b"/>
              <a:pathLst>
                <a:path w="12345670" h="15239">
                  <a:moveTo>
                    <a:pt x="123456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5670" y="1523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E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27660" y="278511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D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27660" y="279908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C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27660" y="281305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B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27660" y="2827020"/>
              <a:ext cx="12345670" cy="15240"/>
            </a:xfrm>
            <a:custGeom>
              <a:avLst/>
              <a:gdLst/>
              <a:ahLst/>
              <a:cxnLst/>
              <a:rect l="l" t="t" r="r" b="b"/>
              <a:pathLst>
                <a:path w="12345670" h="15239">
                  <a:moveTo>
                    <a:pt x="123456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5670" y="1523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A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27660" y="284226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9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27660" y="285623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8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27660" y="287020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7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27660" y="2884170"/>
              <a:ext cx="12345670" cy="15240"/>
            </a:xfrm>
            <a:custGeom>
              <a:avLst/>
              <a:gdLst/>
              <a:ahLst/>
              <a:cxnLst/>
              <a:rect l="l" t="t" r="r" b="b"/>
              <a:pathLst>
                <a:path w="12345670" h="15239">
                  <a:moveTo>
                    <a:pt x="123456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5670" y="1523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6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27660" y="289941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5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27660" y="291338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4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27660" y="292735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3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27660" y="2941320"/>
              <a:ext cx="12345670" cy="15240"/>
            </a:xfrm>
            <a:custGeom>
              <a:avLst/>
              <a:gdLst/>
              <a:ahLst/>
              <a:cxnLst/>
              <a:rect l="l" t="t" r="r" b="b"/>
              <a:pathLst>
                <a:path w="12345670" h="15239">
                  <a:moveTo>
                    <a:pt x="123456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5670" y="1523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2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27660" y="295656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1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27660" y="297053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0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27660" y="2984500"/>
              <a:ext cx="12345670" cy="15240"/>
            </a:xfrm>
            <a:custGeom>
              <a:avLst/>
              <a:gdLst/>
              <a:ahLst/>
              <a:cxnLst/>
              <a:rect l="l" t="t" r="r" b="b"/>
              <a:pathLst>
                <a:path w="12345670" h="15239">
                  <a:moveTo>
                    <a:pt x="123456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5670" y="1524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F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27660" y="299974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2345670" y="139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E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27660" y="301371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D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27660" y="302768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C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27660" y="3041650"/>
              <a:ext cx="12345670" cy="15240"/>
            </a:xfrm>
            <a:custGeom>
              <a:avLst/>
              <a:gdLst/>
              <a:ahLst/>
              <a:cxnLst/>
              <a:rect l="l" t="t" r="r" b="b"/>
              <a:pathLst>
                <a:path w="12345670" h="15239">
                  <a:moveTo>
                    <a:pt x="123456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5670" y="1524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B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27660" y="305689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2345670" y="139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A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27660" y="307086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9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27660" y="308483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9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27660" y="3098800"/>
              <a:ext cx="12345670" cy="15240"/>
            </a:xfrm>
            <a:custGeom>
              <a:avLst/>
              <a:gdLst/>
              <a:ahLst/>
              <a:cxnLst/>
              <a:rect l="l" t="t" r="r" b="b"/>
              <a:pathLst>
                <a:path w="12345670" h="15239">
                  <a:moveTo>
                    <a:pt x="123456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5670" y="1524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7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27660" y="311404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2345670" y="139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6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27660" y="312801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5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27660" y="314198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4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27660" y="3155950"/>
              <a:ext cx="12345670" cy="15240"/>
            </a:xfrm>
            <a:custGeom>
              <a:avLst/>
              <a:gdLst/>
              <a:ahLst/>
              <a:cxnLst/>
              <a:rect l="l" t="t" r="r" b="b"/>
              <a:pathLst>
                <a:path w="12345670" h="15239">
                  <a:moveTo>
                    <a:pt x="123456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5670" y="1524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3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27660" y="317119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2345670" y="139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2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27660" y="318516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1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328929" y="2056129"/>
            <a:ext cx="12344400" cy="1143000"/>
          </a:xfrm>
          <a:prstGeom prst="rect">
            <a:avLst/>
          </a:prstGeom>
          <a:ln w="9344">
            <a:solidFill>
              <a:srgbClr val="00CC9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96670" marR="457834" indent="-889000">
              <a:lnSpc>
                <a:spcPct val="100000"/>
              </a:lnSpc>
            </a:pPr>
            <a:r>
              <a:rPr sz="3600" dirty="0">
                <a:latin typeface="Century Gothic"/>
                <a:cs typeface="Century Gothic"/>
              </a:rPr>
              <a:t>Simplest</a:t>
            </a:r>
            <a:r>
              <a:rPr sz="3600" spc="-1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filter: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The</a:t>
            </a:r>
            <a:r>
              <a:rPr sz="3600" spc="-2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value</a:t>
            </a:r>
            <a:r>
              <a:rPr sz="3600" spc="-2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of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a</a:t>
            </a:r>
            <a:r>
              <a:rPr sz="3600" spc="-1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pixel</a:t>
            </a:r>
            <a:r>
              <a:rPr sz="3600" spc="-2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is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replaced</a:t>
            </a:r>
            <a:r>
              <a:rPr sz="3600" spc="-1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by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spc="-25" dirty="0">
                <a:latin typeface="Century Gothic"/>
                <a:cs typeface="Century Gothic"/>
              </a:rPr>
              <a:t>the </a:t>
            </a:r>
            <a:r>
              <a:rPr sz="3600" dirty="0">
                <a:latin typeface="Century Gothic"/>
                <a:cs typeface="Century Gothic"/>
              </a:rPr>
              <a:t>intensity</a:t>
            </a:r>
            <a:r>
              <a:rPr sz="3600" spc="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mean</a:t>
            </a:r>
            <a:r>
              <a:rPr sz="3600" spc="2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of</a:t>
            </a:r>
            <a:r>
              <a:rPr sz="3600" spc="1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the</a:t>
            </a:r>
            <a:r>
              <a:rPr sz="3600" spc="1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neighbourhood</a:t>
            </a:r>
            <a:r>
              <a:rPr sz="3600" spc="25" dirty="0">
                <a:latin typeface="Century Gothic"/>
                <a:cs typeface="Century Gothic"/>
              </a:rPr>
              <a:t> </a:t>
            </a:r>
            <a:r>
              <a:rPr sz="3600" spc="-10" dirty="0">
                <a:latin typeface="Century Gothic"/>
                <a:cs typeface="Century Gothic"/>
              </a:rPr>
              <a:t>pixels.</a:t>
            </a:r>
            <a:endParaRPr sz="3600">
              <a:latin typeface="Century Gothic"/>
              <a:cs typeface="Century Gothic"/>
            </a:endParaRPr>
          </a:p>
        </p:txBody>
      </p:sp>
      <p:pic>
        <p:nvPicPr>
          <p:cNvPr id="84" name="object 8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6952" y="4058145"/>
            <a:ext cx="4534829" cy="4376110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07940" y="6304279"/>
            <a:ext cx="7663179" cy="1103630"/>
          </a:xfrm>
          <a:prstGeom prst="rect">
            <a:avLst/>
          </a:prstGeom>
        </p:spPr>
      </p:pic>
      <p:grpSp>
        <p:nvGrpSpPr>
          <p:cNvPr id="86" name="object 86"/>
          <p:cNvGrpSpPr/>
          <p:nvPr/>
        </p:nvGrpSpPr>
        <p:grpSpPr>
          <a:xfrm>
            <a:off x="6953250" y="4950459"/>
            <a:ext cx="3263900" cy="574040"/>
            <a:chOff x="6953250" y="4950459"/>
            <a:chExt cx="3263900" cy="574040"/>
          </a:xfrm>
        </p:grpSpPr>
        <p:pic>
          <p:nvPicPr>
            <p:cNvPr id="87" name="object 8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53250" y="4965699"/>
              <a:ext cx="3263900" cy="558800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6957060" y="4950459"/>
              <a:ext cx="3256279" cy="21590"/>
            </a:xfrm>
            <a:custGeom>
              <a:avLst/>
              <a:gdLst/>
              <a:ahLst/>
              <a:cxnLst/>
              <a:rect l="l" t="t" r="r" b="b"/>
              <a:pathLst>
                <a:path w="3256279" h="21589">
                  <a:moveTo>
                    <a:pt x="325628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0" y="21590"/>
                  </a:lnTo>
                  <a:lnTo>
                    <a:pt x="3256280" y="21590"/>
                  </a:lnTo>
                  <a:lnTo>
                    <a:pt x="3256280" y="11430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6957060" y="4972049"/>
              <a:ext cx="3256279" cy="11430"/>
            </a:xfrm>
            <a:custGeom>
              <a:avLst/>
              <a:gdLst/>
              <a:ahLst/>
              <a:cxnLst/>
              <a:rect l="l" t="t" r="r" b="b"/>
              <a:pathLst>
                <a:path w="3256279" h="11429">
                  <a:moveTo>
                    <a:pt x="325628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256280" y="11429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6957060" y="4983479"/>
              <a:ext cx="3256279" cy="11430"/>
            </a:xfrm>
            <a:custGeom>
              <a:avLst/>
              <a:gdLst/>
              <a:ahLst/>
              <a:cxnLst/>
              <a:rect l="l" t="t" r="r" b="b"/>
              <a:pathLst>
                <a:path w="3256279" h="11429">
                  <a:moveTo>
                    <a:pt x="325628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3256280" y="11430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6957060" y="4994909"/>
              <a:ext cx="3256279" cy="11430"/>
            </a:xfrm>
            <a:custGeom>
              <a:avLst/>
              <a:gdLst/>
              <a:ahLst/>
              <a:cxnLst/>
              <a:rect l="l" t="t" r="r" b="b"/>
              <a:pathLst>
                <a:path w="3256279" h="11429">
                  <a:moveTo>
                    <a:pt x="325628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256280" y="11429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6957060" y="5006339"/>
              <a:ext cx="3256279" cy="11430"/>
            </a:xfrm>
            <a:custGeom>
              <a:avLst/>
              <a:gdLst/>
              <a:ahLst/>
              <a:cxnLst/>
              <a:rect l="l" t="t" r="r" b="b"/>
              <a:pathLst>
                <a:path w="3256279" h="11429">
                  <a:moveTo>
                    <a:pt x="325628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3256280" y="11430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6957060" y="5017769"/>
              <a:ext cx="3256279" cy="11430"/>
            </a:xfrm>
            <a:custGeom>
              <a:avLst/>
              <a:gdLst/>
              <a:ahLst/>
              <a:cxnLst/>
              <a:rect l="l" t="t" r="r" b="b"/>
              <a:pathLst>
                <a:path w="3256279" h="11429">
                  <a:moveTo>
                    <a:pt x="325628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256280" y="11429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6957060" y="5029199"/>
              <a:ext cx="3256279" cy="11430"/>
            </a:xfrm>
            <a:custGeom>
              <a:avLst/>
              <a:gdLst/>
              <a:ahLst/>
              <a:cxnLst/>
              <a:rect l="l" t="t" r="r" b="b"/>
              <a:pathLst>
                <a:path w="3256279" h="11429">
                  <a:moveTo>
                    <a:pt x="325628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256280" y="11429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6957060" y="5040629"/>
              <a:ext cx="3256279" cy="11430"/>
            </a:xfrm>
            <a:custGeom>
              <a:avLst/>
              <a:gdLst/>
              <a:ahLst/>
              <a:cxnLst/>
              <a:rect l="l" t="t" r="r" b="b"/>
              <a:pathLst>
                <a:path w="3256279" h="11429">
                  <a:moveTo>
                    <a:pt x="325628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3256280" y="11430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6957060" y="5052059"/>
              <a:ext cx="3256279" cy="10160"/>
            </a:xfrm>
            <a:custGeom>
              <a:avLst/>
              <a:gdLst/>
              <a:ahLst/>
              <a:cxnLst/>
              <a:rect l="l" t="t" r="r" b="b"/>
              <a:pathLst>
                <a:path w="3256279" h="10160">
                  <a:moveTo>
                    <a:pt x="325628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3256280" y="10160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6957060" y="5062219"/>
              <a:ext cx="3256279" cy="11430"/>
            </a:xfrm>
            <a:custGeom>
              <a:avLst/>
              <a:gdLst/>
              <a:ahLst/>
              <a:cxnLst/>
              <a:rect l="l" t="t" r="r" b="b"/>
              <a:pathLst>
                <a:path w="3256279" h="11429">
                  <a:moveTo>
                    <a:pt x="325628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256280" y="11429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957060" y="5073649"/>
              <a:ext cx="3256279" cy="11430"/>
            </a:xfrm>
            <a:custGeom>
              <a:avLst/>
              <a:gdLst/>
              <a:ahLst/>
              <a:cxnLst/>
              <a:rect l="l" t="t" r="r" b="b"/>
              <a:pathLst>
                <a:path w="3256279" h="11429">
                  <a:moveTo>
                    <a:pt x="325628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256280" y="11429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957060" y="5085079"/>
              <a:ext cx="3256279" cy="11430"/>
            </a:xfrm>
            <a:custGeom>
              <a:avLst/>
              <a:gdLst/>
              <a:ahLst/>
              <a:cxnLst/>
              <a:rect l="l" t="t" r="r" b="b"/>
              <a:pathLst>
                <a:path w="3256279" h="11429">
                  <a:moveTo>
                    <a:pt x="325628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3256280" y="11430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957060" y="5096509"/>
              <a:ext cx="3256279" cy="11430"/>
            </a:xfrm>
            <a:custGeom>
              <a:avLst/>
              <a:gdLst/>
              <a:ahLst/>
              <a:cxnLst/>
              <a:rect l="l" t="t" r="r" b="b"/>
              <a:pathLst>
                <a:path w="3256279" h="11429">
                  <a:moveTo>
                    <a:pt x="325628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256280" y="11429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57060" y="5107939"/>
              <a:ext cx="3256279" cy="11430"/>
            </a:xfrm>
            <a:custGeom>
              <a:avLst/>
              <a:gdLst/>
              <a:ahLst/>
              <a:cxnLst/>
              <a:rect l="l" t="t" r="r" b="b"/>
              <a:pathLst>
                <a:path w="3256279" h="11429">
                  <a:moveTo>
                    <a:pt x="325628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3256280" y="11430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957060" y="5119369"/>
              <a:ext cx="3256279" cy="10160"/>
            </a:xfrm>
            <a:custGeom>
              <a:avLst/>
              <a:gdLst/>
              <a:ahLst/>
              <a:cxnLst/>
              <a:rect l="l" t="t" r="r" b="b"/>
              <a:pathLst>
                <a:path w="3256279" h="10160">
                  <a:moveTo>
                    <a:pt x="3256280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3256280" y="10159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6957060" y="5129529"/>
              <a:ext cx="3256279" cy="11430"/>
            </a:xfrm>
            <a:custGeom>
              <a:avLst/>
              <a:gdLst/>
              <a:ahLst/>
              <a:cxnLst/>
              <a:rect l="l" t="t" r="r" b="b"/>
              <a:pathLst>
                <a:path w="3256279" h="11429">
                  <a:moveTo>
                    <a:pt x="325628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3256280" y="11430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6957060" y="5140959"/>
              <a:ext cx="3256279" cy="11430"/>
            </a:xfrm>
            <a:custGeom>
              <a:avLst/>
              <a:gdLst/>
              <a:ahLst/>
              <a:cxnLst/>
              <a:rect l="l" t="t" r="r" b="b"/>
              <a:pathLst>
                <a:path w="3256279" h="11429">
                  <a:moveTo>
                    <a:pt x="325628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256280" y="11429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6957060" y="5152389"/>
              <a:ext cx="3256279" cy="11430"/>
            </a:xfrm>
            <a:custGeom>
              <a:avLst/>
              <a:gdLst/>
              <a:ahLst/>
              <a:cxnLst/>
              <a:rect l="l" t="t" r="r" b="b"/>
              <a:pathLst>
                <a:path w="3256279" h="11429">
                  <a:moveTo>
                    <a:pt x="325628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3256280" y="11430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6957060" y="5163819"/>
              <a:ext cx="3256279" cy="11430"/>
            </a:xfrm>
            <a:custGeom>
              <a:avLst/>
              <a:gdLst/>
              <a:ahLst/>
              <a:cxnLst/>
              <a:rect l="l" t="t" r="r" b="b"/>
              <a:pathLst>
                <a:path w="3256279" h="11429">
                  <a:moveTo>
                    <a:pt x="325628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256280" y="11429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6957060" y="5175249"/>
              <a:ext cx="3256279" cy="11430"/>
            </a:xfrm>
            <a:custGeom>
              <a:avLst/>
              <a:gdLst/>
              <a:ahLst/>
              <a:cxnLst/>
              <a:rect l="l" t="t" r="r" b="b"/>
              <a:pathLst>
                <a:path w="3256279" h="11429">
                  <a:moveTo>
                    <a:pt x="325628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256280" y="11429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6957060" y="5186679"/>
              <a:ext cx="3256279" cy="10160"/>
            </a:xfrm>
            <a:custGeom>
              <a:avLst/>
              <a:gdLst/>
              <a:ahLst/>
              <a:cxnLst/>
              <a:rect l="l" t="t" r="r" b="b"/>
              <a:pathLst>
                <a:path w="3256279" h="10160">
                  <a:moveTo>
                    <a:pt x="325628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3256280" y="10160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6957060" y="5196839"/>
              <a:ext cx="3256279" cy="11430"/>
            </a:xfrm>
            <a:custGeom>
              <a:avLst/>
              <a:gdLst/>
              <a:ahLst/>
              <a:cxnLst/>
              <a:rect l="l" t="t" r="r" b="b"/>
              <a:pathLst>
                <a:path w="3256279" h="11429">
                  <a:moveTo>
                    <a:pt x="325628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3256280" y="11430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6957060" y="5208269"/>
              <a:ext cx="3256279" cy="11430"/>
            </a:xfrm>
            <a:custGeom>
              <a:avLst/>
              <a:gdLst/>
              <a:ahLst/>
              <a:cxnLst/>
              <a:rect l="l" t="t" r="r" b="b"/>
              <a:pathLst>
                <a:path w="3256279" h="11429">
                  <a:moveTo>
                    <a:pt x="325628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256280" y="11429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6957060" y="5219699"/>
              <a:ext cx="3256279" cy="11430"/>
            </a:xfrm>
            <a:custGeom>
              <a:avLst/>
              <a:gdLst/>
              <a:ahLst/>
              <a:cxnLst/>
              <a:rect l="l" t="t" r="r" b="b"/>
              <a:pathLst>
                <a:path w="3256279" h="11429">
                  <a:moveTo>
                    <a:pt x="325628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256280" y="11429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6957060" y="5231129"/>
              <a:ext cx="3256279" cy="11430"/>
            </a:xfrm>
            <a:custGeom>
              <a:avLst/>
              <a:gdLst/>
              <a:ahLst/>
              <a:cxnLst/>
              <a:rect l="l" t="t" r="r" b="b"/>
              <a:pathLst>
                <a:path w="3256279" h="11429">
                  <a:moveTo>
                    <a:pt x="325628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3256280" y="11430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6957060" y="5242559"/>
              <a:ext cx="3256279" cy="11430"/>
            </a:xfrm>
            <a:custGeom>
              <a:avLst/>
              <a:gdLst/>
              <a:ahLst/>
              <a:cxnLst/>
              <a:rect l="l" t="t" r="r" b="b"/>
              <a:pathLst>
                <a:path w="3256279" h="11429">
                  <a:moveTo>
                    <a:pt x="325628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256280" y="11429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6957060" y="5253989"/>
              <a:ext cx="3256279" cy="11430"/>
            </a:xfrm>
            <a:custGeom>
              <a:avLst/>
              <a:gdLst/>
              <a:ahLst/>
              <a:cxnLst/>
              <a:rect l="l" t="t" r="r" b="b"/>
              <a:pathLst>
                <a:path w="3256279" h="11429">
                  <a:moveTo>
                    <a:pt x="325628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3256280" y="11430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6957060" y="5265419"/>
              <a:ext cx="3256279" cy="10160"/>
            </a:xfrm>
            <a:custGeom>
              <a:avLst/>
              <a:gdLst/>
              <a:ahLst/>
              <a:cxnLst/>
              <a:rect l="l" t="t" r="r" b="b"/>
              <a:pathLst>
                <a:path w="3256279" h="10160">
                  <a:moveTo>
                    <a:pt x="3256280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3256280" y="10159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957060" y="5275579"/>
              <a:ext cx="3256279" cy="11430"/>
            </a:xfrm>
            <a:custGeom>
              <a:avLst/>
              <a:gdLst/>
              <a:ahLst/>
              <a:cxnLst/>
              <a:rect l="l" t="t" r="r" b="b"/>
              <a:pathLst>
                <a:path w="3256279" h="11429">
                  <a:moveTo>
                    <a:pt x="325628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3256280" y="11430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957060" y="5287009"/>
              <a:ext cx="3256279" cy="11430"/>
            </a:xfrm>
            <a:custGeom>
              <a:avLst/>
              <a:gdLst/>
              <a:ahLst/>
              <a:cxnLst/>
              <a:rect l="l" t="t" r="r" b="b"/>
              <a:pathLst>
                <a:path w="3256279" h="11429">
                  <a:moveTo>
                    <a:pt x="325628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256280" y="11429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57060" y="5298439"/>
              <a:ext cx="3256279" cy="11430"/>
            </a:xfrm>
            <a:custGeom>
              <a:avLst/>
              <a:gdLst/>
              <a:ahLst/>
              <a:cxnLst/>
              <a:rect l="l" t="t" r="r" b="b"/>
              <a:pathLst>
                <a:path w="3256279" h="11429">
                  <a:moveTo>
                    <a:pt x="325628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3256280" y="11430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957060" y="5309869"/>
              <a:ext cx="3256279" cy="11430"/>
            </a:xfrm>
            <a:custGeom>
              <a:avLst/>
              <a:gdLst/>
              <a:ahLst/>
              <a:cxnLst/>
              <a:rect l="l" t="t" r="r" b="b"/>
              <a:pathLst>
                <a:path w="3256279" h="11429">
                  <a:moveTo>
                    <a:pt x="325628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256280" y="11429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6957060" y="5321299"/>
              <a:ext cx="3256279" cy="21590"/>
            </a:xfrm>
            <a:custGeom>
              <a:avLst/>
              <a:gdLst/>
              <a:ahLst/>
              <a:cxnLst/>
              <a:rect l="l" t="t" r="r" b="b"/>
              <a:pathLst>
                <a:path w="3256279" h="21589">
                  <a:moveTo>
                    <a:pt x="325628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0" y="21590"/>
                  </a:lnTo>
                  <a:lnTo>
                    <a:pt x="3256280" y="21590"/>
                  </a:lnTo>
                  <a:lnTo>
                    <a:pt x="3256280" y="11430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6957060" y="5342889"/>
              <a:ext cx="3256279" cy="12700"/>
            </a:xfrm>
            <a:custGeom>
              <a:avLst/>
              <a:gdLst/>
              <a:ahLst/>
              <a:cxnLst/>
              <a:rect l="l" t="t" r="r" b="b"/>
              <a:pathLst>
                <a:path w="3256279" h="12700">
                  <a:moveTo>
                    <a:pt x="325628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3256280" y="12700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6957060" y="5355589"/>
              <a:ext cx="3256279" cy="10160"/>
            </a:xfrm>
            <a:custGeom>
              <a:avLst/>
              <a:gdLst/>
              <a:ahLst/>
              <a:cxnLst/>
              <a:rect l="l" t="t" r="r" b="b"/>
              <a:pathLst>
                <a:path w="3256279" h="10160">
                  <a:moveTo>
                    <a:pt x="325628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3256280" y="10160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6957060" y="5365749"/>
              <a:ext cx="3256279" cy="11430"/>
            </a:xfrm>
            <a:custGeom>
              <a:avLst/>
              <a:gdLst/>
              <a:ahLst/>
              <a:cxnLst/>
              <a:rect l="l" t="t" r="r" b="b"/>
              <a:pathLst>
                <a:path w="3256279" h="11429">
                  <a:moveTo>
                    <a:pt x="325628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256280" y="11429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6957060" y="5377179"/>
              <a:ext cx="3256279" cy="11430"/>
            </a:xfrm>
            <a:custGeom>
              <a:avLst/>
              <a:gdLst/>
              <a:ahLst/>
              <a:cxnLst/>
              <a:rect l="l" t="t" r="r" b="b"/>
              <a:pathLst>
                <a:path w="3256279" h="11429">
                  <a:moveTo>
                    <a:pt x="325628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3256280" y="11430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6957060" y="5388609"/>
              <a:ext cx="3256279" cy="11430"/>
            </a:xfrm>
            <a:custGeom>
              <a:avLst/>
              <a:gdLst/>
              <a:ahLst/>
              <a:cxnLst/>
              <a:rect l="l" t="t" r="r" b="b"/>
              <a:pathLst>
                <a:path w="3256279" h="11429">
                  <a:moveTo>
                    <a:pt x="325628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256280" y="11429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6957060" y="5400039"/>
              <a:ext cx="3256279" cy="11430"/>
            </a:xfrm>
            <a:custGeom>
              <a:avLst/>
              <a:gdLst/>
              <a:ahLst/>
              <a:cxnLst/>
              <a:rect l="l" t="t" r="r" b="b"/>
              <a:pathLst>
                <a:path w="3256279" h="11429">
                  <a:moveTo>
                    <a:pt x="325628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3256280" y="11430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6957060" y="5411469"/>
              <a:ext cx="3256279" cy="11430"/>
            </a:xfrm>
            <a:custGeom>
              <a:avLst/>
              <a:gdLst/>
              <a:ahLst/>
              <a:cxnLst/>
              <a:rect l="l" t="t" r="r" b="b"/>
              <a:pathLst>
                <a:path w="3256279" h="11429">
                  <a:moveTo>
                    <a:pt x="325628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256280" y="11429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6957060" y="5422899"/>
              <a:ext cx="3256279" cy="10160"/>
            </a:xfrm>
            <a:custGeom>
              <a:avLst/>
              <a:gdLst/>
              <a:ahLst/>
              <a:cxnLst/>
              <a:rect l="l" t="t" r="r" b="b"/>
              <a:pathLst>
                <a:path w="3256279" h="10160">
                  <a:moveTo>
                    <a:pt x="325628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3256280" y="10160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6957060" y="5433059"/>
              <a:ext cx="3256279" cy="11430"/>
            </a:xfrm>
            <a:custGeom>
              <a:avLst/>
              <a:gdLst/>
              <a:ahLst/>
              <a:cxnLst/>
              <a:rect l="l" t="t" r="r" b="b"/>
              <a:pathLst>
                <a:path w="3256279" h="11429">
                  <a:moveTo>
                    <a:pt x="325628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256280" y="11429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6957060" y="5444489"/>
              <a:ext cx="3256279" cy="11430"/>
            </a:xfrm>
            <a:custGeom>
              <a:avLst/>
              <a:gdLst/>
              <a:ahLst/>
              <a:cxnLst/>
              <a:rect l="l" t="t" r="r" b="b"/>
              <a:pathLst>
                <a:path w="3256279" h="11429">
                  <a:moveTo>
                    <a:pt x="325628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3256280" y="11430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6957060" y="5455919"/>
              <a:ext cx="3256279" cy="11430"/>
            </a:xfrm>
            <a:custGeom>
              <a:avLst/>
              <a:gdLst/>
              <a:ahLst/>
              <a:cxnLst/>
              <a:rect l="l" t="t" r="r" b="b"/>
              <a:pathLst>
                <a:path w="3256279" h="11429">
                  <a:moveTo>
                    <a:pt x="325628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256280" y="11429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6957060" y="5467349"/>
              <a:ext cx="3256279" cy="11430"/>
            </a:xfrm>
            <a:custGeom>
              <a:avLst/>
              <a:gdLst/>
              <a:ahLst/>
              <a:cxnLst/>
              <a:rect l="l" t="t" r="r" b="b"/>
              <a:pathLst>
                <a:path w="3256279" h="11429">
                  <a:moveTo>
                    <a:pt x="325628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256280" y="11429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6957060" y="5478779"/>
              <a:ext cx="3256279" cy="11430"/>
            </a:xfrm>
            <a:custGeom>
              <a:avLst/>
              <a:gdLst/>
              <a:ahLst/>
              <a:cxnLst/>
              <a:rect l="l" t="t" r="r" b="b"/>
              <a:pathLst>
                <a:path w="3256279" h="11429">
                  <a:moveTo>
                    <a:pt x="325628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3256280" y="11430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6957060" y="5490209"/>
              <a:ext cx="3256279" cy="11430"/>
            </a:xfrm>
            <a:custGeom>
              <a:avLst/>
              <a:gdLst/>
              <a:ahLst/>
              <a:cxnLst/>
              <a:rect l="l" t="t" r="r" b="b"/>
              <a:pathLst>
                <a:path w="3256279" h="11429">
                  <a:moveTo>
                    <a:pt x="3256280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256280" y="11429"/>
                  </a:lnTo>
                  <a:lnTo>
                    <a:pt x="3256280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5" name="object 135"/>
          <p:cNvSpPr txBox="1"/>
          <p:nvPr/>
        </p:nvSpPr>
        <p:spPr>
          <a:xfrm>
            <a:off x="6958330" y="4950459"/>
            <a:ext cx="3253740" cy="54991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9539">
              <a:lnSpc>
                <a:spcPct val="100000"/>
              </a:lnSpc>
            </a:pPr>
            <a:r>
              <a:rPr sz="3600" dirty="0">
                <a:latin typeface="Century Gothic"/>
                <a:cs typeface="Century Gothic"/>
              </a:rPr>
              <a:t>3x3</a:t>
            </a:r>
            <a:r>
              <a:rPr sz="3600" spc="5" dirty="0">
                <a:latin typeface="Century Gothic"/>
                <a:cs typeface="Century Gothic"/>
              </a:rPr>
              <a:t> </a:t>
            </a:r>
            <a:r>
              <a:rPr sz="3600" spc="-10" dirty="0">
                <a:latin typeface="Century Gothic"/>
                <a:cs typeface="Century Gothic"/>
              </a:rPr>
              <a:t>example: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136" name="object 136"/>
          <p:cNvSpPr/>
          <p:nvPr/>
        </p:nvSpPr>
        <p:spPr>
          <a:xfrm>
            <a:off x="328929" y="1366519"/>
            <a:ext cx="12344400" cy="3810"/>
          </a:xfrm>
          <a:custGeom>
            <a:avLst/>
            <a:gdLst/>
            <a:ahLst/>
            <a:cxnLst/>
            <a:rect l="l" t="t" r="r" b="b"/>
            <a:pathLst>
              <a:path w="12344400" h="3809">
                <a:moveTo>
                  <a:pt x="0" y="0"/>
                </a:moveTo>
                <a:lnTo>
                  <a:pt x="12344400" y="3809"/>
                </a:lnTo>
              </a:path>
            </a:pathLst>
          </a:custGeom>
          <a:ln w="50676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4000" rIns="0" bIns="0" rtlCol="0">
            <a:spAutoFit/>
          </a:bodyPr>
          <a:lstStyle/>
          <a:p>
            <a:pPr marL="32004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The mean </a:t>
            </a:r>
            <a:r>
              <a:rPr sz="6000" spc="-10" dirty="0"/>
              <a:t>filter</a:t>
            </a:r>
            <a:endParaRPr sz="6000"/>
          </a:p>
        </p:txBody>
      </p:sp>
      <p:grpSp>
        <p:nvGrpSpPr>
          <p:cNvPr id="3" name="object 3"/>
          <p:cNvGrpSpPr/>
          <p:nvPr/>
        </p:nvGrpSpPr>
        <p:grpSpPr>
          <a:xfrm>
            <a:off x="6953250" y="3197860"/>
            <a:ext cx="5267960" cy="4902200"/>
            <a:chOff x="6953250" y="3197860"/>
            <a:chExt cx="5267960" cy="49022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53250" y="3214370"/>
              <a:ext cx="5267959" cy="488569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957060" y="3197859"/>
              <a:ext cx="5259070" cy="199390"/>
            </a:xfrm>
            <a:custGeom>
              <a:avLst/>
              <a:gdLst/>
              <a:ahLst/>
              <a:cxnLst/>
              <a:rect l="l" t="t" r="r" b="b"/>
              <a:pathLst>
                <a:path w="5259070" h="199389">
                  <a:moveTo>
                    <a:pt x="525907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0" y="199390"/>
                  </a:lnTo>
                  <a:lnTo>
                    <a:pt x="5259070" y="199390"/>
                  </a:lnTo>
                  <a:lnTo>
                    <a:pt x="5259070" y="10033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957060" y="3397250"/>
              <a:ext cx="5259070" cy="99060"/>
            </a:xfrm>
            <a:custGeom>
              <a:avLst/>
              <a:gdLst/>
              <a:ahLst/>
              <a:cxnLst/>
              <a:rect l="l" t="t" r="r" b="b"/>
              <a:pathLst>
                <a:path w="5259070" h="99060">
                  <a:moveTo>
                    <a:pt x="52590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5259070" y="9906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957060" y="3496310"/>
              <a:ext cx="5259070" cy="100330"/>
            </a:xfrm>
            <a:custGeom>
              <a:avLst/>
              <a:gdLst/>
              <a:ahLst/>
              <a:cxnLst/>
              <a:rect l="l" t="t" r="r" b="b"/>
              <a:pathLst>
                <a:path w="5259070" h="100329">
                  <a:moveTo>
                    <a:pt x="5259070" y="0"/>
                  </a:moveTo>
                  <a:lnTo>
                    <a:pt x="0" y="0"/>
                  </a:lnTo>
                  <a:lnTo>
                    <a:pt x="0" y="100329"/>
                  </a:lnTo>
                  <a:lnTo>
                    <a:pt x="5259070" y="10032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957060" y="3596640"/>
              <a:ext cx="5259070" cy="99060"/>
            </a:xfrm>
            <a:custGeom>
              <a:avLst/>
              <a:gdLst/>
              <a:ahLst/>
              <a:cxnLst/>
              <a:rect l="l" t="t" r="r" b="b"/>
              <a:pathLst>
                <a:path w="5259070" h="99060">
                  <a:moveTo>
                    <a:pt x="52590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5259070" y="9906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57060" y="3695700"/>
              <a:ext cx="5259070" cy="100330"/>
            </a:xfrm>
            <a:custGeom>
              <a:avLst/>
              <a:gdLst/>
              <a:ahLst/>
              <a:cxnLst/>
              <a:rect l="l" t="t" r="r" b="b"/>
              <a:pathLst>
                <a:path w="5259070" h="100329">
                  <a:moveTo>
                    <a:pt x="5259070" y="0"/>
                  </a:moveTo>
                  <a:lnTo>
                    <a:pt x="0" y="0"/>
                  </a:lnTo>
                  <a:lnTo>
                    <a:pt x="0" y="100329"/>
                  </a:lnTo>
                  <a:lnTo>
                    <a:pt x="5259070" y="10032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57060" y="3796030"/>
              <a:ext cx="5259070" cy="99060"/>
            </a:xfrm>
            <a:custGeom>
              <a:avLst/>
              <a:gdLst/>
              <a:ahLst/>
              <a:cxnLst/>
              <a:rect l="l" t="t" r="r" b="b"/>
              <a:pathLst>
                <a:path w="5259070" h="99060">
                  <a:moveTo>
                    <a:pt x="52590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5259070" y="9906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57060" y="3895090"/>
              <a:ext cx="5259070" cy="99060"/>
            </a:xfrm>
            <a:custGeom>
              <a:avLst/>
              <a:gdLst/>
              <a:ahLst/>
              <a:cxnLst/>
              <a:rect l="l" t="t" r="r" b="b"/>
              <a:pathLst>
                <a:path w="5259070" h="99060">
                  <a:moveTo>
                    <a:pt x="52590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5259070" y="9906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57060" y="3994150"/>
              <a:ext cx="5259070" cy="100330"/>
            </a:xfrm>
            <a:custGeom>
              <a:avLst/>
              <a:gdLst/>
              <a:ahLst/>
              <a:cxnLst/>
              <a:rect l="l" t="t" r="r" b="b"/>
              <a:pathLst>
                <a:path w="5259070" h="100329">
                  <a:moveTo>
                    <a:pt x="5259070" y="0"/>
                  </a:moveTo>
                  <a:lnTo>
                    <a:pt x="0" y="0"/>
                  </a:lnTo>
                  <a:lnTo>
                    <a:pt x="0" y="100329"/>
                  </a:lnTo>
                  <a:lnTo>
                    <a:pt x="5259070" y="10032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57060" y="4094480"/>
              <a:ext cx="5259070" cy="99060"/>
            </a:xfrm>
            <a:custGeom>
              <a:avLst/>
              <a:gdLst/>
              <a:ahLst/>
              <a:cxnLst/>
              <a:rect l="l" t="t" r="r" b="b"/>
              <a:pathLst>
                <a:path w="5259070" h="99060">
                  <a:moveTo>
                    <a:pt x="52590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5259070" y="9906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957060" y="4193540"/>
              <a:ext cx="5259070" cy="100330"/>
            </a:xfrm>
            <a:custGeom>
              <a:avLst/>
              <a:gdLst/>
              <a:ahLst/>
              <a:cxnLst/>
              <a:rect l="l" t="t" r="r" b="b"/>
              <a:pathLst>
                <a:path w="5259070" h="100329">
                  <a:moveTo>
                    <a:pt x="525907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5259070" y="10033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957060" y="4293870"/>
              <a:ext cx="5259070" cy="99060"/>
            </a:xfrm>
            <a:custGeom>
              <a:avLst/>
              <a:gdLst/>
              <a:ahLst/>
              <a:cxnLst/>
              <a:rect l="l" t="t" r="r" b="b"/>
              <a:pathLst>
                <a:path w="5259070" h="99060">
                  <a:moveTo>
                    <a:pt x="525907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5259070" y="9905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957060" y="4392930"/>
              <a:ext cx="5259070" cy="99060"/>
            </a:xfrm>
            <a:custGeom>
              <a:avLst/>
              <a:gdLst/>
              <a:ahLst/>
              <a:cxnLst/>
              <a:rect l="l" t="t" r="r" b="b"/>
              <a:pathLst>
                <a:path w="5259070" h="99060">
                  <a:moveTo>
                    <a:pt x="52590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5259070" y="9906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957060" y="4491990"/>
              <a:ext cx="5259070" cy="100330"/>
            </a:xfrm>
            <a:custGeom>
              <a:avLst/>
              <a:gdLst/>
              <a:ahLst/>
              <a:cxnLst/>
              <a:rect l="l" t="t" r="r" b="b"/>
              <a:pathLst>
                <a:path w="5259070" h="100329">
                  <a:moveTo>
                    <a:pt x="525907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5259070" y="10033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957060" y="4592320"/>
              <a:ext cx="5259070" cy="99060"/>
            </a:xfrm>
            <a:custGeom>
              <a:avLst/>
              <a:gdLst/>
              <a:ahLst/>
              <a:cxnLst/>
              <a:rect l="l" t="t" r="r" b="b"/>
              <a:pathLst>
                <a:path w="5259070" h="99060">
                  <a:moveTo>
                    <a:pt x="525907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5259070" y="9905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957060" y="4691380"/>
              <a:ext cx="5259070" cy="99060"/>
            </a:xfrm>
            <a:custGeom>
              <a:avLst/>
              <a:gdLst/>
              <a:ahLst/>
              <a:cxnLst/>
              <a:rect l="l" t="t" r="r" b="b"/>
              <a:pathLst>
                <a:path w="5259070" h="99060">
                  <a:moveTo>
                    <a:pt x="52590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5259070" y="9906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957060" y="4790440"/>
              <a:ext cx="5259070" cy="100330"/>
            </a:xfrm>
            <a:custGeom>
              <a:avLst/>
              <a:gdLst/>
              <a:ahLst/>
              <a:cxnLst/>
              <a:rect l="l" t="t" r="r" b="b"/>
              <a:pathLst>
                <a:path w="5259070" h="100329">
                  <a:moveTo>
                    <a:pt x="525907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5259070" y="10033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957060" y="4890770"/>
              <a:ext cx="5259070" cy="99060"/>
            </a:xfrm>
            <a:custGeom>
              <a:avLst/>
              <a:gdLst/>
              <a:ahLst/>
              <a:cxnLst/>
              <a:rect l="l" t="t" r="r" b="b"/>
              <a:pathLst>
                <a:path w="5259070" h="99060">
                  <a:moveTo>
                    <a:pt x="525907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5259070" y="9905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957060" y="4989830"/>
              <a:ext cx="5259070" cy="100330"/>
            </a:xfrm>
            <a:custGeom>
              <a:avLst/>
              <a:gdLst/>
              <a:ahLst/>
              <a:cxnLst/>
              <a:rect l="l" t="t" r="r" b="b"/>
              <a:pathLst>
                <a:path w="5259070" h="100329">
                  <a:moveTo>
                    <a:pt x="525907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5259070" y="10033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957060" y="5090160"/>
              <a:ext cx="5259070" cy="99060"/>
            </a:xfrm>
            <a:custGeom>
              <a:avLst/>
              <a:gdLst/>
              <a:ahLst/>
              <a:cxnLst/>
              <a:rect l="l" t="t" r="r" b="b"/>
              <a:pathLst>
                <a:path w="5259070" h="99060">
                  <a:moveTo>
                    <a:pt x="52590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5259070" y="9906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957060" y="5189220"/>
              <a:ext cx="5259070" cy="99060"/>
            </a:xfrm>
            <a:custGeom>
              <a:avLst/>
              <a:gdLst/>
              <a:ahLst/>
              <a:cxnLst/>
              <a:rect l="l" t="t" r="r" b="b"/>
              <a:pathLst>
                <a:path w="5259070" h="99060">
                  <a:moveTo>
                    <a:pt x="525907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5259070" y="9905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57060" y="5288280"/>
              <a:ext cx="5259070" cy="100330"/>
            </a:xfrm>
            <a:custGeom>
              <a:avLst/>
              <a:gdLst/>
              <a:ahLst/>
              <a:cxnLst/>
              <a:rect l="l" t="t" r="r" b="b"/>
              <a:pathLst>
                <a:path w="5259070" h="100329">
                  <a:moveTo>
                    <a:pt x="525907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5259070" y="10033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957060" y="5388610"/>
              <a:ext cx="5259070" cy="99060"/>
            </a:xfrm>
            <a:custGeom>
              <a:avLst/>
              <a:gdLst/>
              <a:ahLst/>
              <a:cxnLst/>
              <a:rect l="l" t="t" r="r" b="b"/>
              <a:pathLst>
                <a:path w="5259070" h="99060">
                  <a:moveTo>
                    <a:pt x="52590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5259070" y="9906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957060" y="5487670"/>
              <a:ext cx="5259070" cy="100330"/>
            </a:xfrm>
            <a:custGeom>
              <a:avLst/>
              <a:gdLst/>
              <a:ahLst/>
              <a:cxnLst/>
              <a:rect l="l" t="t" r="r" b="b"/>
              <a:pathLst>
                <a:path w="5259070" h="100329">
                  <a:moveTo>
                    <a:pt x="5259070" y="0"/>
                  </a:moveTo>
                  <a:lnTo>
                    <a:pt x="0" y="0"/>
                  </a:lnTo>
                  <a:lnTo>
                    <a:pt x="0" y="100329"/>
                  </a:lnTo>
                  <a:lnTo>
                    <a:pt x="5259070" y="10032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957060" y="5588000"/>
              <a:ext cx="5259070" cy="99060"/>
            </a:xfrm>
            <a:custGeom>
              <a:avLst/>
              <a:gdLst/>
              <a:ahLst/>
              <a:cxnLst/>
              <a:rect l="l" t="t" r="r" b="b"/>
              <a:pathLst>
                <a:path w="5259070" h="99060">
                  <a:moveTo>
                    <a:pt x="52590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5259070" y="9906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957060" y="5687060"/>
              <a:ext cx="5259070" cy="99060"/>
            </a:xfrm>
            <a:custGeom>
              <a:avLst/>
              <a:gdLst/>
              <a:ahLst/>
              <a:cxnLst/>
              <a:rect l="l" t="t" r="r" b="b"/>
              <a:pathLst>
                <a:path w="5259070" h="99060">
                  <a:moveTo>
                    <a:pt x="52590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5259070" y="9906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957060" y="5786120"/>
              <a:ext cx="5259070" cy="100330"/>
            </a:xfrm>
            <a:custGeom>
              <a:avLst/>
              <a:gdLst/>
              <a:ahLst/>
              <a:cxnLst/>
              <a:rect l="l" t="t" r="r" b="b"/>
              <a:pathLst>
                <a:path w="5259070" h="100329">
                  <a:moveTo>
                    <a:pt x="5259070" y="0"/>
                  </a:moveTo>
                  <a:lnTo>
                    <a:pt x="0" y="0"/>
                  </a:lnTo>
                  <a:lnTo>
                    <a:pt x="0" y="100329"/>
                  </a:lnTo>
                  <a:lnTo>
                    <a:pt x="5259070" y="10032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57060" y="5886450"/>
              <a:ext cx="5259070" cy="99060"/>
            </a:xfrm>
            <a:custGeom>
              <a:avLst/>
              <a:gdLst/>
              <a:ahLst/>
              <a:cxnLst/>
              <a:rect l="l" t="t" r="r" b="b"/>
              <a:pathLst>
                <a:path w="5259070" h="99060">
                  <a:moveTo>
                    <a:pt x="52590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5259070" y="9906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957060" y="5985510"/>
              <a:ext cx="5259070" cy="99060"/>
            </a:xfrm>
            <a:custGeom>
              <a:avLst/>
              <a:gdLst/>
              <a:ahLst/>
              <a:cxnLst/>
              <a:rect l="l" t="t" r="r" b="b"/>
              <a:pathLst>
                <a:path w="5259070" h="99060">
                  <a:moveTo>
                    <a:pt x="52590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5259070" y="9906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957060" y="6084570"/>
              <a:ext cx="5259070" cy="100330"/>
            </a:xfrm>
            <a:custGeom>
              <a:avLst/>
              <a:gdLst/>
              <a:ahLst/>
              <a:cxnLst/>
              <a:rect l="l" t="t" r="r" b="b"/>
              <a:pathLst>
                <a:path w="5259070" h="100329">
                  <a:moveTo>
                    <a:pt x="5259070" y="0"/>
                  </a:moveTo>
                  <a:lnTo>
                    <a:pt x="0" y="0"/>
                  </a:lnTo>
                  <a:lnTo>
                    <a:pt x="0" y="100329"/>
                  </a:lnTo>
                  <a:lnTo>
                    <a:pt x="5259070" y="10032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957060" y="6184900"/>
              <a:ext cx="5259070" cy="99060"/>
            </a:xfrm>
            <a:custGeom>
              <a:avLst/>
              <a:gdLst/>
              <a:ahLst/>
              <a:cxnLst/>
              <a:rect l="l" t="t" r="r" b="b"/>
              <a:pathLst>
                <a:path w="5259070" h="99060">
                  <a:moveTo>
                    <a:pt x="52590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5259070" y="9906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957060" y="6283960"/>
              <a:ext cx="5259070" cy="100330"/>
            </a:xfrm>
            <a:custGeom>
              <a:avLst/>
              <a:gdLst/>
              <a:ahLst/>
              <a:cxnLst/>
              <a:rect l="l" t="t" r="r" b="b"/>
              <a:pathLst>
                <a:path w="5259070" h="100329">
                  <a:moveTo>
                    <a:pt x="5259070" y="0"/>
                  </a:moveTo>
                  <a:lnTo>
                    <a:pt x="0" y="0"/>
                  </a:lnTo>
                  <a:lnTo>
                    <a:pt x="0" y="100329"/>
                  </a:lnTo>
                  <a:lnTo>
                    <a:pt x="5259070" y="10032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957060" y="6384289"/>
              <a:ext cx="5259070" cy="99060"/>
            </a:xfrm>
            <a:custGeom>
              <a:avLst/>
              <a:gdLst/>
              <a:ahLst/>
              <a:cxnLst/>
              <a:rect l="l" t="t" r="r" b="b"/>
              <a:pathLst>
                <a:path w="5259070" h="99060">
                  <a:moveTo>
                    <a:pt x="52590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5259070" y="9906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957060" y="6483349"/>
              <a:ext cx="5259070" cy="199390"/>
            </a:xfrm>
            <a:custGeom>
              <a:avLst/>
              <a:gdLst/>
              <a:ahLst/>
              <a:cxnLst/>
              <a:rect l="l" t="t" r="r" b="b"/>
              <a:pathLst>
                <a:path w="5259070" h="199390">
                  <a:moveTo>
                    <a:pt x="52590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0" y="199390"/>
                  </a:lnTo>
                  <a:lnTo>
                    <a:pt x="5259070" y="199390"/>
                  </a:lnTo>
                  <a:lnTo>
                    <a:pt x="5259070" y="9906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957060" y="6682739"/>
              <a:ext cx="5259070" cy="99060"/>
            </a:xfrm>
            <a:custGeom>
              <a:avLst/>
              <a:gdLst/>
              <a:ahLst/>
              <a:cxnLst/>
              <a:rect l="l" t="t" r="r" b="b"/>
              <a:pathLst>
                <a:path w="5259070" h="99059">
                  <a:moveTo>
                    <a:pt x="525907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5259070" y="9905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957060" y="6781800"/>
              <a:ext cx="5259070" cy="100330"/>
            </a:xfrm>
            <a:custGeom>
              <a:avLst/>
              <a:gdLst/>
              <a:ahLst/>
              <a:cxnLst/>
              <a:rect l="l" t="t" r="r" b="b"/>
              <a:pathLst>
                <a:path w="5259070" h="100329">
                  <a:moveTo>
                    <a:pt x="525907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5259070" y="10033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957060" y="6882130"/>
              <a:ext cx="5259070" cy="99060"/>
            </a:xfrm>
            <a:custGeom>
              <a:avLst/>
              <a:gdLst/>
              <a:ahLst/>
              <a:cxnLst/>
              <a:rect l="l" t="t" r="r" b="b"/>
              <a:pathLst>
                <a:path w="5259070" h="99059">
                  <a:moveTo>
                    <a:pt x="52590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5259070" y="9906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957060" y="6981189"/>
              <a:ext cx="5259070" cy="99060"/>
            </a:xfrm>
            <a:custGeom>
              <a:avLst/>
              <a:gdLst/>
              <a:ahLst/>
              <a:cxnLst/>
              <a:rect l="l" t="t" r="r" b="b"/>
              <a:pathLst>
                <a:path w="5259070" h="99059">
                  <a:moveTo>
                    <a:pt x="525907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5259070" y="9905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957060" y="7080250"/>
              <a:ext cx="5259070" cy="100330"/>
            </a:xfrm>
            <a:custGeom>
              <a:avLst/>
              <a:gdLst/>
              <a:ahLst/>
              <a:cxnLst/>
              <a:rect l="l" t="t" r="r" b="b"/>
              <a:pathLst>
                <a:path w="5259070" h="100329">
                  <a:moveTo>
                    <a:pt x="525907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5259070" y="10033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957060" y="7180580"/>
              <a:ext cx="5259070" cy="99060"/>
            </a:xfrm>
            <a:custGeom>
              <a:avLst/>
              <a:gdLst/>
              <a:ahLst/>
              <a:cxnLst/>
              <a:rect l="l" t="t" r="r" b="b"/>
              <a:pathLst>
                <a:path w="5259070" h="99059">
                  <a:moveTo>
                    <a:pt x="52590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5259070" y="9906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957060" y="7279639"/>
              <a:ext cx="5259070" cy="100330"/>
            </a:xfrm>
            <a:custGeom>
              <a:avLst/>
              <a:gdLst/>
              <a:ahLst/>
              <a:cxnLst/>
              <a:rect l="l" t="t" r="r" b="b"/>
              <a:pathLst>
                <a:path w="5259070" h="100329">
                  <a:moveTo>
                    <a:pt x="5259070" y="0"/>
                  </a:moveTo>
                  <a:lnTo>
                    <a:pt x="0" y="0"/>
                  </a:lnTo>
                  <a:lnTo>
                    <a:pt x="0" y="100329"/>
                  </a:lnTo>
                  <a:lnTo>
                    <a:pt x="5259070" y="10032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957060" y="7379969"/>
              <a:ext cx="5259070" cy="99060"/>
            </a:xfrm>
            <a:custGeom>
              <a:avLst/>
              <a:gdLst/>
              <a:ahLst/>
              <a:cxnLst/>
              <a:rect l="l" t="t" r="r" b="b"/>
              <a:pathLst>
                <a:path w="5259070" h="99059">
                  <a:moveTo>
                    <a:pt x="525907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5259070" y="9905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957060" y="7479030"/>
              <a:ext cx="5259070" cy="99060"/>
            </a:xfrm>
            <a:custGeom>
              <a:avLst/>
              <a:gdLst/>
              <a:ahLst/>
              <a:cxnLst/>
              <a:rect l="l" t="t" r="r" b="b"/>
              <a:pathLst>
                <a:path w="5259070" h="99059">
                  <a:moveTo>
                    <a:pt x="52590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5259070" y="9906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57060" y="7578089"/>
              <a:ext cx="5259070" cy="100330"/>
            </a:xfrm>
            <a:custGeom>
              <a:avLst/>
              <a:gdLst/>
              <a:ahLst/>
              <a:cxnLst/>
              <a:rect l="l" t="t" r="r" b="b"/>
              <a:pathLst>
                <a:path w="5259070" h="100329">
                  <a:moveTo>
                    <a:pt x="5259070" y="0"/>
                  </a:moveTo>
                  <a:lnTo>
                    <a:pt x="0" y="0"/>
                  </a:lnTo>
                  <a:lnTo>
                    <a:pt x="0" y="100329"/>
                  </a:lnTo>
                  <a:lnTo>
                    <a:pt x="5259070" y="10032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957060" y="7678419"/>
              <a:ext cx="5259070" cy="99060"/>
            </a:xfrm>
            <a:custGeom>
              <a:avLst/>
              <a:gdLst/>
              <a:ahLst/>
              <a:cxnLst/>
              <a:rect l="l" t="t" r="r" b="b"/>
              <a:pathLst>
                <a:path w="5259070" h="99059">
                  <a:moveTo>
                    <a:pt x="525907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5259070" y="9905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957060" y="7777480"/>
              <a:ext cx="5259070" cy="99060"/>
            </a:xfrm>
            <a:custGeom>
              <a:avLst/>
              <a:gdLst/>
              <a:ahLst/>
              <a:cxnLst/>
              <a:rect l="l" t="t" r="r" b="b"/>
              <a:pathLst>
                <a:path w="5259070" h="99059">
                  <a:moveTo>
                    <a:pt x="52590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5259070" y="99060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957060" y="7876539"/>
              <a:ext cx="5259070" cy="100330"/>
            </a:xfrm>
            <a:custGeom>
              <a:avLst/>
              <a:gdLst/>
              <a:ahLst/>
              <a:cxnLst/>
              <a:rect l="l" t="t" r="r" b="b"/>
              <a:pathLst>
                <a:path w="5259070" h="100329">
                  <a:moveTo>
                    <a:pt x="5259070" y="0"/>
                  </a:moveTo>
                  <a:lnTo>
                    <a:pt x="0" y="0"/>
                  </a:lnTo>
                  <a:lnTo>
                    <a:pt x="0" y="100329"/>
                  </a:lnTo>
                  <a:lnTo>
                    <a:pt x="5259070" y="10032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957060" y="7976869"/>
              <a:ext cx="5259070" cy="99060"/>
            </a:xfrm>
            <a:custGeom>
              <a:avLst/>
              <a:gdLst/>
              <a:ahLst/>
              <a:cxnLst/>
              <a:rect l="l" t="t" r="r" b="b"/>
              <a:pathLst>
                <a:path w="5259070" h="99059">
                  <a:moveTo>
                    <a:pt x="525907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5259070" y="99059"/>
                  </a:lnTo>
                  <a:lnTo>
                    <a:pt x="5259070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958330" y="3199129"/>
            <a:ext cx="5257800" cy="48768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marL="416559" marR="468630" indent="-1270" algn="ctr">
              <a:lnSpc>
                <a:spcPct val="99900"/>
              </a:lnSpc>
              <a:spcBef>
                <a:spcPts val="5"/>
              </a:spcBef>
            </a:pPr>
            <a:r>
              <a:rPr sz="3400" dirty="0">
                <a:latin typeface="Century Gothic"/>
                <a:cs typeface="Century Gothic"/>
              </a:rPr>
              <a:t>“The</a:t>
            </a:r>
            <a:r>
              <a:rPr sz="3400" spc="-15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new</a:t>
            </a:r>
            <a:r>
              <a:rPr sz="3400" spc="-10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pixel</a:t>
            </a:r>
            <a:r>
              <a:rPr sz="3400" spc="-10" dirty="0">
                <a:latin typeface="Century Gothic"/>
                <a:cs typeface="Century Gothic"/>
              </a:rPr>
              <a:t> value </a:t>
            </a:r>
            <a:r>
              <a:rPr sz="3400" dirty="0">
                <a:latin typeface="Century Gothic"/>
                <a:cs typeface="Century Gothic"/>
              </a:rPr>
              <a:t>depends</a:t>
            </a:r>
            <a:r>
              <a:rPr sz="3400" spc="-25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on</a:t>
            </a:r>
            <a:r>
              <a:rPr sz="3400" spc="-15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a</a:t>
            </a:r>
            <a:r>
              <a:rPr sz="3400" spc="-15" dirty="0">
                <a:latin typeface="Century Gothic"/>
                <a:cs typeface="Century Gothic"/>
              </a:rPr>
              <a:t> </a:t>
            </a:r>
            <a:r>
              <a:rPr sz="3400" spc="-10" dirty="0">
                <a:latin typeface="Century Gothic"/>
                <a:cs typeface="Century Gothic"/>
              </a:rPr>
              <a:t>linear </a:t>
            </a:r>
            <a:r>
              <a:rPr sz="3400" dirty="0">
                <a:latin typeface="Century Gothic"/>
                <a:cs typeface="Century Gothic"/>
              </a:rPr>
              <a:t>combination</a:t>
            </a:r>
            <a:r>
              <a:rPr sz="3400" spc="-40" dirty="0">
                <a:latin typeface="Century Gothic"/>
                <a:cs typeface="Century Gothic"/>
              </a:rPr>
              <a:t> </a:t>
            </a:r>
            <a:r>
              <a:rPr sz="3400" spc="-25" dirty="0">
                <a:latin typeface="Century Gothic"/>
                <a:cs typeface="Century Gothic"/>
              </a:rPr>
              <a:t>of </a:t>
            </a:r>
            <a:r>
              <a:rPr sz="3400" dirty="0">
                <a:latin typeface="Century Gothic"/>
                <a:cs typeface="Century Gothic"/>
              </a:rPr>
              <a:t>neighbourhood</a:t>
            </a:r>
            <a:r>
              <a:rPr sz="3400" spc="45" dirty="0">
                <a:latin typeface="Century Gothic"/>
                <a:cs typeface="Century Gothic"/>
              </a:rPr>
              <a:t> </a:t>
            </a:r>
            <a:r>
              <a:rPr sz="3400" spc="-10" dirty="0">
                <a:latin typeface="Century Gothic"/>
                <a:cs typeface="Century Gothic"/>
              </a:rPr>
              <a:t>pixel values”</a:t>
            </a:r>
            <a:endParaRPr sz="3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300">
              <a:latin typeface="Century Gothic"/>
              <a:cs typeface="Century Gothic"/>
            </a:endParaRPr>
          </a:p>
          <a:p>
            <a:pPr marL="104139" marR="155575" indent="-1270" algn="ctr">
              <a:lnSpc>
                <a:spcPct val="100000"/>
              </a:lnSpc>
            </a:pPr>
            <a:r>
              <a:rPr sz="3400" dirty="0">
                <a:latin typeface="Century Gothic"/>
                <a:cs typeface="Century Gothic"/>
              </a:rPr>
              <a:t>(The</a:t>
            </a:r>
            <a:r>
              <a:rPr sz="3400" spc="-20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order</a:t>
            </a:r>
            <a:r>
              <a:rPr sz="3400" spc="-25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of</a:t>
            </a:r>
            <a:r>
              <a:rPr sz="3400" spc="-10" dirty="0">
                <a:latin typeface="Century Gothic"/>
                <a:cs typeface="Century Gothic"/>
              </a:rPr>
              <a:t> several </a:t>
            </a:r>
            <a:r>
              <a:rPr sz="3400" dirty="0">
                <a:latin typeface="Century Gothic"/>
                <a:cs typeface="Century Gothic"/>
              </a:rPr>
              <a:t>linear</a:t>
            </a:r>
            <a:r>
              <a:rPr sz="3400" spc="-25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filters</a:t>
            </a:r>
            <a:r>
              <a:rPr sz="3400" spc="-20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in</a:t>
            </a:r>
            <a:r>
              <a:rPr sz="3400" spc="-15" dirty="0">
                <a:latin typeface="Century Gothic"/>
                <a:cs typeface="Century Gothic"/>
              </a:rPr>
              <a:t> </a:t>
            </a:r>
            <a:r>
              <a:rPr sz="3400" spc="-10" dirty="0">
                <a:latin typeface="Century Gothic"/>
                <a:cs typeface="Century Gothic"/>
              </a:rPr>
              <a:t>sequence </a:t>
            </a:r>
            <a:r>
              <a:rPr sz="3400" dirty="0">
                <a:latin typeface="Century Gothic"/>
                <a:cs typeface="Century Gothic"/>
              </a:rPr>
              <a:t>does</a:t>
            </a:r>
            <a:r>
              <a:rPr sz="3400" spc="-20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not</a:t>
            </a:r>
            <a:r>
              <a:rPr sz="3400" spc="-15" dirty="0">
                <a:latin typeface="Century Gothic"/>
                <a:cs typeface="Century Gothic"/>
              </a:rPr>
              <a:t> </a:t>
            </a:r>
            <a:r>
              <a:rPr sz="3400" spc="-10" dirty="0">
                <a:latin typeface="Century Gothic"/>
                <a:cs typeface="Century Gothic"/>
              </a:rPr>
              <a:t>matter)</a:t>
            </a:r>
            <a:endParaRPr sz="3400">
              <a:latin typeface="Century Gothic"/>
              <a:cs typeface="Century Gothic"/>
            </a:endParaRPr>
          </a:p>
        </p:txBody>
      </p:sp>
      <p:pic>
        <p:nvPicPr>
          <p:cNvPr id="53" name="object 5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4830" y="3197860"/>
            <a:ext cx="4889500" cy="4869180"/>
          </a:xfrm>
          <a:prstGeom prst="rect">
            <a:avLst/>
          </a:prstGeom>
        </p:spPr>
      </p:pic>
      <p:sp>
        <p:nvSpPr>
          <p:cNvPr id="54" name="object 54"/>
          <p:cNvSpPr/>
          <p:nvPr/>
        </p:nvSpPr>
        <p:spPr>
          <a:xfrm>
            <a:off x="328929" y="1366519"/>
            <a:ext cx="12344400" cy="3810"/>
          </a:xfrm>
          <a:custGeom>
            <a:avLst/>
            <a:gdLst/>
            <a:ahLst/>
            <a:cxnLst/>
            <a:rect l="l" t="t" r="r" b="b"/>
            <a:pathLst>
              <a:path w="12344400" h="3809">
                <a:moveTo>
                  <a:pt x="0" y="0"/>
                </a:moveTo>
                <a:lnTo>
                  <a:pt x="12344400" y="3809"/>
                </a:lnTo>
              </a:path>
            </a:pathLst>
          </a:custGeom>
          <a:ln w="50676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5" name="object 55"/>
          <p:cNvGrpSpPr/>
          <p:nvPr/>
        </p:nvGrpSpPr>
        <p:grpSpPr>
          <a:xfrm>
            <a:off x="2533650" y="1826260"/>
            <a:ext cx="7706359" cy="637540"/>
            <a:chOff x="2533650" y="1826260"/>
            <a:chExt cx="7706359" cy="637540"/>
          </a:xfrm>
        </p:grpSpPr>
        <p:pic>
          <p:nvPicPr>
            <p:cNvPr id="56" name="object 5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33650" y="1841500"/>
              <a:ext cx="7706359" cy="622300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2537460" y="1826259"/>
              <a:ext cx="7697470" cy="15240"/>
            </a:xfrm>
            <a:custGeom>
              <a:avLst/>
              <a:gdLst/>
              <a:ahLst/>
              <a:cxnLst/>
              <a:rect l="l" t="t" r="r" b="b"/>
              <a:pathLst>
                <a:path w="7697470" h="15239">
                  <a:moveTo>
                    <a:pt x="76974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5240"/>
                  </a:lnTo>
                  <a:lnTo>
                    <a:pt x="7697470" y="15240"/>
                  </a:lnTo>
                  <a:lnTo>
                    <a:pt x="7697470" y="7620"/>
                  </a:lnTo>
                  <a:lnTo>
                    <a:pt x="7697470" y="0"/>
                  </a:lnTo>
                  <a:close/>
                </a:path>
              </a:pathLst>
            </a:custGeom>
            <a:solidFill>
              <a:srgbClr val="D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537460" y="184150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DE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537460" y="184912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DD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537460" y="185674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7697469" y="7619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DC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537460" y="186436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DB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537460" y="187198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DA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537460" y="187960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D9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537460" y="188722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D8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537460" y="189484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7697469" y="7619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D7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537460" y="190246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D6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537460" y="191008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D5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537460" y="1917700"/>
              <a:ext cx="7697470" cy="8890"/>
            </a:xfrm>
            <a:custGeom>
              <a:avLst/>
              <a:gdLst/>
              <a:ahLst/>
              <a:cxnLst/>
              <a:rect l="l" t="t" r="r" b="b"/>
              <a:pathLst>
                <a:path w="7697470" h="8889">
                  <a:moveTo>
                    <a:pt x="76974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7697469" y="889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D4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537460" y="1926590"/>
              <a:ext cx="7697470" cy="6350"/>
            </a:xfrm>
            <a:custGeom>
              <a:avLst/>
              <a:gdLst/>
              <a:ahLst/>
              <a:cxnLst/>
              <a:rect l="l" t="t" r="r" b="b"/>
              <a:pathLst>
                <a:path w="7697470" h="6350">
                  <a:moveTo>
                    <a:pt x="7697469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7697469" y="635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D3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537460" y="193294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7697469" y="7619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D2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537460" y="1940560"/>
              <a:ext cx="7697470" cy="8890"/>
            </a:xfrm>
            <a:custGeom>
              <a:avLst/>
              <a:gdLst/>
              <a:ahLst/>
              <a:cxnLst/>
              <a:rect l="l" t="t" r="r" b="b"/>
              <a:pathLst>
                <a:path w="7697470" h="8889">
                  <a:moveTo>
                    <a:pt x="76974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7697469" y="889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D1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537460" y="194945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D0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537460" y="195707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CF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537460" y="196469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7697469" y="7619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CE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537460" y="197231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CD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537460" y="1979929"/>
              <a:ext cx="7697470" cy="15240"/>
            </a:xfrm>
            <a:custGeom>
              <a:avLst/>
              <a:gdLst/>
              <a:ahLst/>
              <a:cxnLst/>
              <a:rect l="l" t="t" r="r" b="b"/>
              <a:pathLst>
                <a:path w="7697470" h="15239">
                  <a:moveTo>
                    <a:pt x="76974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5240"/>
                  </a:lnTo>
                  <a:lnTo>
                    <a:pt x="7697470" y="15240"/>
                  </a:lnTo>
                  <a:lnTo>
                    <a:pt x="7697470" y="7620"/>
                  </a:lnTo>
                  <a:lnTo>
                    <a:pt x="7697470" y="0"/>
                  </a:lnTo>
                  <a:close/>
                </a:path>
              </a:pathLst>
            </a:custGeom>
            <a:solidFill>
              <a:srgbClr val="CC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537460" y="199517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CA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537460" y="200279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7697469" y="7619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C9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2537460" y="201041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C8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2537460" y="201803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C7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537460" y="202565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C6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2537460" y="203327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C5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2537460" y="204089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7697469" y="7619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C4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2537460" y="204851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C3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2537460" y="205613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C2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2537460" y="206375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C1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2537460" y="207137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C0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2537460" y="207899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7697469" y="7619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BF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2537460" y="208661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BE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2537460" y="209423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BD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2537460" y="210185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BC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2537460" y="210947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BB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2537460" y="2117090"/>
              <a:ext cx="7697470" cy="8890"/>
            </a:xfrm>
            <a:custGeom>
              <a:avLst/>
              <a:gdLst/>
              <a:ahLst/>
              <a:cxnLst/>
              <a:rect l="l" t="t" r="r" b="b"/>
              <a:pathLst>
                <a:path w="7697470" h="8889">
                  <a:moveTo>
                    <a:pt x="7697469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7697469" y="8889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BA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2537460" y="212598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B9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2537460" y="2133600"/>
              <a:ext cx="7697470" cy="6350"/>
            </a:xfrm>
            <a:custGeom>
              <a:avLst/>
              <a:gdLst/>
              <a:ahLst/>
              <a:cxnLst/>
              <a:rect l="l" t="t" r="r" b="b"/>
              <a:pathLst>
                <a:path w="7697470" h="6350">
                  <a:moveTo>
                    <a:pt x="7697469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7697469" y="635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B8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2537460" y="2139950"/>
              <a:ext cx="7697470" cy="8890"/>
            </a:xfrm>
            <a:custGeom>
              <a:avLst/>
              <a:gdLst/>
              <a:ahLst/>
              <a:cxnLst/>
              <a:rect l="l" t="t" r="r" b="b"/>
              <a:pathLst>
                <a:path w="7697470" h="8889">
                  <a:moveTo>
                    <a:pt x="76974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7697469" y="889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B7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2537460" y="214884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7697469" y="7619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B6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2537460" y="215646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B5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2537460" y="216408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B4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2537460" y="217170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B3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2537460" y="217932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B2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2537460" y="218694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7697469" y="7619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B1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2537460" y="219456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B0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2537460" y="220218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AF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2537460" y="220980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AE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2537460" y="221742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AD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2537460" y="222504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7697469" y="7619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AC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2537460" y="223266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AB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2537460" y="224028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AA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2537460" y="224790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A9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2537460" y="225552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A8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2537460" y="226314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7697469" y="7619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A7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2537460" y="227076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A6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2537460" y="227838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A5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2537460" y="2286000"/>
              <a:ext cx="7697470" cy="8890"/>
            </a:xfrm>
            <a:custGeom>
              <a:avLst/>
              <a:gdLst/>
              <a:ahLst/>
              <a:cxnLst/>
              <a:rect l="l" t="t" r="r" b="b"/>
              <a:pathLst>
                <a:path w="7697470" h="8889">
                  <a:moveTo>
                    <a:pt x="76974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7697469" y="889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A4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2537460" y="2294890"/>
              <a:ext cx="7697470" cy="6350"/>
            </a:xfrm>
            <a:custGeom>
              <a:avLst/>
              <a:gdLst/>
              <a:ahLst/>
              <a:cxnLst/>
              <a:rect l="l" t="t" r="r" b="b"/>
              <a:pathLst>
                <a:path w="7697470" h="6350">
                  <a:moveTo>
                    <a:pt x="7697469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7697469" y="635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A3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2537460" y="230124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7697469" y="7619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A2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2537460" y="2308860"/>
              <a:ext cx="7697470" cy="8890"/>
            </a:xfrm>
            <a:custGeom>
              <a:avLst/>
              <a:gdLst/>
              <a:ahLst/>
              <a:cxnLst/>
              <a:rect l="l" t="t" r="r" b="b"/>
              <a:pathLst>
                <a:path w="7697470" h="8889">
                  <a:moveTo>
                    <a:pt x="76974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7697469" y="889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A1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2537460" y="231775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A0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2537460" y="232537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9F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2537460" y="233299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7697469" y="7619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9E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2537460" y="234061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9D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2537460" y="234823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9C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2537460" y="235585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9B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2537460" y="236347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9A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2537460" y="237109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7697469" y="7619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99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2537460" y="237871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99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2537460" y="238633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97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2537460" y="239395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96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2537460" y="240157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95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2537460" y="240919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7697469" y="7619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94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2537460" y="241681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93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2537460" y="242443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92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2537460" y="2432050"/>
              <a:ext cx="7697470" cy="7620"/>
            </a:xfrm>
            <a:custGeom>
              <a:avLst/>
              <a:gdLst/>
              <a:ahLst/>
              <a:cxnLst/>
              <a:rect l="l" t="t" r="r" b="b"/>
              <a:pathLst>
                <a:path w="7697470" h="7619">
                  <a:moveTo>
                    <a:pt x="76974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97469" y="7620"/>
                  </a:lnTo>
                  <a:lnTo>
                    <a:pt x="7697469" y="0"/>
                  </a:lnTo>
                  <a:close/>
                </a:path>
              </a:pathLst>
            </a:custGeom>
            <a:solidFill>
              <a:srgbClr val="91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5" name="object 135"/>
          <p:cNvSpPr txBox="1"/>
          <p:nvPr/>
        </p:nvSpPr>
        <p:spPr>
          <a:xfrm>
            <a:off x="2538729" y="1827529"/>
            <a:ext cx="7696200" cy="610870"/>
          </a:xfrm>
          <a:prstGeom prst="rect">
            <a:avLst/>
          </a:prstGeom>
          <a:ln w="9344">
            <a:solidFill>
              <a:srgbClr val="00CC97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729615">
              <a:lnSpc>
                <a:spcPct val="100000"/>
              </a:lnSpc>
              <a:spcBef>
                <a:spcPts val="360"/>
              </a:spcBef>
            </a:pPr>
            <a:r>
              <a:rPr sz="3400" dirty="0">
                <a:latin typeface="Century Gothic"/>
                <a:cs typeface="Century Gothic"/>
              </a:rPr>
              <a:t>The</a:t>
            </a:r>
            <a:r>
              <a:rPr sz="3400" spc="-25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mean</a:t>
            </a:r>
            <a:r>
              <a:rPr sz="3400" spc="-20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filter</a:t>
            </a:r>
            <a:r>
              <a:rPr sz="3400" spc="-15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is</a:t>
            </a:r>
            <a:r>
              <a:rPr sz="3400" spc="-15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a</a:t>
            </a:r>
            <a:r>
              <a:rPr sz="3400" spc="-20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linear</a:t>
            </a:r>
            <a:r>
              <a:rPr sz="3400" spc="-15" dirty="0">
                <a:latin typeface="Century Gothic"/>
                <a:cs typeface="Century Gothic"/>
              </a:rPr>
              <a:t> </a:t>
            </a:r>
            <a:r>
              <a:rPr sz="3400" spc="-10" dirty="0">
                <a:latin typeface="Century Gothic"/>
                <a:cs typeface="Century Gothic"/>
              </a:rPr>
              <a:t>filter!</a:t>
            </a:r>
            <a:endParaRPr sz="3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890" y="64769"/>
            <a:ext cx="11971019" cy="830997"/>
          </a:xfrm>
        </p:spPr>
        <p:txBody>
          <a:bodyPr/>
          <a:lstStyle/>
          <a:p>
            <a:endParaRPr lang="en-US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01"/>
          <a:stretch/>
        </p:blipFill>
        <p:spPr bwMode="auto">
          <a:xfrm>
            <a:off x="625399" y="396465"/>
            <a:ext cx="11919272" cy="8025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97967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19913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The mean </a:t>
            </a:r>
            <a:r>
              <a:rPr sz="6000" spc="-10" dirty="0"/>
              <a:t>filter</a:t>
            </a:r>
            <a:endParaRPr sz="6000"/>
          </a:p>
        </p:txBody>
      </p:sp>
      <p:grpSp>
        <p:nvGrpSpPr>
          <p:cNvPr id="3" name="object 3"/>
          <p:cNvGrpSpPr/>
          <p:nvPr/>
        </p:nvGrpSpPr>
        <p:grpSpPr>
          <a:xfrm>
            <a:off x="6572250" y="3655059"/>
            <a:ext cx="6106160" cy="5435600"/>
            <a:chOff x="6572250" y="3655059"/>
            <a:chExt cx="6106160" cy="5435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72250" y="3670299"/>
              <a:ext cx="6106159" cy="54203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576047" y="3655059"/>
              <a:ext cx="6097905" cy="142240"/>
            </a:xfrm>
            <a:custGeom>
              <a:avLst/>
              <a:gdLst/>
              <a:ahLst/>
              <a:cxnLst/>
              <a:rect l="l" t="t" r="r" b="b"/>
              <a:pathLst>
                <a:path w="6097905" h="142239">
                  <a:moveTo>
                    <a:pt x="6097282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0" y="142240"/>
                  </a:lnTo>
                  <a:lnTo>
                    <a:pt x="6097282" y="142240"/>
                  </a:lnTo>
                  <a:lnTo>
                    <a:pt x="6097282" y="71120"/>
                  </a:lnTo>
                  <a:lnTo>
                    <a:pt x="6097282" y="0"/>
                  </a:lnTo>
                  <a:close/>
                </a:path>
              </a:pathLst>
            </a:custGeom>
            <a:solidFill>
              <a:srgbClr val="E0E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76060" y="379729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6097270" y="71120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DF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76060" y="3868419"/>
              <a:ext cx="6097270" cy="72390"/>
            </a:xfrm>
            <a:custGeom>
              <a:avLst/>
              <a:gdLst/>
              <a:ahLst/>
              <a:cxnLst/>
              <a:rect l="l" t="t" r="r" b="b"/>
              <a:pathLst>
                <a:path w="6097270" h="72389">
                  <a:moveTo>
                    <a:pt x="6097270" y="0"/>
                  </a:moveTo>
                  <a:lnTo>
                    <a:pt x="0" y="0"/>
                  </a:lnTo>
                  <a:lnTo>
                    <a:pt x="0" y="72389"/>
                  </a:lnTo>
                  <a:lnTo>
                    <a:pt x="6097270" y="72389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DED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576060" y="394080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6097270" y="71119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DDD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76060" y="4011929"/>
              <a:ext cx="6097270" cy="69850"/>
            </a:xfrm>
            <a:custGeom>
              <a:avLst/>
              <a:gdLst/>
              <a:ahLst/>
              <a:cxnLst/>
              <a:rect l="l" t="t" r="r" b="b"/>
              <a:pathLst>
                <a:path w="6097270" h="69850">
                  <a:moveTo>
                    <a:pt x="6097270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6097270" y="69850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DCD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576060" y="4081779"/>
              <a:ext cx="6097270" cy="72390"/>
            </a:xfrm>
            <a:custGeom>
              <a:avLst/>
              <a:gdLst/>
              <a:ahLst/>
              <a:cxnLst/>
              <a:rect l="l" t="t" r="r" b="b"/>
              <a:pathLst>
                <a:path w="6097270" h="72389">
                  <a:moveTo>
                    <a:pt x="6097270" y="0"/>
                  </a:moveTo>
                  <a:lnTo>
                    <a:pt x="0" y="0"/>
                  </a:lnTo>
                  <a:lnTo>
                    <a:pt x="0" y="72390"/>
                  </a:lnTo>
                  <a:lnTo>
                    <a:pt x="6097270" y="72390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DBD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576060" y="415416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6097270" y="71119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DAD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576060" y="422528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6097270" y="71120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D9D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576060" y="429640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6097270" y="71119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D8D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576060" y="436752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6097270" y="71120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D7D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576060" y="443864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6097270" y="71120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D6D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576060" y="450976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6097270" y="71119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76060" y="458088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6097270" y="71120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D4D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576060" y="465200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6097270" y="71119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D3D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576060" y="472312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6097270" y="71120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D2D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576060" y="479424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6097270" y="71120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D1D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576060" y="486536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6097270" y="71119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D0D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576060" y="4936489"/>
              <a:ext cx="6097270" cy="72390"/>
            </a:xfrm>
            <a:custGeom>
              <a:avLst/>
              <a:gdLst/>
              <a:ahLst/>
              <a:cxnLst/>
              <a:rect l="l" t="t" r="r" b="b"/>
              <a:pathLst>
                <a:path w="6097270" h="72389">
                  <a:moveTo>
                    <a:pt x="6097270" y="0"/>
                  </a:moveTo>
                  <a:lnTo>
                    <a:pt x="0" y="0"/>
                  </a:lnTo>
                  <a:lnTo>
                    <a:pt x="0" y="72389"/>
                  </a:lnTo>
                  <a:lnTo>
                    <a:pt x="6097270" y="72389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CFC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576060" y="500887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6097270" y="71120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CEC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576060" y="507999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6097270" y="71120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CDC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576047" y="5151119"/>
              <a:ext cx="6097905" cy="142240"/>
            </a:xfrm>
            <a:custGeom>
              <a:avLst/>
              <a:gdLst/>
              <a:ahLst/>
              <a:cxnLst/>
              <a:rect l="l" t="t" r="r" b="b"/>
              <a:pathLst>
                <a:path w="6097905" h="142239">
                  <a:moveTo>
                    <a:pt x="6097282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0" y="142240"/>
                  </a:lnTo>
                  <a:lnTo>
                    <a:pt x="6097282" y="142240"/>
                  </a:lnTo>
                  <a:lnTo>
                    <a:pt x="6097282" y="71120"/>
                  </a:lnTo>
                  <a:lnTo>
                    <a:pt x="6097282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576060" y="529335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6097270" y="71119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CAC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576060" y="536447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6097270" y="71120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C9C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576060" y="543559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6097270" y="71120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C8C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576060" y="550671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6097270" y="71119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C7C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576060" y="557783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6097270" y="71120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C6C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576060" y="564895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6097270" y="71119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C5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576060" y="572007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6097270" y="71120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C4C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576060" y="579119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6097270" y="71120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C3C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576060" y="586231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6097270" y="71119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C2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576060" y="593343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6097270" y="71120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C1C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576060" y="6004559"/>
              <a:ext cx="6097270" cy="72390"/>
            </a:xfrm>
            <a:custGeom>
              <a:avLst/>
              <a:gdLst/>
              <a:ahLst/>
              <a:cxnLst/>
              <a:rect l="l" t="t" r="r" b="b"/>
              <a:pathLst>
                <a:path w="6097270" h="72389">
                  <a:moveTo>
                    <a:pt x="6097270" y="0"/>
                  </a:moveTo>
                  <a:lnTo>
                    <a:pt x="0" y="0"/>
                  </a:lnTo>
                  <a:lnTo>
                    <a:pt x="0" y="72389"/>
                  </a:lnTo>
                  <a:lnTo>
                    <a:pt x="6097270" y="72389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C0C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576060" y="607694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6097270" y="71120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576060" y="614806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6097270" y="71119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BEB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576060" y="621918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6097270" y="71120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BDB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576060" y="629030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6097270" y="71119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BCB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576060" y="636142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6097270" y="71120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BBB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576060" y="643254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6097270" y="71119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BAB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576060" y="650366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6097270" y="71119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B9B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576060" y="657478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6097270" y="71119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B8B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576060" y="664590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6097270" y="71120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B7B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576060" y="671702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6097270" y="71120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B6B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576060" y="678814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6097270" y="71119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B5B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576060" y="685926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6097270" y="71119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B4B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576060" y="693038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6097270" y="71119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B3B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576060" y="7001509"/>
              <a:ext cx="6097270" cy="72390"/>
            </a:xfrm>
            <a:custGeom>
              <a:avLst/>
              <a:gdLst/>
              <a:ahLst/>
              <a:cxnLst/>
              <a:rect l="l" t="t" r="r" b="b"/>
              <a:pathLst>
                <a:path w="6097270" h="72390">
                  <a:moveTo>
                    <a:pt x="6097270" y="0"/>
                  </a:moveTo>
                  <a:lnTo>
                    <a:pt x="0" y="0"/>
                  </a:lnTo>
                  <a:lnTo>
                    <a:pt x="0" y="72390"/>
                  </a:lnTo>
                  <a:lnTo>
                    <a:pt x="6097270" y="72390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B2B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576060" y="7073900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6097270" y="71119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B1B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576060" y="714501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6097270" y="71119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B0B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576060" y="721613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6097270" y="71119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AFA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576060" y="728725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6097270" y="71120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AEA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576060" y="735837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6097270" y="71120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ADA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576060" y="7429500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6097270" y="71119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ACA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576060" y="750061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6097270" y="71119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ABA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576060" y="757173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6097270" y="71119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AAA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576060" y="764285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6097270" y="71120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A9A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576060" y="771397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6097270" y="71120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A8A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576060" y="7785100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6097270" y="71119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A7A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576060" y="785621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6097270" y="71119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A6A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576060" y="792733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6097270" y="71119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A5A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576060" y="799845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6097270" y="71120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A4A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576060" y="8069579"/>
              <a:ext cx="6097270" cy="72390"/>
            </a:xfrm>
            <a:custGeom>
              <a:avLst/>
              <a:gdLst/>
              <a:ahLst/>
              <a:cxnLst/>
              <a:rect l="l" t="t" r="r" b="b"/>
              <a:pathLst>
                <a:path w="6097270" h="72390">
                  <a:moveTo>
                    <a:pt x="6097270" y="0"/>
                  </a:moveTo>
                  <a:lnTo>
                    <a:pt x="0" y="0"/>
                  </a:lnTo>
                  <a:lnTo>
                    <a:pt x="0" y="72390"/>
                  </a:lnTo>
                  <a:lnTo>
                    <a:pt x="6097270" y="72390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A3A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576060" y="814196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6097270" y="71119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A2A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576060" y="821308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6097270" y="71119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A1A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576060" y="828420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6097270" y="71120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A0A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576060" y="835532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6097270" y="71120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9F9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576060" y="8426450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6097270" y="71119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9E9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576060" y="849756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6097270" y="71119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9D9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576060" y="856868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6097270" y="71119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9C9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576060" y="863980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6097270" y="71120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9B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576060" y="871092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6097270" y="71120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9A9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576047" y="8782049"/>
              <a:ext cx="6097905" cy="142240"/>
            </a:xfrm>
            <a:custGeom>
              <a:avLst/>
              <a:gdLst/>
              <a:ahLst/>
              <a:cxnLst/>
              <a:rect l="l" t="t" r="r" b="b"/>
              <a:pathLst>
                <a:path w="6097905" h="142240">
                  <a:moveTo>
                    <a:pt x="6097282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0" y="142240"/>
                  </a:lnTo>
                  <a:lnTo>
                    <a:pt x="6097282" y="142240"/>
                  </a:lnTo>
                  <a:lnTo>
                    <a:pt x="6097282" y="71120"/>
                  </a:lnTo>
                  <a:lnTo>
                    <a:pt x="6097282" y="0"/>
                  </a:lnTo>
                  <a:close/>
                </a:path>
              </a:pathLst>
            </a:custGeom>
            <a:solidFill>
              <a:srgbClr val="99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576060" y="892428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19"/>
                  </a:lnTo>
                  <a:lnTo>
                    <a:pt x="6097270" y="71119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979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6576060" y="8995409"/>
              <a:ext cx="6097270" cy="71120"/>
            </a:xfrm>
            <a:custGeom>
              <a:avLst/>
              <a:gdLst/>
              <a:ahLst/>
              <a:cxnLst/>
              <a:rect l="l" t="t" r="r" b="b"/>
              <a:pathLst>
                <a:path w="6097270" h="71120">
                  <a:moveTo>
                    <a:pt x="6097270" y="0"/>
                  </a:moveTo>
                  <a:lnTo>
                    <a:pt x="0" y="0"/>
                  </a:lnTo>
                  <a:lnTo>
                    <a:pt x="0" y="71120"/>
                  </a:lnTo>
                  <a:lnTo>
                    <a:pt x="6097270" y="71120"/>
                  </a:lnTo>
                  <a:lnTo>
                    <a:pt x="6097270" y="0"/>
                  </a:lnTo>
                  <a:close/>
                </a:path>
              </a:pathLst>
            </a:custGeom>
            <a:solidFill>
              <a:srgbClr val="96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6577330" y="3656329"/>
            <a:ext cx="6096000" cy="5410200"/>
          </a:xfrm>
          <a:prstGeom prst="rect">
            <a:avLst/>
          </a:prstGeom>
          <a:ln w="9344">
            <a:solidFill>
              <a:srgbClr val="2D2DC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758825" indent="445134">
              <a:lnSpc>
                <a:spcPct val="119900"/>
              </a:lnSpc>
              <a:buFont typeface="Century Gothic"/>
              <a:buChar char="-"/>
              <a:tabLst>
                <a:tab pos="445134" algn="l"/>
              </a:tabLst>
            </a:pPr>
            <a:r>
              <a:rPr sz="3600" dirty="0">
                <a:latin typeface="Century Gothic"/>
                <a:cs typeface="Century Gothic"/>
              </a:rPr>
              <a:t>blurs</a:t>
            </a:r>
            <a:r>
              <a:rPr sz="3600" spc="-1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images</a:t>
            </a:r>
            <a:r>
              <a:rPr sz="3600" spc="-1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-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spc="-10" dirty="0">
                <a:latin typeface="Century Gothic"/>
                <a:cs typeface="Century Gothic"/>
              </a:rPr>
              <a:t>small </a:t>
            </a:r>
            <a:r>
              <a:rPr sz="3600" dirty="0">
                <a:latin typeface="Century Gothic"/>
                <a:cs typeface="Century Gothic"/>
              </a:rPr>
              <a:t>details</a:t>
            </a:r>
            <a:r>
              <a:rPr sz="3600" spc="-3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are</a:t>
            </a:r>
            <a:r>
              <a:rPr sz="3600" spc="-2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lost</a:t>
            </a:r>
            <a:r>
              <a:rPr sz="3600" spc="-2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(low</a:t>
            </a:r>
            <a:r>
              <a:rPr sz="3600" spc="-20" dirty="0">
                <a:latin typeface="Century Gothic"/>
                <a:cs typeface="Century Gothic"/>
              </a:rPr>
              <a:t> pass </a:t>
            </a:r>
            <a:r>
              <a:rPr sz="3600" spc="-10" dirty="0">
                <a:latin typeface="Century Gothic"/>
                <a:cs typeface="Century Gothic"/>
              </a:rPr>
              <a:t>filter)</a:t>
            </a:r>
            <a:endParaRPr sz="3600">
              <a:latin typeface="Century Gothic"/>
              <a:cs typeface="Century Gothic"/>
            </a:endParaRPr>
          </a:p>
          <a:p>
            <a:pPr marR="2009775" indent="445134">
              <a:lnSpc>
                <a:spcPct val="120100"/>
              </a:lnSpc>
              <a:spcBef>
                <a:spcPts val="2990"/>
              </a:spcBef>
              <a:buFont typeface="Century Gothic"/>
              <a:buChar char="-"/>
              <a:tabLst>
                <a:tab pos="445134" algn="l"/>
              </a:tabLst>
            </a:pPr>
            <a:r>
              <a:rPr sz="3600" dirty="0">
                <a:latin typeface="Century Gothic"/>
                <a:cs typeface="Century Gothic"/>
              </a:rPr>
              <a:t>smoothes</a:t>
            </a:r>
            <a:r>
              <a:rPr sz="3600" spc="-15" dirty="0">
                <a:latin typeface="Century Gothic"/>
                <a:cs typeface="Century Gothic"/>
              </a:rPr>
              <a:t> </a:t>
            </a:r>
            <a:r>
              <a:rPr sz="3600" spc="-10" dirty="0">
                <a:latin typeface="Century Gothic"/>
                <a:cs typeface="Century Gothic"/>
              </a:rPr>
              <a:t>edges dramatically</a:t>
            </a:r>
            <a:endParaRPr sz="3600">
              <a:latin typeface="Century Gothic"/>
              <a:cs typeface="Century Gothic"/>
            </a:endParaRPr>
          </a:p>
          <a:p>
            <a:pPr marR="991235" indent="445134">
              <a:lnSpc>
                <a:spcPct val="119900"/>
              </a:lnSpc>
              <a:spcBef>
                <a:spcPts val="3000"/>
              </a:spcBef>
              <a:buFont typeface="Century Gothic"/>
              <a:buChar char="-"/>
              <a:tabLst>
                <a:tab pos="445134" algn="l"/>
              </a:tabLst>
            </a:pPr>
            <a:r>
              <a:rPr sz="3600" dirty="0">
                <a:latin typeface="Century Gothic"/>
                <a:cs typeface="Century Gothic"/>
              </a:rPr>
              <a:t>fails</a:t>
            </a:r>
            <a:r>
              <a:rPr sz="3600" spc="-1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for</a:t>
            </a:r>
            <a:r>
              <a:rPr sz="3600" spc="-1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salt</a:t>
            </a:r>
            <a:r>
              <a:rPr sz="3600" spc="-1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&amp;</a:t>
            </a:r>
            <a:r>
              <a:rPr sz="3600" spc="-10" dirty="0">
                <a:latin typeface="Century Gothic"/>
                <a:cs typeface="Century Gothic"/>
              </a:rPr>
              <a:t> pepper noise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328929" y="1366519"/>
            <a:ext cx="12344400" cy="3810"/>
          </a:xfrm>
          <a:custGeom>
            <a:avLst/>
            <a:gdLst/>
            <a:ahLst/>
            <a:cxnLst/>
            <a:rect l="l" t="t" r="r" b="b"/>
            <a:pathLst>
              <a:path w="12344400" h="3809">
                <a:moveTo>
                  <a:pt x="0" y="0"/>
                </a:moveTo>
                <a:lnTo>
                  <a:pt x="12344400" y="3809"/>
                </a:lnTo>
              </a:path>
            </a:pathLst>
          </a:custGeom>
          <a:ln w="50676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0" name="object 80"/>
          <p:cNvGrpSpPr/>
          <p:nvPr/>
        </p:nvGrpSpPr>
        <p:grpSpPr>
          <a:xfrm>
            <a:off x="323850" y="1597660"/>
            <a:ext cx="12354560" cy="1779270"/>
            <a:chOff x="323850" y="1597660"/>
            <a:chExt cx="12354560" cy="1779270"/>
          </a:xfrm>
        </p:grpSpPr>
        <p:pic>
          <p:nvPicPr>
            <p:cNvPr id="81" name="object 8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50" y="1612900"/>
              <a:ext cx="12354560" cy="1763622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327660" y="1597659"/>
              <a:ext cx="12345670" cy="71120"/>
            </a:xfrm>
            <a:custGeom>
              <a:avLst/>
              <a:gdLst/>
              <a:ahLst/>
              <a:cxnLst/>
              <a:rect l="l" t="t" r="r" b="b"/>
              <a:pathLst>
                <a:path w="12345670" h="71119">
                  <a:moveTo>
                    <a:pt x="12345670" y="0"/>
                  </a:moveTo>
                  <a:lnTo>
                    <a:pt x="0" y="0"/>
                  </a:lnTo>
                  <a:lnTo>
                    <a:pt x="0" y="35560"/>
                  </a:lnTo>
                  <a:lnTo>
                    <a:pt x="0" y="71120"/>
                  </a:lnTo>
                  <a:lnTo>
                    <a:pt x="12345670" y="71120"/>
                  </a:lnTo>
                  <a:lnTo>
                    <a:pt x="12345670" y="3556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27660" y="1668780"/>
              <a:ext cx="12345670" cy="36830"/>
            </a:xfrm>
            <a:custGeom>
              <a:avLst/>
              <a:gdLst/>
              <a:ahLst/>
              <a:cxnLst/>
              <a:rect l="l" t="t" r="r" b="b"/>
              <a:pathLst>
                <a:path w="12345670" h="36830">
                  <a:moveTo>
                    <a:pt x="12345670" y="0"/>
                  </a:moveTo>
                  <a:lnTo>
                    <a:pt x="0" y="0"/>
                  </a:lnTo>
                  <a:lnTo>
                    <a:pt x="0" y="36829"/>
                  </a:lnTo>
                  <a:lnTo>
                    <a:pt x="12345670" y="3682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27660" y="1705610"/>
              <a:ext cx="12345670" cy="35560"/>
            </a:xfrm>
            <a:custGeom>
              <a:avLst/>
              <a:gdLst/>
              <a:ahLst/>
              <a:cxnLst/>
              <a:rect l="l" t="t" r="r" b="b"/>
              <a:pathLst>
                <a:path w="12345670" h="35560">
                  <a:moveTo>
                    <a:pt x="12345670" y="0"/>
                  </a:moveTo>
                  <a:lnTo>
                    <a:pt x="0" y="0"/>
                  </a:lnTo>
                  <a:lnTo>
                    <a:pt x="0" y="35560"/>
                  </a:lnTo>
                  <a:lnTo>
                    <a:pt x="12345670" y="3556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27660" y="1741170"/>
              <a:ext cx="12345670" cy="35560"/>
            </a:xfrm>
            <a:custGeom>
              <a:avLst/>
              <a:gdLst/>
              <a:ahLst/>
              <a:cxnLst/>
              <a:rect l="l" t="t" r="r" b="b"/>
              <a:pathLst>
                <a:path w="12345670" h="35560">
                  <a:moveTo>
                    <a:pt x="12345670" y="0"/>
                  </a:moveTo>
                  <a:lnTo>
                    <a:pt x="0" y="0"/>
                  </a:lnTo>
                  <a:lnTo>
                    <a:pt x="0" y="35559"/>
                  </a:lnTo>
                  <a:lnTo>
                    <a:pt x="12345670" y="3555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27660" y="1776730"/>
              <a:ext cx="12345670" cy="35560"/>
            </a:xfrm>
            <a:custGeom>
              <a:avLst/>
              <a:gdLst/>
              <a:ahLst/>
              <a:cxnLst/>
              <a:rect l="l" t="t" r="r" b="b"/>
              <a:pathLst>
                <a:path w="12345670" h="35560">
                  <a:moveTo>
                    <a:pt x="12345670" y="0"/>
                  </a:moveTo>
                  <a:lnTo>
                    <a:pt x="0" y="0"/>
                  </a:lnTo>
                  <a:lnTo>
                    <a:pt x="0" y="35560"/>
                  </a:lnTo>
                  <a:lnTo>
                    <a:pt x="12345670" y="3556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27660" y="1812290"/>
              <a:ext cx="12345670" cy="36830"/>
            </a:xfrm>
            <a:custGeom>
              <a:avLst/>
              <a:gdLst/>
              <a:ahLst/>
              <a:cxnLst/>
              <a:rect l="l" t="t" r="r" b="b"/>
              <a:pathLst>
                <a:path w="12345670" h="36830">
                  <a:moveTo>
                    <a:pt x="12345670" y="0"/>
                  </a:moveTo>
                  <a:lnTo>
                    <a:pt x="0" y="0"/>
                  </a:lnTo>
                  <a:lnTo>
                    <a:pt x="0" y="36829"/>
                  </a:lnTo>
                  <a:lnTo>
                    <a:pt x="12345670" y="3682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27660" y="1849120"/>
              <a:ext cx="12345670" cy="35560"/>
            </a:xfrm>
            <a:custGeom>
              <a:avLst/>
              <a:gdLst/>
              <a:ahLst/>
              <a:cxnLst/>
              <a:rect l="l" t="t" r="r" b="b"/>
              <a:pathLst>
                <a:path w="12345670" h="35560">
                  <a:moveTo>
                    <a:pt x="12345670" y="0"/>
                  </a:moveTo>
                  <a:lnTo>
                    <a:pt x="0" y="0"/>
                  </a:lnTo>
                  <a:lnTo>
                    <a:pt x="0" y="35559"/>
                  </a:lnTo>
                  <a:lnTo>
                    <a:pt x="12345670" y="3555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27660" y="1884680"/>
              <a:ext cx="12345670" cy="35560"/>
            </a:xfrm>
            <a:custGeom>
              <a:avLst/>
              <a:gdLst/>
              <a:ahLst/>
              <a:cxnLst/>
              <a:rect l="l" t="t" r="r" b="b"/>
              <a:pathLst>
                <a:path w="12345670" h="35560">
                  <a:moveTo>
                    <a:pt x="12345670" y="0"/>
                  </a:moveTo>
                  <a:lnTo>
                    <a:pt x="0" y="0"/>
                  </a:lnTo>
                  <a:lnTo>
                    <a:pt x="0" y="35560"/>
                  </a:lnTo>
                  <a:lnTo>
                    <a:pt x="12345670" y="3556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27660" y="1920240"/>
              <a:ext cx="12345670" cy="35560"/>
            </a:xfrm>
            <a:custGeom>
              <a:avLst/>
              <a:gdLst/>
              <a:ahLst/>
              <a:cxnLst/>
              <a:rect l="l" t="t" r="r" b="b"/>
              <a:pathLst>
                <a:path w="12345670" h="35560">
                  <a:moveTo>
                    <a:pt x="12345670" y="0"/>
                  </a:moveTo>
                  <a:lnTo>
                    <a:pt x="0" y="0"/>
                  </a:lnTo>
                  <a:lnTo>
                    <a:pt x="0" y="35559"/>
                  </a:lnTo>
                  <a:lnTo>
                    <a:pt x="12345670" y="3555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327660" y="1955800"/>
              <a:ext cx="12345670" cy="35560"/>
            </a:xfrm>
            <a:custGeom>
              <a:avLst/>
              <a:gdLst/>
              <a:ahLst/>
              <a:cxnLst/>
              <a:rect l="l" t="t" r="r" b="b"/>
              <a:pathLst>
                <a:path w="12345670" h="35560">
                  <a:moveTo>
                    <a:pt x="12345670" y="0"/>
                  </a:moveTo>
                  <a:lnTo>
                    <a:pt x="0" y="0"/>
                  </a:lnTo>
                  <a:lnTo>
                    <a:pt x="0" y="35559"/>
                  </a:lnTo>
                  <a:lnTo>
                    <a:pt x="12345670" y="3555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327660" y="1991360"/>
              <a:ext cx="12345670" cy="35560"/>
            </a:xfrm>
            <a:custGeom>
              <a:avLst/>
              <a:gdLst/>
              <a:ahLst/>
              <a:cxnLst/>
              <a:rect l="l" t="t" r="r" b="b"/>
              <a:pathLst>
                <a:path w="12345670" h="35560">
                  <a:moveTo>
                    <a:pt x="12345670" y="0"/>
                  </a:moveTo>
                  <a:lnTo>
                    <a:pt x="0" y="0"/>
                  </a:lnTo>
                  <a:lnTo>
                    <a:pt x="0" y="35560"/>
                  </a:lnTo>
                  <a:lnTo>
                    <a:pt x="12345670" y="3556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327660" y="2026920"/>
              <a:ext cx="12345670" cy="36830"/>
            </a:xfrm>
            <a:custGeom>
              <a:avLst/>
              <a:gdLst/>
              <a:ahLst/>
              <a:cxnLst/>
              <a:rect l="l" t="t" r="r" b="b"/>
              <a:pathLst>
                <a:path w="12345670" h="36830">
                  <a:moveTo>
                    <a:pt x="12345670" y="0"/>
                  </a:moveTo>
                  <a:lnTo>
                    <a:pt x="0" y="0"/>
                  </a:lnTo>
                  <a:lnTo>
                    <a:pt x="0" y="36829"/>
                  </a:lnTo>
                  <a:lnTo>
                    <a:pt x="12345670" y="3682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327660" y="2063750"/>
              <a:ext cx="12345670" cy="35560"/>
            </a:xfrm>
            <a:custGeom>
              <a:avLst/>
              <a:gdLst/>
              <a:ahLst/>
              <a:cxnLst/>
              <a:rect l="l" t="t" r="r" b="b"/>
              <a:pathLst>
                <a:path w="12345670" h="35560">
                  <a:moveTo>
                    <a:pt x="12345670" y="0"/>
                  </a:moveTo>
                  <a:lnTo>
                    <a:pt x="0" y="0"/>
                  </a:lnTo>
                  <a:lnTo>
                    <a:pt x="0" y="35559"/>
                  </a:lnTo>
                  <a:lnTo>
                    <a:pt x="12345670" y="3555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327660" y="2099310"/>
              <a:ext cx="12345670" cy="35560"/>
            </a:xfrm>
            <a:custGeom>
              <a:avLst/>
              <a:gdLst/>
              <a:ahLst/>
              <a:cxnLst/>
              <a:rect l="l" t="t" r="r" b="b"/>
              <a:pathLst>
                <a:path w="12345670" h="35560">
                  <a:moveTo>
                    <a:pt x="12345670" y="0"/>
                  </a:moveTo>
                  <a:lnTo>
                    <a:pt x="0" y="0"/>
                  </a:lnTo>
                  <a:lnTo>
                    <a:pt x="0" y="35560"/>
                  </a:lnTo>
                  <a:lnTo>
                    <a:pt x="12345670" y="3556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327660" y="2134870"/>
              <a:ext cx="12345670" cy="35560"/>
            </a:xfrm>
            <a:custGeom>
              <a:avLst/>
              <a:gdLst/>
              <a:ahLst/>
              <a:cxnLst/>
              <a:rect l="l" t="t" r="r" b="b"/>
              <a:pathLst>
                <a:path w="12345670" h="35560">
                  <a:moveTo>
                    <a:pt x="12345670" y="0"/>
                  </a:moveTo>
                  <a:lnTo>
                    <a:pt x="0" y="0"/>
                  </a:lnTo>
                  <a:lnTo>
                    <a:pt x="0" y="35559"/>
                  </a:lnTo>
                  <a:lnTo>
                    <a:pt x="12345670" y="3555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327660" y="2170430"/>
              <a:ext cx="12345670" cy="35560"/>
            </a:xfrm>
            <a:custGeom>
              <a:avLst/>
              <a:gdLst/>
              <a:ahLst/>
              <a:cxnLst/>
              <a:rect l="l" t="t" r="r" b="b"/>
              <a:pathLst>
                <a:path w="12345670" h="35560">
                  <a:moveTo>
                    <a:pt x="12345670" y="0"/>
                  </a:moveTo>
                  <a:lnTo>
                    <a:pt x="0" y="0"/>
                  </a:lnTo>
                  <a:lnTo>
                    <a:pt x="0" y="35560"/>
                  </a:lnTo>
                  <a:lnTo>
                    <a:pt x="12345670" y="3556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327660" y="2205990"/>
              <a:ext cx="12345670" cy="36830"/>
            </a:xfrm>
            <a:custGeom>
              <a:avLst/>
              <a:gdLst/>
              <a:ahLst/>
              <a:cxnLst/>
              <a:rect l="l" t="t" r="r" b="b"/>
              <a:pathLst>
                <a:path w="12345670" h="36830">
                  <a:moveTo>
                    <a:pt x="12345670" y="0"/>
                  </a:moveTo>
                  <a:lnTo>
                    <a:pt x="0" y="0"/>
                  </a:lnTo>
                  <a:lnTo>
                    <a:pt x="0" y="36829"/>
                  </a:lnTo>
                  <a:lnTo>
                    <a:pt x="12345670" y="3682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327660" y="2242820"/>
              <a:ext cx="12345670" cy="35560"/>
            </a:xfrm>
            <a:custGeom>
              <a:avLst/>
              <a:gdLst/>
              <a:ahLst/>
              <a:cxnLst/>
              <a:rect l="l" t="t" r="r" b="b"/>
              <a:pathLst>
                <a:path w="12345670" h="35560">
                  <a:moveTo>
                    <a:pt x="12345670" y="0"/>
                  </a:moveTo>
                  <a:lnTo>
                    <a:pt x="0" y="0"/>
                  </a:lnTo>
                  <a:lnTo>
                    <a:pt x="0" y="35559"/>
                  </a:lnTo>
                  <a:lnTo>
                    <a:pt x="12345670" y="3555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327660" y="2278380"/>
              <a:ext cx="12345670" cy="35560"/>
            </a:xfrm>
            <a:custGeom>
              <a:avLst/>
              <a:gdLst/>
              <a:ahLst/>
              <a:cxnLst/>
              <a:rect l="l" t="t" r="r" b="b"/>
              <a:pathLst>
                <a:path w="12345670" h="35560">
                  <a:moveTo>
                    <a:pt x="12345670" y="0"/>
                  </a:moveTo>
                  <a:lnTo>
                    <a:pt x="0" y="0"/>
                  </a:lnTo>
                  <a:lnTo>
                    <a:pt x="0" y="35560"/>
                  </a:lnTo>
                  <a:lnTo>
                    <a:pt x="12345670" y="3556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327660" y="2313940"/>
              <a:ext cx="12345670" cy="35560"/>
            </a:xfrm>
            <a:custGeom>
              <a:avLst/>
              <a:gdLst/>
              <a:ahLst/>
              <a:cxnLst/>
              <a:rect l="l" t="t" r="r" b="b"/>
              <a:pathLst>
                <a:path w="12345670" h="35560">
                  <a:moveTo>
                    <a:pt x="12345670" y="0"/>
                  </a:moveTo>
                  <a:lnTo>
                    <a:pt x="0" y="0"/>
                  </a:lnTo>
                  <a:lnTo>
                    <a:pt x="0" y="35559"/>
                  </a:lnTo>
                  <a:lnTo>
                    <a:pt x="12345670" y="3555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327660" y="2349500"/>
              <a:ext cx="12345670" cy="35560"/>
            </a:xfrm>
            <a:custGeom>
              <a:avLst/>
              <a:gdLst/>
              <a:ahLst/>
              <a:cxnLst/>
              <a:rect l="l" t="t" r="r" b="b"/>
              <a:pathLst>
                <a:path w="12345670" h="35560">
                  <a:moveTo>
                    <a:pt x="12345670" y="0"/>
                  </a:moveTo>
                  <a:lnTo>
                    <a:pt x="0" y="0"/>
                  </a:lnTo>
                  <a:lnTo>
                    <a:pt x="0" y="35559"/>
                  </a:lnTo>
                  <a:lnTo>
                    <a:pt x="12345670" y="3555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327660" y="2385060"/>
              <a:ext cx="12345670" cy="36830"/>
            </a:xfrm>
            <a:custGeom>
              <a:avLst/>
              <a:gdLst/>
              <a:ahLst/>
              <a:cxnLst/>
              <a:rect l="l" t="t" r="r" b="b"/>
              <a:pathLst>
                <a:path w="12345670" h="36830">
                  <a:moveTo>
                    <a:pt x="12345670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12345670" y="3683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27660" y="2421890"/>
              <a:ext cx="12345670" cy="35560"/>
            </a:xfrm>
            <a:custGeom>
              <a:avLst/>
              <a:gdLst/>
              <a:ahLst/>
              <a:cxnLst/>
              <a:rect l="l" t="t" r="r" b="b"/>
              <a:pathLst>
                <a:path w="12345670" h="35560">
                  <a:moveTo>
                    <a:pt x="12345670" y="0"/>
                  </a:moveTo>
                  <a:lnTo>
                    <a:pt x="0" y="0"/>
                  </a:lnTo>
                  <a:lnTo>
                    <a:pt x="0" y="35559"/>
                  </a:lnTo>
                  <a:lnTo>
                    <a:pt x="12345670" y="3555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327660" y="2457450"/>
              <a:ext cx="12345670" cy="35560"/>
            </a:xfrm>
            <a:custGeom>
              <a:avLst/>
              <a:gdLst/>
              <a:ahLst/>
              <a:cxnLst/>
              <a:rect l="l" t="t" r="r" b="b"/>
              <a:pathLst>
                <a:path w="12345670" h="35560">
                  <a:moveTo>
                    <a:pt x="12345670" y="0"/>
                  </a:moveTo>
                  <a:lnTo>
                    <a:pt x="0" y="0"/>
                  </a:lnTo>
                  <a:lnTo>
                    <a:pt x="0" y="35559"/>
                  </a:lnTo>
                  <a:lnTo>
                    <a:pt x="12345670" y="3555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327660" y="2493010"/>
              <a:ext cx="12345670" cy="35560"/>
            </a:xfrm>
            <a:custGeom>
              <a:avLst/>
              <a:gdLst/>
              <a:ahLst/>
              <a:cxnLst/>
              <a:rect l="l" t="t" r="r" b="b"/>
              <a:pathLst>
                <a:path w="12345670" h="35560">
                  <a:moveTo>
                    <a:pt x="12345670" y="0"/>
                  </a:moveTo>
                  <a:lnTo>
                    <a:pt x="0" y="0"/>
                  </a:lnTo>
                  <a:lnTo>
                    <a:pt x="0" y="35560"/>
                  </a:lnTo>
                  <a:lnTo>
                    <a:pt x="12345670" y="3556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27660" y="2528570"/>
              <a:ext cx="12345670" cy="35560"/>
            </a:xfrm>
            <a:custGeom>
              <a:avLst/>
              <a:gdLst/>
              <a:ahLst/>
              <a:cxnLst/>
              <a:rect l="l" t="t" r="r" b="b"/>
              <a:pathLst>
                <a:path w="12345670" h="35560">
                  <a:moveTo>
                    <a:pt x="12345670" y="0"/>
                  </a:moveTo>
                  <a:lnTo>
                    <a:pt x="0" y="0"/>
                  </a:lnTo>
                  <a:lnTo>
                    <a:pt x="0" y="35559"/>
                  </a:lnTo>
                  <a:lnTo>
                    <a:pt x="12345670" y="3555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27660" y="2564130"/>
              <a:ext cx="12345670" cy="35560"/>
            </a:xfrm>
            <a:custGeom>
              <a:avLst/>
              <a:gdLst/>
              <a:ahLst/>
              <a:cxnLst/>
              <a:rect l="l" t="t" r="r" b="b"/>
              <a:pathLst>
                <a:path w="12345670" h="35560">
                  <a:moveTo>
                    <a:pt x="12345670" y="0"/>
                  </a:moveTo>
                  <a:lnTo>
                    <a:pt x="0" y="0"/>
                  </a:lnTo>
                  <a:lnTo>
                    <a:pt x="0" y="35560"/>
                  </a:lnTo>
                  <a:lnTo>
                    <a:pt x="12345670" y="3556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327660" y="2599690"/>
              <a:ext cx="12345670" cy="36830"/>
            </a:xfrm>
            <a:custGeom>
              <a:avLst/>
              <a:gdLst/>
              <a:ahLst/>
              <a:cxnLst/>
              <a:rect l="l" t="t" r="r" b="b"/>
              <a:pathLst>
                <a:path w="12345670" h="36830">
                  <a:moveTo>
                    <a:pt x="12345670" y="0"/>
                  </a:moveTo>
                  <a:lnTo>
                    <a:pt x="0" y="0"/>
                  </a:lnTo>
                  <a:lnTo>
                    <a:pt x="0" y="36829"/>
                  </a:lnTo>
                  <a:lnTo>
                    <a:pt x="12345670" y="3682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327660" y="2636520"/>
              <a:ext cx="12345670" cy="35560"/>
            </a:xfrm>
            <a:custGeom>
              <a:avLst/>
              <a:gdLst/>
              <a:ahLst/>
              <a:cxnLst/>
              <a:rect l="l" t="t" r="r" b="b"/>
              <a:pathLst>
                <a:path w="12345670" h="35560">
                  <a:moveTo>
                    <a:pt x="12345670" y="0"/>
                  </a:moveTo>
                  <a:lnTo>
                    <a:pt x="0" y="0"/>
                  </a:lnTo>
                  <a:lnTo>
                    <a:pt x="0" y="35559"/>
                  </a:lnTo>
                  <a:lnTo>
                    <a:pt x="12345670" y="3555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327660" y="2672080"/>
              <a:ext cx="12345670" cy="35560"/>
            </a:xfrm>
            <a:custGeom>
              <a:avLst/>
              <a:gdLst/>
              <a:ahLst/>
              <a:cxnLst/>
              <a:rect l="l" t="t" r="r" b="b"/>
              <a:pathLst>
                <a:path w="12345670" h="35560">
                  <a:moveTo>
                    <a:pt x="12345670" y="0"/>
                  </a:moveTo>
                  <a:lnTo>
                    <a:pt x="0" y="0"/>
                  </a:lnTo>
                  <a:lnTo>
                    <a:pt x="0" y="35560"/>
                  </a:lnTo>
                  <a:lnTo>
                    <a:pt x="12345670" y="3556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327660" y="2707640"/>
              <a:ext cx="12345670" cy="35560"/>
            </a:xfrm>
            <a:custGeom>
              <a:avLst/>
              <a:gdLst/>
              <a:ahLst/>
              <a:cxnLst/>
              <a:rect l="l" t="t" r="r" b="b"/>
              <a:pathLst>
                <a:path w="12345670" h="35560">
                  <a:moveTo>
                    <a:pt x="12345670" y="0"/>
                  </a:moveTo>
                  <a:lnTo>
                    <a:pt x="0" y="0"/>
                  </a:lnTo>
                  <a:lnTo>
                    <a:pt x="0" y="35559"/>
                  </a:lnTo>
                  <a:lnTo>
                    <a:pt x="12345670" y="3555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327660" y="2743200"/>
              <a:ext cx="12345670" cy="35560"/>
            </a:xfrm>
            <a:custGeom>
              <a:avLst/>
              <a:gdLst/>
              <a:ahLst/>
              <a:cxnLst/>
              <a:rect l="l" t="t" r="r" b="b"/>
              <a:pathLst>
                <a:path w="12345670" h="35560">
                  <a:moveTo>
                    <a:pt x="12345670" y="0"/>
                  </a:moveTo>
                  <a:lnTo>
                    <a:pt x="0" y="0"/>
                  </a:lnTo>
                  <a:lnTo>
                    <a:pt x="0" y="35559"/>
                  </a:lnTo>
                  <a:lnTo>
                    <a:pt x="12345670" y="3555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327660" y="2778759"/>
              <a:ext cx="12345670" cy="72390"/>
            </a:xfrm>
            <a:custGeom>
              <a:avLst/>
              <a:gdLst/>
              <a:ahLst/>
              <a:cxnLst/>
              <a:rect l="l" t="t" r="r" b="b"/>
              <a:pathLst>
                <a:path w="12345670" h="72389">
                  <a:moveTo>
                    <a:pt x="12345670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0" y="72390"/>
                  </a:lnTo>
                  <a:lnTo>
                    <a:pt x="12345670" y="72390"/>
                  </a:lnTo>
                  <a:lnTo>
                    <a:pt x="12345670" y="3683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327660" y="2851150"/>
              <a:ext cx="12345670" cy="35560"/>
            </a:xfrm>
            <a:custGeom>
              <a:avLst/>
              <a:gdLst/>
              <a:ahLst/>
              <a:cxnLst/>
              <a:rect l="l" t="t" r="r" b="b"/>
              <a:pathLst>
                <a:path w="12345670" h="35560">
                  <a:moveTo>
                    <a:pt x="12345670" y="0"/>
                  </a:moveTo>
                  <a:lnTo>
                    <a:pt x="0" y="0"/>
                  </a:lnTo>
                  <a:lnTo>
                    <a:pt x="0" y="35559"/>
                  </a:lnTo>
                  <a:lnTo>
                    <a:pt x="12345670" y="3555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327660" y="2886710"/>
              <a:ext cx="12345670" cy="35560"/>
            </a:xfrm>
            <a:custGeom>
              <a:avLst/>
              <a:gdLst/>
              <a:ahLst/>
              <a:cxnLst/>
              <a:rect l="l" t="t" r="r" b="b"/>
              <a:pathLst>
                <a:path w="12345670" h="35560">
                  <a:moveTo>
                    <a:pt x="12345670" y="0"/>
                  </a:moveTo>
                  <a:lnTo>
                    <a:pt x="0" y="0"/>
                  </a:lnTo>
                  <a:lnTo>
                    <a:pt x="0" y="35560"/>
                  </a:lnTo>
                  <a:lnTo>
                    <a:pt x="12345670" y="3556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327660" y="2922270"/>
              <a:ext cx="12345670" cy="36830"/>
            </a:xfrm>
            <a:custGeom>
              <a:avLst/>
              <a:gdLst/>
              <a:ahLst/>
              <a:cxnLst/>
              <a:rect l="l" t="t" r="r" b="b"/>
              <a:pathLst>
                <a:path w="12345670" h="36830">
                  <a:moveTo>
                    <a:pt x="12345670" y="0"/>
                  </a:moveTo>
                  <a:lnTo>
                    <a:pt x="0" y="0"/>
                  </a:lnTo>
                  <a:lnTo>
                    <a:pt x="0" y="36829"/>
                  </a:lnTo>
                  <a:lnTo>
                    <a:pt x="12345670" y="3682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327660" y="2959100"/>
              <a:ext cx="12345670" cy="35560"/>
            </a:xfrm>
            <a:custGeom>
              <a:avLst/>
              <a:gdLst/>
              <a:ahLst/>
              <a:cxnLst/>
              <a:rect l="l" t="t" r="r" b="b"/>
              <a:pathLst>
                <a:path w="12345670" h="35560">
                  <a:moveTo>
                    <a:pt x="12345670" y="0"/>
                  </a:moveTo>
                  <a:lnTo>
                    <a:pt x="0" y="0"/>
                  </a:lnTo>
                  <a:lnTo>
                    <a:pt x="0" y="35559"/>
                  </a:lnTo>
                  <a:lnTo>
                    <a:pt x="12345670" y="3555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327660" y="2994660"/>
              <a:ext cx="12345670" cy="35560"/>
            </a:xfrm>
            <a:custGeom>
              <a:avLst/>
              <a:gdLst/>
              <a:ahLst/>
              <a:cxnLst/>
              <a:rect l="l" t="t" r="r" b="b"/>
              <a:pathLst>
                <a:path w="12345670" h="35560">
                  <a:moveTo>
                    <a:pt x="12345670" y="0"/>
                  </a:moveTo>
                  <a:lnTo>
                    <a:pt x="0" y="0"/>
                  </a:lnTo>
                  <a:lnTo>
                    <a:pt x="0" y="35560"/>
                  </a:lnTo>
                  <a:lnTo>
                    <a:pt x="12345670" y="3556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327660" y="3030220"/>
              <a:ext cx="12345670" cy="35560"/>
            </a:xfrm>
            <a:custGeom>
              <a:avLst/>
              <a:gdLst/>
              <a:ahLst/>
              <a:cxnLst/>
              <a:rect l="l" t="t" r="r" b="b"/>
              <a:pathLst>
                <a:path w="12345670" h="35560">
                  <a:moveTo>
                    <a:pt x="12345670" y="0"/>
                  </a:moveTo>
                  <a:lnTo>
                    <a:pt x="0" y="0"/>
                  </a:lnTo>
                  <a:lnTo>
                    <a:pt x="0" y="35559"/>
                  </a:lnTo>
                  <a:lnTo>
                    <a:pt x="12345670" y="3555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327660" y="3065780"/>
              <a:ext cx="12345670" cy="35560"/>
            </a:xfrm>
            <a:custGeom>
              <a:avLst/>
              <a:gdLst/>
              <a:ahLst/>
              <a:cxnLst/>
              <a:rect l="l" t="t" r="r" b="b"/>
              <a:pathLst>
                <a:path w="12345670" h="35560">
                  <a:moveTo>
                    <a:pt x="12345670" y="0"/>
                  </a:moveTo>
                  <a:lnTo>
                    <a:pt x="0" y="0"/>
                  </a:lnTo>
                  <a:lnTo>
                    <a:pt x="0" y="35560"/>
                  </a:lnTo>
                  <a:lnTo>
                    <a:pt x="12345670" y="3556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327660" y="3101340"/>
              <a:ext cx="12345670" cy="35560"/>
            </a:xfrm>
            <a:custGeom>
              <a:avLst/>
              <a:gdLst/>
              <a:ahLst/>
              <a:cxnLst/>
              <a:rect l="l" t="t" r="r" b="b"/>
              <a:pathLst>
                <a:path w="12345670" h="35560">
                  <a:moveTo>
                    <a:pt x="12345670" y="0"/>
                  </a:moveTo>
                  <a:lnTo>
                    <a:pt x="0" y="0"/>
                  </a:lnTo>
                  <a:lnTo>
                    <a:pt x="0" y="35559"/>
                  </a:lnTo>
                  <a:lnTo>
                    <a:pt x="12345670" y="3555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327660" y="3136900"/>
              <a:ext cx="12345670" cy="35560"/>
            </a:xfrm>
            <a:custGeom>
              <a:avLst/>
              <a:gdLst/>
              <a:ahLst/>
              <a:cxnLst/>
              <a:rect l="l" t="t" r="r" b="b"/>
              <a:pathLst>
                <a:path w="12345670" h="35560">
                  <a:moveTo>
                    <a:pt x="12345670" y="0"/>
                  </a:moveTo>
                  <a:lnTo>
                    <a:pt x="0" y="0"/>
                  </a:lnTo>
                  <a:lnTo>
                    <a:pt x="0" y="35559"/>
                  </a:lnTo>
                  <a:lnTo>
                    <a:pt x="12345670" y="3555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327660" y="3172460"/>
              <a:ext cx="12345670" cy="36830"/>
            </a:xfrm>
            <a:custGeom>
              <a:avLst/>
              <a:gdLst/>
              <a:ahLst/>
              <a:cxnLst/>
              <a:rect l="l" t="t" r="r" b="b"/>
              <a:pathLst>
                <a:path w="12345670" h="36830">
                  <a:moveTo>
                    <a:pt x="12345670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12345670" y="3683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327660" y="3209290"/>
              <a:ext cx="12345670" cy="35560"/>
            </a:xfrm>
            <a:custGeom>
              <a:avLst/>
              <a:gdLst/>
              <a:ahLst/>
              <a:cxnLst/>
              <a:rect l="l" t="t" r="r" b="b"/>
              <a:pathLst>
                <a:path w="12345670" h="35560">
                  <a:moveTo>
                    <a:pt x="12345670" y="0"/>
                  </a:moveTo>
                  <a:lnTo>
                    <a:pt x="0" y="0"/>
                  </a:lnTo>
                  <a:lnTo>
                    <a:pt x="0" y="35559"/>
                  </a:lnTo>
                  <a:lnTo>
                    <a:pt x="12345670" y="3555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327660" y="3244850"/>
              <a:ext cx="12345670" cy="35560"/>
            </a:xfrm>
            <a:custGeom>
              <a:avLst/>
              <a:gdLst/>
              <a:ahLst/>
              <a:cxnLst/>
              <a:rect l="l" t="t" r="r" b="b"/>
              <a:pathLst>
                <a:path w="12345670" h="35560">
                  <a:moveTo>
                    <a:pt x="12345670" y="0"/>
                  </a:moveTo>
                  <a:lnTo>
                    <a:pt x="0" y="0"/>
                  </a:lnTo>
                  <a:lnTo>
                    <a:pt x="0" y="35560"/>
                  </a:lnTo>
                  <a:lnTo>
                    <a:pt x="12345670" y="3556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327660" y="3280410"/>
              <a:ext cx="12345670" cy="35560"/>
            </a:xfrm>
            <a:custGeom>
              <a:avLst/>
              <a:gdLst/>
              <a:ahLst/>
              <a:cxnLst/>
              <a:rect l="l" t="t" r="r" b="b"/>
              <a:pathLst>
                <a:path w="12345670" h="35560">
                  <a:moveTo>
                    <a:pt x="12345670" y="0"/>
                  </a:moveTo>
                  <a:lnTo>
                    <a:pt x="0" y="0"/>
                  </a:lnTo>
                  <a:lnTo>
                    <a:pt x="0" y="35560"/>
                  </a:lnTo>
                  <a:lnTo>
                    <a:pt x="12345670" y="3556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327660" y="3315970"/>
              <a:ext cx="12345670" cy="36830"/>
            </a:xfrm>
            <a:custGeom>
              <a:avLst/>
              <a:gdLst/>
              <a:ahLst/>
              <a:cxnLst/>
              <a:rect l="l" t="t" r="r" b="b"/>
              <a:pathLst>
                <a:path w="12345670" h="36829">
                  <a:moveTo>
                    <a:pt x="12345670" y="0"/>
                  </a:moveTo>
                  <a:lnTo>
                    <a:pt x="0" y="0"/>
                  </a:lnTo>
                  <a:lnTo>
                    <a:pt x="0" y="36829"/>
                  </a:lnTo>
                  <a:lnTo>
                    <a:pt x="12345670" y="3682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9" name="object 129"/>
          <p:cNvSpPr txBox="1"/>
          <p:nvPr/>
        </p:nvSpPr>
        <p:spPr>
          <a:xfrm>
            <a:off x="328929" y="1598930"/>
            <a:ext cx="12344400" cy="17526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4610">
              <a:lnSpc>
                <a:spcPct val="100000"/>
              </a:lnSpc>
            </a:pPr>
            <a:r>
              <a:rPr sz="3600" dirty="0">
                <a:latin typeface="Century Gothic"/>
                <a:cs typeface="Century Gothic"/>
              </a:rPr>
              <a:t>Main</a:t>
            </a:r>
            <a:r>
              <a:rPr sz="3600" spc="-1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property: </a:t>
            </a:r>
            <a:r>
              <a:rPr sz="3600" spc="-10" dirty="0">
                <a:latin typeface="Century Gothic"/>
                <a:cs typeface="Century Gothic"/>
              </a:rPr>
              <a:t>low-</a:t>
            </a:r>
            <a:r>
              <a:rPr sz="3600" dirty="0">
                <a:latin typeface="Century Gothic"/>
                <a:cs typeface="Century Gothic"/>
              </a:rPr>
              <a:t>pass filter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(smooths small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spc="-10" dirty="0">
                <a:latin typeface="Century Gothic"/>
                <a:cs typeface="Century Gothic"/>
              </a:rPr>
              <a:t>objects)</a:t>
            </a:r>
            <a:endParaRPr sz="3600">
              <a:latin typeface="Century Gothic"/>
              <a:cs typeface="Century Gothic"/>
            </a:endParaRPr>
          </a:p>
          <a:p>
            <a:pPr marL="341630" indent="-287020">
              <a:lnSpc>
                <a:spcPct val="100000"/>
              </a:lnSpc>
              <a:buFont typeface="Arial"/>
              <a:buChar char="•"/>
              <a:tabLst>
                <a:tab pos="341630" algn="l"/>
              </a:tabLst>
            </a:pPr>
            <a:r>
              <a:rPr sz="3600" dirty="0">
                <a:latin typeface="Century Gothic"/>
                <a:cs typeface="Century Gothic"/>
              </a:rPr>
              <a:t>kernel</a:t>
            </a:r>
            <a:r>
              <a:rPr sz="3600" spc="3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size</a:t>
            </a:r>
            <a:r>
              <a:rPr sz="3600" spc="35" dirty="0">
                <a:latin typeface="Century Gothic"/>
                <a:cs typeface="Century Gothic"/>
              </a:rPr>
              <a:t> </a:t>
            </a:r>
            <a:r>
              <a:rPr sz="3600" spc="-10" dirty="0">
                <a:latin typeface="Century Gothic"/>
                <a:cs typeface="Century Gothic"/>
              </a:rPr>
              <a:t>influence</a:t>
            </a:r>
            <a:endParaRPr sz="3600">
              <a:latin typeface="Century Gothic"/>
              <a:cs typeface="Century Gothic"/>
            </a:endParaRPr>
          </a:p>
          <a:p>
            <a:pPr marL="341630" indent="-287020">
              <a:lnSpc>
                <a:spcPct val="100000"/>
              </a:lnSpc>
              <a:buFont typeface="Arial"/>
              <a:buChar char="•"/>
              <a:tabLst>
                <a:tab pos="341630" algn="l"/>
              </a:tabLst>
            </a:pPr>
            <a:r>
              <a:rPr sz="3600" dirty="0">
                <a:latin typeface="Century Gothic"/>
                <a:cs typeface="Century Gothic"/>
              </a:rPr>
              <a:t>number of successive </a:t>
            </a:r>
            <a:r>
              <a:rPr sz="3600" spc="-10" dirty="0">
                <a:latin typeface="Century Gothic"/>
                <a:cs typeface="Century Gothic"/>
              </a:rPr>
              <a:t>applications</a:t>
            </a:r>
            <a:endParaRPr sz="3600">
              <a:latin typeface="Century Gothic"/>
              <a:cs typeface="Century Gothic"/>
            </a:endParaRPr>
          </a:p>
        </p:txBody>
      </p:sp>
      <p:grpSp>
        <p:nvGrpSpPr>
          <p:cNvPr id="130" name="object 130"/>
          <p:cNvGrpSpPr/>
          <p:nvPr/>
        </p:nvGrpSpPr>
        <p:grpSpPr>
          <a:xfrm>
            <a:off x="323850" y="3656329"/>
            <a:ext cx="5648960" cy="5412740"/>
            <a:chOff x="323850" y="3656329"/>
            <a:chExt cx="5648960" cy="5412740"/>
          </a:xfrm>
        </p:grpSpPr>
        <p:pic>
          <p:nvPicPr>
            <p:cNvPr id="131" name="object 1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3850" y="3672839"/>
              <a:ext cx="5648960" cy="5396230"/>
            </a:xfrm>
            <a:prstGeom prst="rect">
              <a:avLst/>
            </a:prstGeom>
          </p:spPr>
        </p:pic>
        <p:sp>
          <p:nvSpPr>
            <p:cNvPr id="132" name="object 132"/>
            <p:cNvSpPr/>
            <p:nvPr/>
          </p:nvSpPr>
          <p:spPr>
            <a:xfrm>
              <a:off x="327660" y="3656329"/>
              <a:ext cx="5640070" cy="134620"/>
            </a:xfrm>
            <a:custGeom>
              <a:avLst/>
              <a:gdLst/>
              <a:ahLst/>
              <a:cxnLst/>
              <a:rect l="l" t="t" r="r" b="b"/>
              <a:pathLst>
                <a:path w="5640070" h="134620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0" y="134620"/>
                  </a:lnTo>
                  <a:lnTo>
                    <a:pt x="5640070" y="13462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D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327660" y="379094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10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DE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327660" y="385825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10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DD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327660" y="392556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10">
                  <a:moveTo>
                    <a:pt x="5640070" y="0"/>
                  </a:moveTo>
                  <a:lnTo>
                    <a:pt x="0" y="0"/>
                  </a:lnTo>
                  <a:lnTo>
                    <a:pt x="0" y="67309"/>
                  </a:lnTo>
                  <a:lnTo>
                    <a:pt x="5640070" y="67309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DC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327660" y="399287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10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DB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327660" y="406018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10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DA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327660" y="412749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10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D9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327660" y="4194809"/>
              <a:ext cx="5640070" cy="68580"/>
            </a:xfrm>
            <a:custGeom>
              <a:avLst/>
              <a:gdLst/>
              <a:ahLst/>
              <a:cxnLst/>
              <a:rect l="l" t="t" r="r" b="b"/>
              <a:pathLst>
                <a:path w="5640070" h="68579">
                  <a:moveTo>
                    <a:pt x="5640070" y="0"/>
                  </a:moveTo>
                  <a:lnTo>
                    <a:pt x="0" y="0"/>
                  </a:lnTo>
                  <a:lnTo>
                    <a:pt x="0" y="68579"/>
                  </a:lnTo>
                  <a:lnTo>
                    <a:pt x="5640070" y="68579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D8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327660" y="426338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10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D7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327660" y="433069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10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D6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327660" y="439800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10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D5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327660" y="446531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10">
                  <a:moveTo>
                    <a:pt x="5640070" y="0"/>
                  </a:moveTo>
                  <a:lnTo>
                    <a:pt x="0" y="0"/>
                  </a:lnTo>
                  <a:lnTo>
                    <a:pt x="0" y="67309"/>
                  </a:lnTo>
                  <a:lnTo>
                    <a:pt x="5640070" y="67309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D4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327660" y="453262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10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D3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327660" y="459993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10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D2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327660" y="466724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10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D1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327660" y="473455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10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D0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327660" y="480186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10">
                  <a:moveTo>
                    <a:pt x="5640070" y="0"/>
                  </a:moveTo>
                  <a:lnTo>
                    <a:pt x="0" y="0"/>
                  </a:lnTo>
                  <a:lnTo>
                    <a:pt x="0" y="67309"/>
                  </a:lnTo>
                  <a:lnTo>
                    <a:pt x="5640070" y="67309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CF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327660" y="486917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10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CE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327660" y="493648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10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CD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327660" y="5003799"/>
              <a:ext cx="5640070" cy="134620"/>
            </a:xfrm>
            <a:custGeom>
              <a:avLst/>
              <a:gdLst/>
              <a:ahLst/>
              <a:cxnLst/>
              <a:rect l="l" t="t" r="r" b="b"/>
              <a:pathLst>
                <a:path w="5640070" h="134620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0" y="134620"/>
                  </a:lnTo>
                  <a:lnTo>
                    <a:pt x="5640070" y="13462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CC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327660" y="513841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10">
                  <a:moveTo>
                    <a:pt x="5640070" y="0"/>
                  </a:moveTo>
                  <a:lnTo>
                    <a:pt x="0" y="0"/>
                  </a:lnTo>
                  <a:lnTo>
                    <a:pt x="0" y="67309"/>
                  </a:lnTo>
                  <a:lnTo>
                    <a:pt x="5640070" y="67309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CA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327660" y="520572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10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C9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327660" y="527303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10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C8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327660" y="5340350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10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C7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327660" y="540765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10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C6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327660" y="547496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10">
                  <a:moveTo>
                    <a:pt x="5640070" y="0"/>
                  </a:moveTo>
                  <a:lnTo>
                    <a:pt x="0" y="0"/>
                  </a:lnTo>
                  <a:lnTo>
                    <a:pt x="0" y="67309"/>
                  </a:lnTo>
                  <a:lnTo>
                    <a:pt x="5640070" y="67309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C5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327660" y="554227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10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C4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327660" y="5609589"/>
              <a:ext cx="5640070" cy="68580"/>
            </a:xfrm>
            <a:custGeom>
              <a:avLst/>
              <a:gdLst/>
              <a:ahLst/>
              <a:cxnLst/>
              <a:rect l="l" t="t" r="r" b="b"/>
              <a:pathLst>
                <a:path w="5640070" h="68579">
                  <a:moveTo>
                    <a:pt x="5640070" y="0"/>
                  </a:moveTo>
                  <a:lnTo>
                    <a:pt x="0" y="0"/>
                  </a:lnTo>
                  <a:lnTo>
                    <a:pt x="0" y="68580"/>
                  </a:lnTo>
                  <a:lnTo>
                    <a:pt x="5640070" y="6858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C3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327660" y="567816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10">
                  <a:moveTo>
                    <a:pt x="5640070" y="0"/>
                  </a:moveTo>
                  <a:lnTo>
                    <a:pt x="0" y="0"/>
                  </a:lnTo>
                  <a:lnTo>
                    <a:pt x="0" y="67309"/>
                  </a:lnTo>
                  <a:lnTo>
                    <a:pt x="5640070" y="67309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C2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327660" y="574547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10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C1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327660" y="581278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10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C0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327660" y="5880100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10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BF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327660" y="594740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10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BE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327660" y="601471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10">
                  <a:moveTo>
                    <a:pt x="5640070" y="0"/>
                  </a:moveTo>
                  <a:lnTo>
                    <a:pt x="0" y="0"/>
                  </a:lnTo>
                  <a:lnTo>
                    <a:pt x="0" y="67309"/>
                  </a:lnTo>
                  <a:lnTo>
                    <a:pt x="5640070" y="67309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BD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327660" y="608202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10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BC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327660" y="614933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10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BB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327660" y="6216650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10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BA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327660" y="628395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10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B9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327660" y="635126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10">
                  <a:moveTo>
                    <a:pt x="5640070" y="0"/>
                  </a:moveTo>
                  <a:lnTo>
                    <a:pt x="0" y="0"/>
                  </a:lnTo>
                  <a:lnTo>
                    <a:pt x="0" y="67309"/>
                  </a:lnTo>
                  <a:lnTo>
                    <a:pt x="5640070" y="67309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B8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327660" y="641857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10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B7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327660" y="648588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09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B6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327660" y="6553200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09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B5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327660" y="662050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09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B4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327660" y="668781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09">
                  <a:moveTo>
                    <a:pt x="5640070" y="0"/>
                  </a:moveTo>
                  <a:lnTo>
                    <a:pt x="0" y="0"/>
                  </a:lnTo>
                  <a:lnTo>
                    <a:pt x="0" y="67309"/>
                  </a:lnTo>
                  <a:lnTo>
                    <a:pt x="5640070" y="67309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B3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327660" y="675512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09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B2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327660" y="682243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09">
                  <a:moveTo>
                    <a:pt x="5640070" y="0"/>
                  </a:moveTo>
                  <a:lnTo>
                    <a:pt x="0" y="0"/>
                  </a:lnTo>
                  <a:lnTo>
                    <a:pt x="0" y="67309"/>
                  </a:lnTo>
                  <a:lnTo>
                    <a:pt x="5640070" y="67309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B1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327660" y="6889750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09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B0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327660" y="695705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09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AF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327660" y="7024370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09">
                  <a:moveTo>
                    <a:pt x="5640070" y="0"/>
                  </a:moveTo>
                  <a:lnTo>
                    <a:pt x="0" y="0"/>
                  </a:lnTo>
                  <a:lnTo>
                    <a:pt x="0" y="67309"/>
                  </a:lnTo>
                  <a:lnTo>
                    <a:pt x="5640070" y="67309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AE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327660" y="709167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09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AD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327660" y="715898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09">
                  <a:moveTo>
                    <a:pt x="5640070" y="0"/>
                  </a:moveTo>
                  <a:lnTo>
                    <a:pt x="0" y="0"/>
                  </a:lnTo>
                  <a:lnTo>
                    <a:pt x="0" y="67309"/>
                  </a:lnTo>
                  <a:lnTo>
                    <a:pt x="5640070" y="67309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AC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327660" y="7226300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09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AB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327660" y="729360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09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AA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327660" y="7360920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09">
                  <a:moveTo>
                    <a:pt x="5640070" y="0"/>
                  </a:moveTo>
                  <a:lnTo>
                    <a:pt x="0" y="0"/>
                  </a:lnTo>
                  <a:lnTo>
                    <a:pt x="0" y="67309"/>
                  </a:lnTo>
                  <a:lnTo>
                    <a:pt x="5640070" y="67309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A9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327660" y="742822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09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A8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327660" y="749553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09">
                  <a:moveTo>
                    <a:pt x="5640070" y="0"/>
                  </a:moveTo>
                  <a:lnTo>
                    <a:pt x="0" y="0"/>
                  </a:lnTo>
                  <a:lnTo>
                    <a:pt x="0" y="67309"/>
                  </a:lnTo>
                  <a:lnTo>
                    <a:pt x="5640070" y="67309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A7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327660" y="7562850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09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A6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327660" y="763015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09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A5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327660" y="7697470"/>
              <a:ext cx="5640070" cy="68580"/>
            </a:xfrm>
            <a:custGeom>
              <a:avLst/>
              <a:gdLst/>
              <a:ahLst/>
              <a:cxnLst/>
              <a:rect l="l" t="t" r="r" b="b"/>
              <a:pathLst>
                <a:path w="5640070" h="68579">
                  <a:moveTo>
                    <a:pt x="5640070" y="0"/>
                  </a:moveTo>
                  <a:lnTo>
                    <a:pt x="0" y="0"/>
                  </a:lnTo>
                  <a:lnTo>
                    <a:pt x="0" y="68579"/>
                  </a:lnTo>
                  <a:lnTo>
                    <a:pt x="5640070" y="68579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A4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327660" y="7766050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09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A3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327660" y="783335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09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A2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327660" y="7900670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09">
                  <a:moveTo>
                    <a:pt x="5640070" y="0"/>
                  </a:moveTo>
                  <a:lnTo>
                    <a:pt x="0" y="0"/>
                  </a:lnTo>
                  <a:lnTo>
                    <a:pt x="0" y="67309"/>
                  </a:lnTo>
                  <a:lnTo>
                    <a:pt x="5640070" y="67309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A1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327660" y="796797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09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A0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327660" y="803528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09">
                  <a:moveTo>
                    <a:pt x="5640070" y="0"/>
                  </a:moveTo>
                  <a:lnTo>
                    <a:pt x="0" y="0"/>
                  </a:lnTo>
                  <a:lnTo>
                    <a:pt x="0" y="67309"/>
                  </a:lnTo>
                  <a:lnTo>
                    <a:pt x="5640070" y="67309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9F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327660" y="8102600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09">
                  <a:moveTo>
                    <a:pt x="5640070" y="0"/>
                  </a:moveTo>
                  <a:lnTo>
                    <a:pt x="0" y="0"/>
                  </a:lnTo>
                  <a:lnTo>
                    <a:pt x="0" y="67309"/>
                  </a:lnTo>
                  <a:lnTo>
                    <a:pt x="5640070" y="67309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9E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327660" y="816990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09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9D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327660" y="8237220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09">
                  <a:moveTo>
                    <a:pt x="5640070" y="0"/>
                  </a:moveTo>
                  <a:lnTo>
                    <a:pt x="0" y="0"/>
                  </a:lnTo>
                  <a:lnTo>
                    <a:pt x="0" y="67309"/>
                  </a:lnTo>
                  <a:lnTo>
                    <a:pt x="5640070" y="67309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9C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327660" y="830452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09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9B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327660" y="837183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09">
                  <a:moveTo>
                    <a:pt x="5640070" y="0"/>
                  </a:moveTo>
                  <a:lnTo>
                    <a:pt x="0" y="0"/>
                  </a:lnTo>
                  <a:lnTo>
                    <a:pt x="0" y="67309"/>
                  </a:lnTo>
                  <a:lnTo>
                    <a:pt x="5640070" y="67309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9A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327660" y="8439150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09">
                  <a:moveTo>
                    <a:pt x="5640070" y="0"/>
                  </a:moveTo>
                  <a:lnTo>
                    <a:pt x="0" y="0"/>
                  </a:lnTo>
                  <a:lnTo>
                    <a:pt x="0" y="67309"/>
                  </a:lnTo>
                  <a:lnTo>
                    <a:pt x="5640070" y="67309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99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327660" y="850645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09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99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327660" y="8573770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09">
                  <a:moveTo>
                    <a:pt x="5640070" y="0"/>
                  </a:moveTo>
                  <a:lnTo>
                    <a:pt x="0" y="0"/>
                  </a:lnTo>
                  <a:lnTo>
                    <a:pt x="0" y="67309"/>
                  </a:lnTo>
                  <a:lnTo>
                    <a:pt x="5640070" y="67309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97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327660" y="864107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09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96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327660" y="870838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09">
                  <a:moveTo>
                    <a:pt x="5640070" y="0"/>
                  </a:moveTo>
                  <a:lnTo>
                    <a:pt x="0" y="0"/>
                  </a:lnTo>
                  <a:lnTo>
                    <a:pt x="0" y="67309"/>
                  </a:lnTo>
                  <a:lnTo>
                    <a:pt x="5640070" y="67309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95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327660" y="8775700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09">
                  <a:moveTo>
                    <a:pt x="5640070" y="0"/>
                  </a:moveTo>
                  <a:lnTo>
                    <a:pt x="0" y="0"/>
                  </a:lnTo>
                  <a:lnTo>
                    <a:pt x="0" y="67309"/>
                  </a:lnTo>
                  <a:lnTo>
                    <a:pt x="5640070" y="67309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94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327660" y="884300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09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93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327660" y="8910320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09">
                  <a:moveTo>
                    <a:pt x="5640070" y="0"/>
                  </a:moveTo>
                  <a:lnTo>
                    <a:pt x="0" y="0"/>
                  </a:lnTo>
                  <a:lnTo>
                    <a:pt x="0" y="67309"/>
                  </a:lnTo>
                  <a:lnTo>
                    <a:pt x="5640070" y="67309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92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327660" y="8977629"/>
              <a:ext cx="5640070" cy="67310"/>
            </a:xfrm>
            <a:custGeom>
              <a:avLst/>
              <a:gdLst/>
              <a:ahLst/>
              <a:cxnLst/>
              <a:rect l="l" t="t" r="r" b="b"/>
              <a:pathLst>
                <a:path w="5640070" h="67309">
                  <a:moveTo>
                    <a:pt x="564007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5640070" y="67310"/>
                  </a:lnTo>
                  <a:lnTo>
                    <a:pt x="5640070" y="0"/>
                  </a:lnTo>
                  <a:close/>
                </a:path>
              </a:pathLst>
            </a:custGeom>
            <a:solidFill>
              <a:srgbClr val="91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0" name="object 210"/>
          <p:cNvSpPr txBox="1"/>
          <p:nvPr/>
        </p:nvSpPr>
        <p:spPr>
          <a:xfrm>
            <a:off x="328929" y="3657600"/>
            <a:ext cx="5638800" cy="5386070"/>
          </a:xfrm>
          <a:prstGeom prst="rect">
            <a:avLst/>
          </a:prstGeom>
          <a:ln w="9344">
            <a:solidFill>
              <a:srgbClr val="00CC97"/>
            </a:solidFill>
          </a:ln>
        </p:spPr>
        <p:txBody>
          <a:bodyPr vert="horz" wrap="square" lIns="0" tIns="15621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230"/>
              </a:spcBef>
            </a:pPr>
            <a:r>
              <a:rPr sz="3600" b="1" dirty="0">
                <a:latin typeface="Century Gothic"/>
                <a:cs typeface="Century Gothic"/>
              </a:rPr>
              <a:t>+</a:t>
            </a:r>
            <a:r>
              <a:rPr sz="3600" b="1" spc="-1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simplest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filter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–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spc="-20" dirty="0">
                <a:latin typeface="Century Gothic"/>
                <a:cs typeface="Century Gothic"/>
              </a:rPr>
              <a:t>fast</a:t>
            </a:r>
            <a:endParaRPr sz="3600">
              <a:latin typeface="Century Gothic"/>
              <a:cs typeface="Century Gothic"/>
            </a:endParaRPr>
          </a:p>
          <a:p>
            <a:pPr marL="88900">
              <a:lnSpc>
                <a:spcPct val="100000"/>
              </a:lnSpc>
              <a:spcBef>
                <a:spcPts val="2660"/>
              </a:spcBef>
            </a:pPr>
            <a:r>
              <a:rPr sz="3600" b="1" dirty="0">
                <a:latin typeface="Century Gothic"/>
                <a:cs typeface="Century Gothic"/>
              </a:rPr>
              <a:t>+</a:t>
            </a:r>
            <a:r>
              <a:rPr sz="3600" b="1" spc="-2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it’s a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linear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spc="-10" dirty="0">
                <a:latin typeface="Century Gothic"/>
                <a:cs typeface="Century Gothic"/>
              </a:rPr>
              <a:t>filter</a:t>
            </a:r>
            <a:endParaRPr sz="3600">
              <a:latin typeface="Century Gothic"/>
              <a:cs typeface="Century Gothic"/>
            </a:endParaRPr>
          </a:p>
          <a:p>
            <a:pPr marL="88900" marR="433705">
              <a:lnSpc>
                <a:spcPct val="120100"/>
              </a:lnSpc>
              <a:spcBef>
                <a:spcPts val="1789"/>
              </a:spcBef>
            </a:pPr>
            <a:r>
              <a:rPr sz="3600" b="1" dirty="0">
                <a:latin typeface="Century Gothic"/>
                <a:cs typeface="Century Gothic"/>
              </a:rPr>
              <a:t>+</a:t>
            </a:r>
            <a:r>
              <a:rPr sz="3600" b="1" spc="-2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averages</a:t>
            </a:r>
            <a:r>
              <a:rPr sz="3600" spc="-1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noise, </a:t>
            </a:r>
            <a:r>
              <a:rPr sz="3600" spc="-20" dirty="0">
                <a:latin typeface="Century Gothic"/>
                <a:cs typeface="Century Gothic"/>
              </a:rPr>
              <a:t>does </a:t>
            </a:r>
            <a:r>
              <a:rPr sz="3600" dirty="0">
                <a:latin typeface="Century Gothic"/>
                <a:cs typeface="Century Gothic"/>
              </a:rPr>
              <a:t>not</a:t>
            </a:r>
            <a:r>
              <a:rPr sz="3600" spc="-2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eliminate</a:t>
            </a:r>
            <a:r>
              <a:rPr sz="3600" spc="-10" dirty="0">
                <a:latin typeface="Century Gothic"/>
                <a:cs typeface="Century Gothic"/>
              </a:rPr>
              <a:t> </a:t>
            </a:r>
            <a:r>
              <a:rPr sz="3600" spc="-25" dirty="0">
                <a:latin typeface="Century Gothic"/>
                <a:cs typeface="Century Gothic"/>
              </a:rPr>
              <a:t>it</a:t>
            </a:r>
            <a:endParaRPr sz="3600">
              <a:latin typeface="Century Gothic"/>
              <a:cs typeface="Century Gothic"/>
            </a:endParaRPr>
          </a:p>
          <a:p>
            <a:pPr marL="88900" marR="762635">
              <a:lnSpc>
                <a:spcPct val="119900"/>
              </a:lnSpc>
              <a:spcBef>
                <a:spcPts val="1800"/>
              </a:spcBef>
            </a:pPr>
            <a:r>
              <a:rPr sz="3600" b="1" dirty="0">
                <a:latin typeface="Century Gothic"/>
                <a:cs typeface="Century Gothic"/>
              </a:rPr>
              <a:t>+</a:t>
            </a:r>
            <a:r>
              <a:rPr sz="3600" b="1" spc="-1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works </a:t>
            </a:r>
            <a:r>
              <a:rPr sz="3600" spc="-10" dirty="0">
                <a:latin typeface="Century Gothic"/>
                <a:cs typeface="Century Gothic"/>
              </a:rPr>
              <a:t>against </a:t>
            </a:r>
            <a:r>
              <a:rPr sz="3600" dirty="0">
                <a:latin typeface="Century Gothic"/>
                <a:cs typeface="Century Gothic"/>
              </a:rPr>
              <a:t>Gaussian</a:t>
            </a:r>
            <a:r>
              <a:rPr sz="3600" spc="-3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and</a:t>
            </a:r>
            <a:r>
              <a:rPr sz="3600" spc="-15" dirty="0">
                <a:latin typeface="Century Gothic"/>
                <a:cs typeface="Century Gothic"/>
              </a:rPr>
              <a:t> </a:t>
            </a:r>
            <a:r>
              <a:rPr sz="3600" spc="-10" dirty="0">
                <a:latin typeface="Century Gothic"/>
                <a:cs typeface="Century Gothic"/>
              </a:rPr>
              <a:t>Poisson noise</a:t>
            </a:r>
            <a:endParaRPr sz="36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960" rIns="0" bIns="0" rtlCol="0">
            <a:spAutoFit/>
          </a:bodyPr>
          <a:lstStyle/>
          <a:p>
            <a:pPr marL="1116965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Linear</a:t>
            </a:r>
            <a:r>
              <a:rPr sz="6000" spc="-35" dirty="0"/>
              <a:t> </a:t>
            </a:r>
            <a:r>
              <a:rPr sz="6000" dirty="0"/>
              <a:t>filtering</a:t>
            </a:r>
            <a:r>
              <a:rPr sz="6000" spc="-15" dirty="0"/>
              <a:t> </a:t>
            </a:r>
            <a:r>
              <a:rPr sz="6000" dirty="0"/>
              <a:t>-</a:t>
            </a:r>
            <a:r>
              <a:rPr sz="6000" spc="-15" dirty="0"/>
              <a:t> </a:t>
            </a:r>
            <a:r>
              <a:rPr sz="6000" spc="-10" dirty="0"/>
              <a:t>Properties</a:t>
            </a:r>
            <a:endParaRPr sz="6000"/>
          </a:p>
        </p:txBody>
      </p:sp>
      <p:grpSp>
        <p:nvGrpSpPr>
          <p:cNvPr id="3" name="object 3"/>
          <p:cNvGrpSpPr/>
          <p:nvPr/>
        </p:nvGrpSpPr>
        <p:grpSpPr>
          <a:xfrm>
            <a:off x="323850" y="2584857"/>
            <a:ext cx="12354560" cy="5210810"/>
            <a:chOff x="323850" y="2584857"/>
            <a:chExt cx="12354560" cy="52108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850" y="2603500"/>
              <a:ext cx="12354560" cy="51917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27660" y="2588259"/>
              <a:ext cx="12345670" cy="129539"/>
            </a:xfrm>
            <a:custGeom>
              <a:avLst/>
              <a:gdLst/>
              <a:ahLst/>
              <a:cxnLst/>
              <a:rect l="l" t="t" r="r" b="b"/>
              <a:pathLst>
                <a:path w="12345670" h="129539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0" y="129540"/>
                  </a:lnTo>
                  <a:lnTo>
                    <a:pt x="12345670" y="12954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7660" y="271780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69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E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7660" y="278257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69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D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7660" y="284734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69">
                  <a:moveTo>
                    <a:pt x="12345670" y="0"/>
                  </a:moveTo>
                  <a:lnTo>
                    <a:pt x="0" y="0"/>
                  </a:lnTo>
                  <a:lnTo>
                    <a:pt x="0" y="64769"/>
                  </a:lnTo>
                  <a:lnTo>
                    <a:pt x="12345670" y="647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C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7660" y="291211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69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B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7660" y="297688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69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A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7660" y="304165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69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9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7660" y="310642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69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8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7660" y="317119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69">
                  <a:moveTo>
                    <a:pt x="12345670" y="0"/>
                  </a:moveTo>
                  <a:lnTo>
                    <a:pt x="0" y="0"/>
                  </a:lnTo>
                  <a:lnTo>
                    <a:pt x="0" y="64769"/>
                  </a:lnTo>
                  <a:lnTo>
                    <a:pt x="12345670" y="647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7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7660" y="323596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6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7660" y="330073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5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7660" y="336550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4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7660" y="343027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69"/>
                  </a:lnTo>
                  <a:lnTo>
                    <a:pt x="12345670" y="647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3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7660" y="349504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2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7660" y="355981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69"/>
                  </a:lnTo>
                  <a:lnTo>
                    <a:pt x="12345670" y="647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1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7660" y="362458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0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7660" y="368935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F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7660" y="375412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69"/>
                  </a:lnTo>
                  <a:lnTo>
                    <a:pt x="12345670" y="647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E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7660" y="381889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D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27660" y="3883659"/>
              <a:ext cx="12345670" cy="129539"/>
            </a:xfrm>
            <a:custGeom>
              <a:avLst/>
              <a:gdLst/>
              <a:ahLst/>
              <a:cxnLst/>
              <a:rect l="l" t="t" r="r" b="b"/>
              <a:pathLst>
                <a:path w="12345670" h="129539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0" y="129540"/>
                  </a:lnTo>
                  <a:lnTo>
                    <a:pt x="12345670" y="12954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C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27660" y="401320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A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7660" y="407797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69"/>
                  </a:lnTo>
                  <a:lnTo>
                    <a:pt x="12345670" y="647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9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27660" y="414274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8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27660" y="420751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69"/>
                  </a:lnTo>
                  <a:lnTo>
                    <a:pt x="12345670" y="647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7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27660" y="427228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6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27660" y="433705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5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7660" y="4401820"/>
              <a:ext cx="12345670" cy="66040"/>
            </a:xfrm>
            <a:custGeom>
              <a:avLst/>
              <a:gdLst/>
              <a:ahLst/>
              <a:cxnLst/>
              <a:rect l="l" t="t" r="r" b="b"/>
              <a:pathLst>
                <a:path w="12345670" h="66039">
                  <a:moveTo>
                    <a:pt x="12345670" y="0"/>
                  </a:moveTo>
                  <a:lnTo>
                    <a:pt x="0" y="0"/>
                  </a:lnTo>
                  <a:lnTo>
                    <a:pt x="0" y="66039"/>
                  </a:lnTo>
                  <a:lnTo>
                    <a:pt x="12345670" y="6603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4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27660" y="446786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69"/>
                  </a:lnTo>
                  <a:lnTo>
                    <a:pt x="12345670" y="647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3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27660" y="453263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2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27660" y="459740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1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27660" y="466217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69"/>
                  </a:lnTo>
                  <a:lnTo>
                    <a:pt x="12345670" y="647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0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27660" y="4726939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F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27660" y="479171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69"/>
                  </a:lnTo>
                  <a:lnTo>
                    <a:pt x="12345670" y="647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E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27660" y="485648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D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27660" y="492125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C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7660" y="498602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69"/>
                  </a:lnTo>
                  <a:lnTo>
                    <a:pt x="12345670" y="647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B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7660" y="5050789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A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7660" y="511556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69"/>
                  </a:lnTo>
                  <a:lnTo>
                    <a:pt x="12345670" y="647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9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27660" y="518033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8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27660" y="524510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7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27660" y="530987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69"/>
                  </a:lnTo>
                  <a:lnTo>
                    <a:pt x="12345670" y="647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6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27660" y="5374639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5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27660" y="543941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69"/>
                  </a:lnTo>
                  <a:lnTo>
                    <a:pt x="12345670" y="647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4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27660" y="550418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3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27660" y="556895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2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27660" y="563372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69"/>
                  </a:lnTo>
                  <a:lnTo>
                    <a:pt x="12345670" y="647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1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27660" y="5698489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0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27660" y="576326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69"/>
                  </a:lnTo>
                  <a:lnTo>
                    <a:pt x="12345670" y="647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F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27660" y="582803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E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27660" y="589280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D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27660" y="595757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69"/>
                  </a:lnTo>
                  <a:lnTo>
                    <a:pt x="12345670" y="647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C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27660" y="602234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B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27660" y="608711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69"/>
                  </a:lnTo>
                  <a:lnTo>
                    <a:pt x="12345670" y="647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A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27660" y="6151879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9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27660" y="621665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8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27660" y="628142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69"/>
                  </a:lnTo>
                  <a:lnTo>
                    <a:pt x="12345670" y="647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7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27660" y="634619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6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27660" y="641096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69"/>
                  </a:lnTo>
                  <a:lnTo>
                    <a:pt x="12345670" y="647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5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27660" y="6475729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4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27660" y="654050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69"/>
                  </a:lnTo>
                  <a:lnTo>
                    <a:pt x="12345670" y="647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3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27660" y="660527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69"/>
                  </a:lnTo>
                  <a:lnTo>
                    <a:pt x="12345670" y="647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2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27660" y="667004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69"/>
                  </a:lnTo>
                  <a:lnTo>
                    <a:pt x="12345670" y="647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1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27660" y="673481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0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27660" y="6799579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F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27660" y="686435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69"/>
                  </a:lnTo>
                  <a:lnTo>
                    <a:pt x="12345670" y="647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E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27660" y="692912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69"/>
                  </a:lnTo>
                  <a:lnTo>
                    <a:pt x="12345670" y="647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D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27660" y="699389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69"/>
                  </a:lnTo>
                  <a:lnTo>
                    <a:pt x="12345670" y="647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C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27660" y="705866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B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27660" y="7123429"/>
              <a:ext cx="12345670" cy="66040"/>
            </a:xfrm>
            <a:custGeom>
              <a:avLst/>
              <a:gdLst/>
              <a:ahLst/>
              <a:cxnLst/>
              <a:rect l="l" t="t" r="r" b="b"/>
              <a:pathLst>
                <a:path w="12345670" h="66040">
                  <a:moveTo>
                    <a:pt x="12345670" y="0"/>
                  </a:moveTo>
                  <a:lnTo>
                    <a:pt x="0" y="0"/>
                  </a:lnTo>
                  <a:lnTo>
                    <a:pt x="0" y="66040"/>
                  </a:lnTo>
                  <a:lnTo>
                    <a:pt x="12345670" y="6604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A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27660" y="718947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69"/>
                  </a:lnTo>
                  <a:lnTo>
                    <a:pt x="12345670" y="647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9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27660" y="725424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69"/>
                  </a:lnTo>
                  <a:lnTo>
                    <a:pt x="12345670" y="647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9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27660" y="731901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7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27660" y="7383779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6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27660" y="744855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69"/>
                  </a:lnTo>
                  <a:lnTo>
                    <a:pt x="12345670" y="647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5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27660" y="751332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69"/>
                  </a:lnTo>
                  <a:lnTo>
                    <a:pt x="12345670" y="647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4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27660" y="757809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69"/>
                  </a:lnTo>
                  <a:lnTo>
                    <a:pt x="12345670" y="647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3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27660" y="7642860"/>
              <a:ext cx="12345670" cy="64769"/>
            </a:xfrm>
            <a:custGeom>
              <a:avLst/>
              <a:gdLst/>
              <a:ahLst/>
              <a:cxnLst/>
              <a:rect l="l" t="t" r="r" b="b"/>
              <a:pathLst>
                <a:path w="12345670" h="64770">
                  <a:moveTo>
                    <a:pt x="1234567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12345670" y="647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2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27660" y="7707629"/>
              <a:ext cx="12345670" cy="63500"/>
            </a:xfrm>
            <a:custGeom>
              <a:avLst/>
              <a:gdLst/>
              <a:ahLst/>
              <a:cxnLst/>
              <a:rect l="l" t="t" r="r" b="b"/>
              <a:pathLst>
                <a:path w="12345670" h="63500">
                  <a:moveTo>
                    <a:pt x="12345670" y="0"/>
                  </a:moveTo>
                  <a:lnTo>
                    <a:pt x="0" y="0"/>
                  </a:lnTo>
                  <a:lnTo>
                    <a:pt x="0" y="63500"/>
                  </a:lnTo>
                  <a:lnTo>
                    <a:pt x="12345670" y="6350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1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28930" y="2589530"/>
              <a:ext cx="12344400" cy="5181600"/>
            </a:xfrm>
            <a:custGeom>
              <a:avLst/>
              <a:gdLst/>
              <a:ahLst/>
              <a:cxnLst/>
              <a:rect l="l" t="t" r="r" b="b"/>
              <a:pathLst>
                <a:path w="12344400" h="5181600">
                  <a:moveTo>
                    <a:pt x="6172200" y="5181600"/>
                  </a:moveTo>
                  <a:lnTo>
                    <a:pt x="0" y="5181600"/>
                  </a:lnTo>
                  <a:lnTo>
                    <a:pt x="0" y="0"/>
                  </a:lnTo>
                  <a:lnTo>
                    <a:pt x="12344400" y="0"/>
                  </a:lnTo>
                  <a:lnTo>
                    <a:pt x="12344400" y="5181600"/>
                  </a:lnTo>
                  <a:lnTo>
                    <a:pt x="6172200" y="5181600"/>
                  </a:lnTo>
                  <a:close/>
                </a:path>
              </a:pathLst>
            </a:custGeom>
            <a:ln w="9344">
              <a:solidFill>
                <a:srgbClr val="00CC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370840" y="2576830"/>
            <a:ext cx="12049760" cy="4963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39115" indent="486409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499109" algn="l"/>
              </a:tabLst>
            </a:pPr>
            <a:r>
              <a:rPr sz="3600" dirty="0">
                <a:latin typeface="Century Gothic"/>
                <a:cs typeface="Century Gothic"/>
              </a:rPr>
              <a:t>Applying</a:t>
            </a:r>
            <a:r>
              <a:rPr sz="3600" spc="-1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a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linear</a:t>
            </a:r>
            <a:r>
              <a:rPr sz="3600" spc="-1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filter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to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an image</a:t>
            </a:r>
            <a:r>
              <a:rPr sz="3600" spc="-1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is the</a:t>
            </a:r>
            <a:r>
              <a:rPr sz="3600" spc="-1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same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spc="-25" dirty="0">
                <a:latin typeface="Century Gothic"/>
                <a:cs typeface="Century Gothic"/>
              </a:rPr>
              <a:t>as: </a:t>
            </a:r>
            <a:r>
              <a:rPr sz="3600" dirty="0">
                <a:latin typeface="Century Gothic"/>
                <a:cs typeface="Century Gothic"/>
              </a:rPr>
              <a:t>applying</a:t>
            </a:r>
            <a:r>
              <a:rPr sz="3600" spc="-1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it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to all</a:t>
            </a:r>
            <a:r>
              <a:rPr sz="3600" spc="-25" dirty="0">
                <a:latin typeface="Century Gothic"/>
                <a:cs typeface="Century Gothic"/>
              </a:rPr>
              <a:t> </a:t>
            </a:r>
            <a:r>
              <a:rPr sz="3600" u="heavy" dirty="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parts</a:t>
            </a:r>
            <a:r>
              <a:rPr sz="3600" dirty="0">
                <a:latin typeface="Century Gothic"/>
                <a:cs typeface="Century Gothic"/>
              </a:rPr>
              <a:t>,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then summing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the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spc="-10" dirty="0">
                <a:latin typeface="Century Gothic"/>
                <a:cs typeface="Century Gothic"/>
              </a:rPr>
              <a:t>results.</a:t>
            </a:r>
            <a:endParaRPr sz="36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Wingdings"/>
              <a:buChar char=""/>
            </a:pPr>
            <a:endParaRPr sz="3500">
              <a:latin typeface="Century Gothic"/>
              <a:cs typeface="Century Gothic"/>
            </a:endParaRPr>
          </a:p>
          <a:p>
            <a:pPr marL="12700" marR="1755775" indent="486409">
              <a:lnSpc>
                <a:spcPct val="100000"/>
              </a:lnSpc>
              <a:buFont typeface="Wingdings"/>
              <a:buChar char=""/>
              <a:tabLst>
                <a:tab pos="499109" algn="l"/>
              </a:tabLst>
            </a:pPr>
            <a:r>
              <a:rPr sz="3600" dirty="0">
                <a:latin typeface="Century Gothic"/>
                <a:cs typeface="Century Gothic"/>
              </a:rPr>
              <a:t>When</a:t>
            </a:r>
            <a:r>
              <a:rPr sz="3600" spc="-1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applying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a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succession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of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linear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spc="-10" dirty="0">
                <a:latin typeface="Century Gothic"/>
                <a:cs typeface="Century Gothic"/>
              </a:rPr>
              <a:t>filters: </a:t>
            </a:r>
            <a:r>
              <a:rPr sz="3600" dirty="0">
                <a:latin typeface="Century Gothic"/>
                <a:cs typeface="Century Gothic"/>
              </a:rPr>
              <a:t>the</a:t>
            </a:r>
            <a:r>
              <a:rPr sz="3600" spc="-20" dirty="0">
                <a:latin typeface="Century Gothic"/>
                <a:cs typeface="Century Gothic"/>
              </a:rPr>
              <a:t> </a:t>
            </a:r>
            <a:r>
              <a:rPr sz="3600" u="heavy" dirty="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order</a:t>
            </a:r>
            <a:r>
              <a:rPr sz="3600" spc="-1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filters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are</a:t>
            </a:r>
            <a:r>
              <a:rPr sz="3600" spc="-1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applied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in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does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not</a:t>
            </a:r>
            <a:r>
              <a:rPr sz="3600" spc="-10" dirty="0">
                <a:latin typeface="Century Gothic"/>
                <a:cs typeface="Century Gothic"/>
              </a:rPr>
              <a:t> </a:t>
            </a:r>
            <a:r>
              <a:rPr sz="3600" spc="-35" dirty="0">
                <a:latin typeface="Century Gothic"/>
                <a:cs typeface="Century Gothic"/>
              </a:rPr>
              <a:t>matter.</a:t>
            </a:r>
            <a:endParaRPr sz="36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Wingdings"/>
              <a:buChar char=""/>
            </a:pPr>
            <a:endParaRPr sz="3500">
              <a:latin typeface="Century Gothic"/>
              <a:cs typeface="Century Gothic"/>
            </a:endParaRPr>
          </a:p>
          <a:p>
            <a:pPr marL="499109" indent="-486409">
              <a:lnSpc>
                <a:spcPct val="100000"/>
              </a:lnSpc>
              <a:buFont typeface="Wingdings"/>
              <a:buChar char=""/>
              <a:tabLst>
                <a:tab pos="499109" algn="l"/>
              </a:tabLst>
            </a:pPr>
            <a:r>
              <a:rPr sz="3600" dirty="0">
                <a:latin typeface="Century Gothic"/>
                <a:cs typeface="Century Gothic"/>
              </a:rPr>
              <a:t>Mathematical</a:t>
            </a:r>
            <a:r>
              <a:rPr sz="3600" spc="-3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framework</a:t>
            </a:r>
            <a:r>
              <a:rPr sz="3600" spc="-1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underlying</a:t>
            </a:r>
            <a:r>
              <a:rPr sz="3600" spc="-1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it:</a:t>
            </a:r>
            <a:r>
              <a:rPr sz="3600" spc="-60" dirty="0">
                <a:latin typeface="Century Gothic"/>
                <a:cs typeface="Century Gothic"/>
              </a:rPr>
              <a:t> </a:t>
            </a:r>
            <a:r>
              <a:rPr sz="3600" u="heavy" spc="-10" dirty="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Convolution</a:t>
            </a:r>
            <a:r>
              <a:rPr sz="3600" spc="-10" dirty="0">
                <a:latin typeface="Century Gothic"/>
                <a:cs typeface="Century Gothic"/>
              </a:rPr>
              <a:t>.</a:t>
            </a:r>
            <a:endParaRPr sz="36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Wingdings"/>
              <a:buChar char=""/>
            </a:pPr>
            <a:endParaRPr sz="3500">
              <a:latin typeface="Century Gothic"/>
              <a:cs typeface="Century Gothic"/>
            </a:endParaRPr>
          </a:p>
          <a:p>
            <a:pPr marL="499109" indent="-486409">
              <a:lnSpc>
                <a:spcPct val="100000"/>
              </a:lnSpc>
              <a:buFont typeface="Wingdings"/>
              <a:buChar char=""/>
              <a:tabLst>
                <a:tab pos="499109" algn="l"/>
              </a:tabLst>
            </a:pPr>
            <a:r>
              <a:rPr sz="3600" dirty="0">
                <a:latin typeface="Century Gothic"/>
                <a:cs typeface="Century Gothic"/>
              </a:rPr>
              <a:t>We</a:t>
            </a:r>
            <a:r>
              <a:rPr sz="3600" spc="-4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can</a:t>
            </a:r>
            <a:r>
              <a:rPr sz="3600" spc="-2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also</a:t>
            </a:r>
            <a:r>
              <a:rPr sz="3600" spc="-2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reverse</a:t>
            </a:r>
            <a:r>
              <a:rPr sz="3600" spc="-3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the</a:t>
            </a:r>
            <a:r>
              <a:rPr sz="3600" spc="-3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process</a:t>
            </a:r>
            <a:r>
              <a:rPr sz="3600" spc="-2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:</a:t>
            </a:r>
            <a:r>
              <a:rPr sz="3600" spc="-95" dirty="0">
                <a:latin typeface="Century Gothic"/>
                <a:cs typeface="Century Gothic"/>
              </a:rPr>
              <a:t> </a:t>
            </a:r>
            <a:r>
              <a:rPr sz="3600" u="heavy" spc="-10" dirty="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Deconvolution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328929" y="1366519"/>
            <a:ext cx="12344400" cy="3810"/>
          </a:xfrm>
          <a:custGeom>
            <a:avLst/>
            <a:gdLst/>
            <a:ahLst/>
            <a:cxnLst/>
            <a:rect l="l" t="t" r="r" b="b"/>
            <a:pathLst>
              <a:path w="12344400" h="3809">
                <a:moveTo>
                  <a:pt x="0" y="0"/>
                </a:moveTo>
                <a:lnTo>
                  <a:pt x="12344400" y="3809"/>
                </a:lnTo>
              </a:path>
            </a:pathLst>
          </a:custGeom>
          <a:ln w="50676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9240" rIns="0" bIns="0" rtlCol="0">
            <a:spAutoFit/>
          </a:bodyPr>
          <a:lstStyle/>
          <a:p>
            <a:pPr marL="293878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10" dirty="0"/>
              <a:t> </a:t>
            </a:r>
            <a:r>
              <a:rPr dirty="0"/>
              <a:t>Gaussian</a:t>
            </a:r>
            <a:r>
              <a:rPr spc="-15" dirty="0"/>
              <a:t> </a:t>
            </a:r>
            <a:r>
              <a:rPr spc="-10" dirty="0"/>
              <a:t>filter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23850" y="2737167"/>
            <a:ext cx="6258560" cy="6734809"/>
            <a:chOff x="323850" y="2737167"/>
            <a:chExt cx="6258560" cy="673480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850" y="2757169"/>
              <a:ext cx="6257290" cy="671449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27660" y="2740659"/>
              <a:ext cx="6249670" cy="167640"/>
            </a:xfrm>
            <a:custGeom>
              <a:avLst/>
              <a:gdLst/>
              <a:ahLst/>
              <a:cxnLst/>
              <a:rect l="l" t="t" r="r" b="b"/>
              <a:pathLst>
                <a:path w="6249670" h="167639">
                  <a:moveTo>
                    <a:pt x="62496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0" y="167640"/>
                  </a:lnTo>
                  <a:lnTo>
                    <a:pt x="6249670" y="167640"/>
                  </a:lnTo>
                  <a:lnTo>
                    <a:pt x="6249670" y="8382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D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7660" y="290829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19">
                  <a:moveTo>
                    <a:pt x="62496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6249670" y="8382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DE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7660" y="299211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19">
                  <a:moveTo>
                    <a:pt x="62496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6249670" y="8382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DD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7660" y="307593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19">
                  <a:moveTo>
                    <a:pt x="62496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6249670" y="83819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DC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7660" y="315975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19">
                  <a:moveTo>
                    <a:pt x="62496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6249670" y="8382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DB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7660" y="324357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6249670" y="8382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DA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7660" y="332739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6249670" y="8382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D9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7660" y="341121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6249670" y="83819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D8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7660" y="349503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6249670" y="8382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D7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7660" y="357885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6249670" y="83819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D6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7660" y="366267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6249670" y="8382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D5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7660" y="374649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6249670" y="8382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D4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7660" y="383031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6249670" y="83819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D3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7660" y="391413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6249670" y="8382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D2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7660" y="399795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6249670" y="83819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D1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7660" y="4081779"/>
              <a:ext cx="6249670" cy="85090"/>
            </a:xfrm>
            <a:custGeom>
              <a:avLst/>
              <a:gdLst/>
              <a:ahLst/>
              <a:cxnLst/>
              <a:rect l="l" t="t" r="r" b="b"/>
              <a:pathLst>
                <a:path w="6249670" h="85089">
                  <a:moveTo>
                    <a:pt x="6249670" y="0"/>
                  </a:moveTo>
                  <a:lnTo>
                    <a:pt x="0" y="0"/>
                  </a:lnTo>
                  <a:lnTo>
                    <a:pt x="0" y="85090"/>
                  </a:lnTo>
                  <a:lnTo>
                    <a:pt x="6249670" y="8509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D0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7660" y="4166869"/>
              <a:ext cx="6249670" cy="82550"/>
            </a:xfrm>
            <a:custGeom>
              <a:avLst/>
              <a:gdLst/>
              <a:ahLst/>
              <a:cxnLst/>
              <a:rect l="l" t="t" r="r" b="b"/>
              <a:pathLst>
                <a:path w="6249670" h="82550">
                  <a:moveTo>
                    <a:pt x="6249670" y="0"/>
                  </a:moveTo>
                  <a:lnTo>
                    <a:pt x="0" y="0"/>
                  </a:lnTo>
                  <a:lnTo>
                    <a:pt x="0" y="82550"/>
                  </a:lnTo>
                  <a:lnTo>
                    <a:pt x="6249670" y="8255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CF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7660" y="424941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6249670" y="83819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CE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7660" y="433323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6249670" y="8382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CD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27660" y="4417059"/>
              <a:ext cx="6249670" cy="167640"/>
            </a:xfrm>
            <a:custGeom>
              <a:avLst/>
              <a:gdLst/>
              <a:ahLst/>
              <a:cxnLst/>
              <a:rect l="l" t="t" r="r" b="b"/>
              <a:pathLst>
                <a:path w="6249670" h="167639">
                  <a:moveTo>
                    <a:pt x="62496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0" y="167640"/>
                  </a:lnTo>
                  <a:lnTo>
                    <a:pt x="6249670" y="167640"/>
                  </a:lnTo>
                  <a:lnTo>
                    <a:pt x="6249670" y="8382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CC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27660" y="4584700"/>
              <a:ext cx="6249670" cy="85090"/>
            </a:xfrm>
            <a:custGeom>
              <a:avLst/>
              <a:gdLst/>
              <a:ahLst/>
              <a:cxnLst/>
              <a:rect l="l" t="t" r="r" b="b"/>
              <a:pathLst>
                <a:path w="6249670" h="85089">
                  <a:moveTo>
                    <a:pt x="6249670" y="0"/>
                  </a:moveTo>
                  <a:lnTo>
                    <a:pt x="0" y="0"/>
                  </a:lnTo>
                  <a:lnTo>
                    <a:pt x="0" y="85089"/>
                  </a:lnTo>
                  <a:lnTo>
                    <a:pt x="6249670" y="85089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CA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7660" y="466978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6249670" y="8382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C9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27660" y="475360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6249670" y="83819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C8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27660" y="483742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6249670" y="8382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C7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27660" y="4921250"/>
              <a:ext cx="6249670" cy="82550"/>
            </a:xfrm>
            <a:custGeom>
              <a:avLst/>
              <a:gdLst/>
              <a:ahLst/>
              <a:cxnLst/>
              <a:rect l="l" t="t" r="r" b="b"/>
              <a:pathLst>
                <a:path w="6249670" h="82550">
                  <a:moveTo>
                    <a:pt x="6249670" y="0"/>
                  </a:moveTo>
                  <a:lnTo>
                    <a:pt x="0" y="0"/>
                  </a:lnTo>
                  <a:lnTo>
                    <a:pt x="0" y="82550"/>
                  </a:lnTo>
                  <a:lnTo>
                    <a:pt x="6249670" y="8255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C6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27660" y="5003800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6249670" y="8382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C5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7660" y="5087619"/>
              <a:ext cx="6249670" cy="85090"/>
            </a:xfrm>
            <a:custGeom>
              <a:avLst/>
              <a:gdLst/>
              <a:ahLst/>
              <a:cxnLst/>
              <a:rect l="l" t="t" r="r" b="b"/>
              <a:pathLst>
                <a:path w="6249670" h="85089">
                  <a:moveTo>
                    <a:pt x="6249670" y="0"/>
                  </a:moveTo>
                  <a:lnTo>
                    <a:pt x="0" y="0"/>
                  </a:lnTo>
                  <a:lnTo>
                    <a:pt x="0" y="85089"/>
                  </a:lnTo>
                  <a:lnTo>
                    <a:pt x="6249670" y="85089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C4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27660" y="517270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6249670" y="83819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C3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27660" y="525652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6249670" y="8382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C2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27660" y="5340350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6249670" y="8382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C1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27660" y="542416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6249670" y="83819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C0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27660" y="550798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6249670" y="8382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BF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27660" y="559180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6249670" y="83819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BE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27660" y="567562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6249670" y="8382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BD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27660" y="5759450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6249670" y="8382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BC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7660" y="584326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6249670" y="83819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BB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7660" y="592708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6249670" y="8382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BA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7660" y="601090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6249670" y="83819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B9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27660" y="609472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6249670" y="8382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B8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27660" y="6178550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6249670" y="8382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B7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27660" y="6262370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6249670" y="83819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B6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27660" y="634618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6249670" y="8382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B5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27660" y="643000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6249670" y="83819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B4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27660" y="651382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6249670" y="8382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B3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27660" y="6597650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6249670" y="83819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B2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27660" y="6681470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6249670" y="83819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B1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27660" y="676528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6249670" y="83819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B0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27660" y="684910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6249670" y="8382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AF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27660" y="693292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6249670" y="8382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AE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27660" y="7016750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6249670" y="83819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AD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27660" y="7100570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6249670" y="83819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AC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27660" y="718438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6249670" y="83819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AB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27660" y="726820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6249670" y="8382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AA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27660" y="735202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6249670" y="8382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A9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27660" y="7435850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6249670" y="83819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A8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27660" y="7519670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6249670" y="83819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A7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27660" y="760348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6249670" y="83819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A6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27660" y="768730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6249670" y="8382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A5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27660" y="777112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6249670" y="8382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A4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27660" y="7854950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6249670" y="83819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A3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27660" y="7938770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6249670" y="83819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A2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27660" y="802258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6249670" y="83819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A1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27660" y="810640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6249670" y="8382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A0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27660" y="819022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6249670" y="8382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9F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27660" y="8274050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6249670" y="83819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9E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27660" y="8357870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6249670" y="83819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9D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27660" y="844168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6249670" y="83819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9C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27660" y="852550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6249670" y="8382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9B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27660" y="860932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6249670" y="8382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9A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27660" y="8693150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6249670" y="83819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99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27660" y="8776970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6249670" y="83819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99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27660" y="886078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6249670" y="83819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97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27660" y="894460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6249670" y="8382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96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27660" y="902842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6249670" y="8382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95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27660" y="9112250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6249670" y="8382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94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27660" y="9196070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6249670" y="83819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93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27660" y="9279889"/>
              <a:ext cx="6249670" cy="83820"/>
            </a:xfrm>
            <a:custGeom>
              <a:avLst/>
              <a:gdLst/>
              <a:ahLst/>
              <a:cxnLst/>
              <a:rect l="l" t="t" r="r" b="b"/>
              <a:pathLst>
                <a:path w="6249670" h="83820">
                  <a:moveTo>
                    <a:pt x="624967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6249670" y="83819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92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27660" y="9363710"/>
              <a:ext cx="6249670" cy="85090"/>
            </a:xfrm>
            <a:custGeom>
              <a:avLst/>
              <a:gdLst/>
              <a:ahLst/>
              <a:cxnLst/>
              <a:rect l="l" t="t" r="r" b="b"/>
              <a:pathLst>
                <a:path w="6249670" h="85090">
                  <a:moveTo>
                    <a:pt x="6249670" y="0"/>
                  </a:moveTo>
                  <a:lnTo>
                    <a:pt x="0" y="0"/>
                  </a:lnTo>
                  <a:lnTo>
                    <a:pt x="0" y="85090"/>
                  </a:lnTo>
                  <a:lnTo>
                    <a:pt x="6249670" y="8509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91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28930" y="2741929"/>
              <a:ext cx="6248400" cy="6705600"/>
            </a:xfrm>
            <a:custGeom>
              <a:avLst/>
              <a:gdLst/>
              <a:ahLst/>
              <a:cxnLst/>
              <a:rect l="l" t="t" r="r" b="b"/>
              <a:pathLst>
                <a:path w="6248400" h="6705600">
                  <a:moveTo>
                    <a:pt x="3124199" y="6705600"/>
                  </a:moveTo>
                  <a:lnTo>
                    <a:pt x="0" y="6705600"/>
                  </a:lnTo>
                  <a:lnTo>
                    <a:pt x="0" y="0"/>
                  </a:lnTo>
                  <a:lnTo>
                    <a:pt x="6248400" y="0"/>
                  </a:lnTo>
                  <a:lnTo>
                    <a:pt x="6248400" y="6705600"/>
                  </a:lnTo>
                  <a:lnTo>
                    <a:pt x="3124199" y="6705600"/>
                  </a:lnTo>
                  <a:close/>
                </a:path>
              </a:pathLst>
            </a:custGeom>
            <a:ln w="9344">
              <a:solidFill>
                <a:srgbClr val="00CC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316229" y="2729230"/>
            <a:ext cx="6190615" cy="65887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1170" indent="-45847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471170" algn="l"/>
              </a:tabLst>
            </a:pPr>
            <a:r>
              <a:rPr sz="3400" dirty="0">
                <a:latin typeface="Century Gothic"/>
                <a:cs typeface="Century Gothic"/>
              </a:rPr>
              <a:t>smooths</a:t>
            </a:r>
            <a:r>
              <a:rPr sz="3400" spc="-35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Poisson</a:t>
            </a:r>
            <a:r>
              <a:rPr sz="3400" spc="-25" dirty="0">
                <a:latin typeface="Century Gothic"/>
                <a:cs typeface="Century Gothic"/>
              </a:rPr>
              <a:t> </a:t>
            </a:r>
            <a:r>
              <a:rPr sz="3400" spc="-10" dirty="0">
                <a:latin typeface="Century Gothic"/>
                <a:cs typeface="Century Gothic"/>
              </a:rPr>
              <a:t>noise</a:t>
            </a:r>
            <a:endParaRPr sz="3400">
              <a:latin typeface="Century Gothic"/>
              <a:cs typeface="Century Gothic"/>
            </a:endParaRPr>
          </a:p>
          <a:p>
            <a:pPr marL="471170" indent="-458470">
              <a:lnSpc>
                <a:spcPct val="100000"/>
              </a:lnSpc>
              <a:spcBef>
                <a:spcPts val="2990"/>
              </a:spcBef>
              <a:buFont typeface="Wingdings"/>
              <a:buChar char=""/>
              <a:tabLst>
                <a:tab pos="471170" algn="l"/>
              </a:tabLst>
            </a:pPr>
            <a:r>
              <a:rPr sz="3400" dirty="0">
                <a:latin typeface="Century Gothic"/>
                <a:cs typeface="Century Gothic"/>
              </a:rPr>
              <a:t>linear</a:t>
            </a:r>
            <a:r>
              <a:rPr sz="3400" spc="-30" dirty="0">
                <a:latin typeface="Century Gothic"/>
                <a:cs typeface="Century Gothic"/>
              </a:rPr>
              <a:t> </a:t>
            </a:r>
            <a:r>
              <a:rPr sz="3400" spc="-10" dirty="0">
                <a:latin typeface="Century Gothic"/>
                <a:cs typeface="Century Gothic"/>
              </a:rPr>
              <a:t>Filter</a:t>
            </a:r>
            <a:endParaRPr sz="3400">
              <a:latin typeface="Century Gothic"/>
              <a:cs typeface="Century Gothic"/>
            </a:endParaRPr>
          </a:p>
          <a:p>
            <a:pPr marL="12700" marR="31115" indent="458470">
              <a:lnSpc>
                <a:spcPct val="100000"/>
              </a:lnSpc>
              <a:spcBef>
                <a:spcPts val="3000"/>
              </a:spcBef>
              <a:buFont typeface="Wingdings"/>
              <a:buChar char=""/>
              <a:tabLst>
                <a:tab pos="471170" algn="l"/>
              </a:tabLst>
            </a:pPr>
            <a:r>
              <a:rPr sz="3400" dirty="0">
                <a:latin typeface="Century Gothic"/>
                <a:cs typeface="Century Gothic"/>
              </a:rPr>
              <a:t>makes</a:t>
            </a:r>
            <a:r>
              <a:rPr sz="3400" spc="-30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more</a:t>
            </a:r>
            <a:r>
              <a:rPr sz="3400" spc="-20" dirty="0">
                <a:latin typeface="Century Gothic"/>
                <a:cs typeface="Century Gothic"/>
              </a:rPr>
              <a:t> </a:t>
            </a:r>
            <a:r>
              <a:rPr sz="3400" spc="-10" dirty="0">
                <a:latin typeface="Century Gothic"/>
                <a:cs typeface="Century Gothic"/>
              </a:rPr>
              <a:t>mathematical </a:t>
            </a:r>
            <a:r>
              <a:rPr sz="3400" dirty="0">
                <a:latin typeface="Century Gothic"/>
                <a:cs typeface="Century Gothic"/>
              </a:rPr>
              <a:t>sense</a:t>
            </a:r>
            <a:r>
              <a:rPr sz="3400" spc="-30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than</a:t>
            </a:r>
            <a:r>
              <a:rPr sz="3400" spc="-20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mean</a:t>
            </a:r>
            <a:r>
              <a:rPr sz="3400" spc="-20" dirty="0">
                <a:latin typeface="Century Gothic"/>
                <a:cs typeface="Century Gothic"/>
              </a:rPr>
              <a:t> </a:t>
            </a:r>
            <a:r>
              <a:rPr sz="3400" spc="-10" dirty="0">
                <a:latin typeface="Century Gothic"/>
                <a:cs typeface="Century Gothic"/>
              </a:rPr>
              <a:t>filter?</a:t>
            </a:r>
            <a:endParaRPr sz="3400">
              <a:latin typeface="Century Gothic"/>
              <a:cs typeface="Century Gothic"/>
            </a:endParaRPr>
          </a:p>
          <a:p>
            <a:pPr marL="12700" marR="5080" indent="458470">
              <a:lnSpc>
                <a:spcPct val="100000"/>
              </a:lnSpc>
              <a:spcBef>
                <a:spcPts val="2990"/>
              </a:spcBef>
              <a:buFont typeface="Wingdings"/>
              <a:buChar char=""/>
              <a:tabLst>
                <a:tab pos="471170" algn="l"/>
              </a:tabLst>
            </a:pPr>
            <a:r>
              <a:rPr sz="3400" dirty="0">
                <a:latin typeface="Century Gothic"/>
                <a:cs typeface="Century Gothic"/>
              </a:rPr>
              <a:t>...properly</a:t>
            </a:r>
            <a:r>
              <a:rPr sz="3400" spc="-60" dirty="0">
                <a:latin typeface="Century Gothic"/>
                <a:cs typeface="Century Gothic"/>
              </a:rPr>
              <a:t> </a:t>
            </a:r>
            <a:r>
              <a:rPr sz="3400" spc="-10" dirty="0">
                <a:latin typeface="Century Gothic"/>
                <a:cs typeface="Century Gothic"/>
              </a:rPr>
              <a:t>spatially </a:t>
            </a:r>
            <a:r>
              <a:rPr sz="3400" dirty="0">
                <a:latin typeface="Century Gothic"/>
                <a:cs typeface="Century Gothic"/>
              </a:rPr>
              <a:t>sampled</a:t>
            </a:r>
            <a:r>
              <a:rPr sz="3400" spc="-30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image,</a:t>
            </a:r>
            <a:r>
              <a:rPr sz="3400" spc="-20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looks</a:t>
            </a:r>
            <a:r>
              <a:rPr sz="3400" spc="-15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like</a:t>
            </a:r>
            <a:r>
              <a:rPr sz="3400" spc="-15" dirty="0">
                <a:latin typeface="Century Gothic"/>
                <a:cs typeface="Century Gothic"/>
              </a:rPr>
              <a:t> </a:t>
            </a:r>
            <a:r>
              <a:rPr sz="3400" spc="-25" dirty="0">
                <a:latin typeface="Century Gothic"/>
                <a:cs typeface="Century Gothic"/>
              </a:rPr>
              <a:t>PSF</a:t>
            </a:r>
            <a:endParaRPr sz="3400">
              <a:latin typeface="Century Gothic"/>
              <a:cs typeface="Century Gothic"/>
            </a:endParaRPr>
          </a:p>
          <a:p>
            <a:pPr marL="12700" marR="284480" indent="458470">
              <a:lnSpc>
                <a:spcPct val="100000"/>
              </a:lnSpc>
              <a:spcBef>
                <a:spcPts val="2990"/>
              </a:spcBef>
              <a:buFont typeface="Wingdings"/>
              <a:buChar char=""/>
              <a:tabLst>
                <a:tab pos="471170" algn="l"/>
              </a:tabLst>
            </a:pPr>
            <a:r>
              <a:rPr sz="3400" dirty="0">
                <a:latin typeface="Century Gothic"/>
                <a:cs typeface="Century Gothic"/>
              </a:rPr>
              <a:t>can</a:t>
            </a:r>
            <a:r>
              <a:rPr sz="3400" spc="-30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vary</a:t>
            </a:r>
            <a:r>
              <a:rPr sz="3400" spc="-5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the</a:t>
            </a:r>
            <a:r>
              <a:rPr sz="3400" spc="-15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sigma</a:t>
            </a:r>
            <a:r>
              <a:rPr sz="3400" spc="-15" dirty="0">
                <a:latin typeface="Century Gothic"/>
                <a:cs typeface="Century Gothic"/>
              </a:rPr>
              <a:t> </a:t>
            </a:r>
            <a:r>
              <a:rPr sz="3400" spc="-10" dirty="0">
                <a:latin typeface="Century Gothic"/>
                <a:cs typeface="Century Gothic"/>
              </a:rPr>
              <a:t>value: </a:t>
            </a:r>
            <a:r>
              <a:rPr sz="3400" dirty="0">
                <a:latin typeface="Century Gothic"/>
                <a:cs typeface="Century Gothic"/>
              </a:rPr>
              <a:t>number</a:t>
            </a:r>
            <a:r>
              <a:rPr sz="3400" spc="-15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of</a:t>
            </a:r>
            <a:r>
              <a:rPr sz="3400" spc="-5" dirty="0">
                <a:latin typeface="Century Gothic"/>
                <a:cs typeface="Century Gothic"/>
              </a:rPr>
              <a:t> </a:t>
            </a:r>
            <a:r>
              <a:rPr sz="3400" spc="-10" dirty="0">
                <a:latin typeface="Century Gothic"/>
                <a:cs typeface="Century Gothic"/>
              </a:rPr>
              <a:t>pixels</a:t>
            </a:r>
            <a:endParaRPr sz="3400">
              <a:latin typeface="Century Gothic"/>
              <a:cs typeface="Century Gothic"/>
            </a:endParaRPr>
          </a:p>
          <a:p>
            <a:pPr marL="471170" indent="-458470">
              <a:lnSpc>
                <a:spcPct val="100000"/>
              </a:lnSpc>
              <a:spcBef>
                <a:spcPts val="2990"/>
              </a:spcBef>
              <a:buFont typeface="Wingdings"/>
              <a:buChar char=""/>
              <a:tabLst>
                <a:tab pos="471170" algn="l"/>
              </a:tabLst>
            </a:pPr>
            <a:r>
              <a:rPr sz="3400" dirty="0">
                <a:latin typeface="Century Gothic"/>
                <a:cs typeface="Century Gothic"/>
              </a:rPr>
              <a:t>varying</a:t>
            </a:r>
            <a:r>
              <a:rPr sz="3400" spc="-30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degree</a:t>
            </a:r>
            <a:r>
              <a:rPr sz="3400" spc="-20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of</a:t>
            </a:r>
            <a:r>
              <a:rPr sz="3400" spc="-15" dirty="0">
                <a:latin typeface="Century Gothic"/>
                <a:cs typeface="Century Gothic"/>
              </a:rPr>
              <a:t> </a:t>
            </a:r>
            <a:r>
              <a:rPr sz="3400" spc="-10" dirty="0">
                <a:latin typeface="Century Gothic"/>
                <a:cs typeface="Century Gothic"/>
              </a:rPr>
              <a:t>blur.</a:t>
            </a:r>
            <a:endParaRPr sz="3400">
              <a:latin typeface="Century Gothic"/>
              <a:cs typeface="Century Gothic"/>
            </a:endParaRPr>
          </a:p>
        </p:txBody>
      </p:sp>
      <p:pic>
        <p:nvPicPr>
          <p:cNvPr id="85" name="object 8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19977" y="3341777"/>
            <a:ext cx="6179004" cy="5175704"/>
          </a:xfrm>
          <a:prstGeom prst="rect">
            <a:avLst/>
          </a:prstGeom>
        </p:spPr>
      </p:pic>
      <p:sp>
        <p:nvSpPr>
          <p:cNvPr id="86" name="object 86"/>
          <p:cNvSpPr/>
          <p:nvPr/>
        </p:nvSpPr>
        <p:spPr>
          <a:xfrm>
            <a:off x="328929" y="1366519"/>
            <a:ext cx="12344400" cy="3810"/>
          </a:xfrm>
          <a:custGeom>
            <a:avLst/>
            <a:gdLst/>
            <a:ahLst/>
            <a:cxnLst/>
            <a:rect l="l" t="t" r="r" b="b"/>
            <a:pathLst>
              <a:path w="12344400" h="3809">
                <a:moveTo>
                  <a:pt x="0" y="0"/>
                </a:moveTo>
                <a:lnTo>
                  <a:pt x="12344400" y="3809"/>
                </a:lnTo>
              </a:path>
            </a:pathLst>
          </a:custGeom>
          <a:ln w="50676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7" name="object 87"/>
          <p:cNvGrpSpPr/>
          <p:nvPr/>
        </p:nvGrpSpPr>
        <p:grpSpPr>
          <a:xfrm>
            <a:off x="1084987" y="1598930"/>
            <a:ext cx="10908030" cy="1094740"/>
            <a:chOff x="1084987" y="1598930"/>
            <a:chExt cx="10908030" cy="1094740"/>
          </a:xfrm>
        </p:grpSpPr>
        <p:pic>
          <p:nvPicPr>
            <p:cNvPr id="88" name="object 8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4987" y="1614170"/>
              <a:ext cx="10907622" cy="1079500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1089660" y="1598929"/>
              <a:ext cx="10897870" cy="43180"/>
            </a:xfrm>
            <a:custGeom>
              <a:avLst/>
              <a:gdLst/>
              <a:ahLst/>
              <a:cxnLst/>
              <a:rect l="l" t="t" r="r" b="b"/>
              <a:pathLst>
                <a:path w="10897870" h="43180">
                  <a:moveTo>
                    <a:pt x="108978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43180"/>
                  </a:lnTo>
                  <a:lnTo>
                    <a:pt x="10897870" y="43180"/>
                  </a:lnTo>
                  <a:lnTo>
                    <a:pt x="10897870" y="2159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089659" y="1642110"/>
              <a:ext cx="10897870" cy="22860"/>
            </a:xfrm>
            <a:custGeom>
              <a:avLst/>
              <a:gdLst/>
              <a:ahLst/>
              <a:cxnLst/>
              <a:rect l="l" t="t" r="r" b="b"/>
              <a:pathLst>
                <a:path w="10897870" h="22860">
                  <a:moveTo>
                    <a:pt x="108978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10897870" y="2286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1089659" y="1664970"/>
              <a:ext cx="10897870" cy="21590"/>
            </a:xfrm>
            <a:custGeom>
              <a:avLst/>
              <a:gdLst/>
              <a:ahLst/>
              <a:cxnLst/>
              <a:rect l="l" t="t" r="r" b="b"/>
              <a:pathLst>
                <a:path w="10897870" h="21589">
                  <a:moveTo>
                    <a:pt x="1089787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10897870" y="2158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089659" y="1686560"/>
              <a:ext cx="10897870" cy="21590"/>
            </a:xfrm>
            <a:custGeom>
              <a:avLst/>
              <a:gdLst/>
              <a:ahLst/>
              <a:cxnLst/>
              <a:rect l="l" t="t" r="r" b="b"/>
              <a:pathLst>
                <a:path w="10897870" h="21589">
                  <a:moveTo>
                    <a:pt x="108978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0897870" y="2159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1089659" y="1708150"/>
              <a:ext cx="10897870" cy="21590"/>
            </a:xfrm>
            <a:custGeom>
              <a:avLst/>
              <a:gdLst/>
              <a:ahLst/>
              <a:cxnLst/>
              <a:rect l="l" t="t" r="r" b="b"/>
              <a:pathLst>
                <a:path w="10897870" h="21589">
                  <a:moveTo>
                    <a:pt x="108978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0897870" y="2159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1089659" y="1729740"/>
              <a:ext cx="10897870" cy="21590"/>
            </a:xfrm>
            <a:custGeom>
              <a:avLst/>
              <a:gdLst/>
              <a:ahLst/>
              <a:cxnLst/>
              <a:rect l="l" t="t" r="r" b="b"/>
              <a:pathLst>
                <a:path w="10897870" h="21589">
                  <a:moveTo>
                    <a:pt x="1089787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10897870" y="2158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1089659" y="1751330"/>
              <a:ext cx="10897870" cy="22860"/>
            </a:xfrm>
            <a:custGeom>
              <a:avLst/>
              <a:gdLst/>
              <a:ahLst/>
              <a:cxnLst/>
              <a:rect l="l" t="t" r="r" b="b"/>
              <a:pathLst>
                <a:path w="10897870" h="22860">
                  <a:moveTo>
                    <a:pt x="108978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10897870" y="2286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1089659" y="1774190"/>
              <a:ext cx="10897870" cy="21590"/>
            </a:xfrm>
            <a:custGeom>
              <a:avLst/>
              <a:gdLst/>
              <a:ahLst/>
              <a:cxnLst/>
              <a:rect l="l" t="t" r="r" b="b"/>
              <a:pathLst>
                <a:path w="10897870" h="21589">
                  <a:moveTo>
                    <a:pt x="1089787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10897870" y="2158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1089659" y="1795780"/>
              <a:ext cx="10897870" cy="21590"/>
            </a:xfrm>
            <a:custGeom>
              <a:avLst/>
              <a:gdLst/>
              <a:ahLst/>
              <a:cxnLst/>
              <a:rect l="l" t="t" r="r" b="b"/>
              <a:pathLst>
                <a:path w="10897870" h="21589">
                  <a:moveTo>
                    <a:pt x="108978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0897870" y="2159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1089659" y="1817370"/>
              <a:ext cx="10897870" cy="21590"/>
            </a:xfrm>
            <a:custGeom>
              <a:avLst/>
              <a:gdLst/>
              <a:ahLst/>
              <a:cxnLst/>
              <a:rect l="l" t="t" r="r" b="b"/>
              <a:pathLst>
                <a:path w="10897870" h="21589">
                  <a:moveTo>
                    <a:pt x="1089787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10897870" y="2158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1089659" y="1838960"/>
              <a:ext cx="10897870" cy="22860"/>
            </a:xfrm>
            <a:custGeom>
              <a:avLst/>
              <a:gdLst/>
              <a:ahLst/>
              <a:cxnLst/>
              <a:rect l="l" t="t" r="r" b="b"/>
              <a:pathLst>
                <a:path w="10897870" h="22860">
                  <a:moveTo>
                    <a:pt x="108978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10897870" y="2286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1089659" y="1861820"/>
              <a:ext cx="10897870" cy="21590"/>
            </a:xfrm>
            <a:custGeom>
              <a:avLst/>
              <a:gdLst/>
              <a:ahLst/>
              <a:cxnLst/>
              <a:rect l="l" t="t" r="r" b="b"/>
              <a:pathLst>
                <a:path w="10897870" h="21589">
                  <a:moveTo>
                    <a:pt x="1089787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10897870" y="2158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1089659" y="1883410"/>
              <a:ext cx="10897870" cy="21590"/>
            </a:xfrm>
            <a:custGeom>
              <a:avLst/>
              <a:gdLst/>
              <a:ahLst/>
              <a:cxnLst/>
              <a:rect l="l" t="t" r="r" b="b"/>
              <a:pathLst>
                <a:path w="10897870" h="21589">
                  <a:moveTo>
                    <a:pt x="108978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0897870" y="2159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1089659" y="1905000"/>
              <a:ext cx="10897870" cy="21590"/>
            </a:xfrm>
            <a:custGeom>
              <a:avLst/>
              <a:gdLst/>
              <a:ahLst/>
              <a:cxnLst/>
              <a:rect l="l" t="t" r="r" b="b"/>
              <a:pathLst>
                <a:path w="10897870" h="21589">
                  <a:moveTo>
                    <a:pt x="108978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0897870" y="2159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1089659" y="1926590"/>
              <a:ext cx="10897870" cy="21590"/>
            </a:xfrm>
            <a:custGeom>
              <a:avLst/>
              <a:gdLst/>
              <a:ahLst/>
              <a:cxnLst/>
              <a:rect l="l" t="t" r="r" b="b"/>
              <a:pathLst>
                <a:path w="10897870" h="21589">
                  <a:moveTo>
                    <a:pt x="1089787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10897870" y="2158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1089659" y="1948180"/>
              <a:ext cx="10897870" cy="22860"/>
            </a:xfrm>
            <a:custGeom>
              <a:avLst/>
              <a:gdLst/>
              <a:ahLst/>
              <a:cxnLst/>
              <a:rect l="l" t="t" r="r" b="b"/>
              <a:pathLst>
                <a:path w="10897870" h="22860">
                  <a:moveTo>
                    <a:pt x="108978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10897870" y="2286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1089659" y="1971040"/>
              <a:ext cx="10897870" cy="21590"/>
            </a:xfrm>
            <a:custGeom>
              <a:avLst/>
              <a:gdLst/>
              <a:ahLst/>
              <a:cxnLst/>
              <a:rect l="l" t="t" r="r" b="b"/>
              <a:pathLst>
                <a:path w="10897870" h="21589">
                  <a:moveTo>
                    <a:pt x="1089787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10897870" y="2158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1089659" y="1992630"/>
              <a:ext cx="10897870" cy="21590"/>
            </a:xfrm>
            <a:custGeom>
              <a:avLst/>
              <a:gdLst/>
              <a:ahLst/>
              <a:cxnLst/>
              <a:rect l="l" t="t" r="r" b="b"/>
              <a:pathLst>
                <a:path w="10897870" h="21589">
                  <a:moveTo>
                    <a:pt x="108978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0897870" y="2159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1089659" y="2014220"/>
              <a:ext cx="10897870" cy="21590"/>
            </a:xfrm>
            <a:custGeom>
              <a:avLst/>
              <a:gdLst/>
              <a:ahLst/>
              <a:cxnLst/>
              <a:rect l="l" t="t" r="r" b="b"/>
              <a:pathLst>
                <a:path w="10897870" h="21589">
                  <a:moveTo>
                    <a:pt x="1089787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10897870" y="2158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1089659" y="2035810"/>
              <a:ext cx="10897870" cy="21590"/>
            </a:xfrm>
            <a:custGeom>
              <a:avLst/>
              <a:gdLst/>
              <a:ahLst/>
              <a:cxnLst/>
              <a:rect l="l" t="t" r="r" b="b"/>
              <a:pathLst>
                <a:path w="10897870" h="21589">
                  <a:moveTo>
                    <a:pt x="108978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0897870" y="2159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1089659" y="2057400"/>
              <a:ext cx="10897870" cy="22860"/>
            </a:xfrm>
            <a:custGeom>
              <a:avLst/>
              <a:gdLst/>
              <a:ahLst/>
              <a:cxnLst/>
              <a:rect l="l" t="t" r="r" b="b"/>
              <a:pathLst>
                <a:path w="10897870" h="22860">
                  <a:moveTo>
                    <a:pt x="108978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10897870" y="2285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1089659" y="2080260"/>
              <a:ext cx="10897870" cy="21590"/>
            </a:xfrm>
            <a:custGeom>
              <a:avLst/>
              <a:gdLst/>
              <a:ahLst/>
              <a:cxnLst/>
              <a:rect l="l" t="t" r="r" b="b"/>
              <a:pathLst>
                <a:path w="10897870" h="21589">
                  <a:moveTo>
                    <a:pt x="108978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0897870" y="2159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1089659" y="2101850"/>
              <a:ext cx="10897870" cy="21590"/>
            </a:xfrm>
            <a:custGeom>
              <a:avLst/>
              <a:gdLst/>
              <a:ahLst/>
              <a:cxnLst/>
              <a:rect l="l" t="t" r="r" b="b"/>
              <a:pathLst>
                <a:path w="10897870" h="21589">
                  <a:moveTo>
                    <a:pt x="108978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0897870" y="2159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1089659" y="2123440"/>
              <a:ext cx="10897870" cy="21590"/>
            </a:xfrm>
            <a:custGeom>
              <a:avLst/>
              <a:gdLst/>
              <a:ahLst/>
              <a:cxnLst/>
              <a:rect l="l" t="t" r="r" b="b"/>
              <a:pathLst>
                <a:path w="10897870" h="21589">
                  <a:moveTo>
                    <a:pt x="1089787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10897870" y="2158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1089659" y="2145030"/>
              <a:ext cx="10897870" cy="21590"/>
            </a:xfrm>
            <a:custGeom>
              <a:avLst/>
              <a:gdLst/>
              <a:ahLst/>
              <a:cxnLst/>
              <a:rect l="l" t="t" r="r" b="b"/>
              <a:pathLst>
                <a:path w="10897870" h="21589">
                  <a:moveTo>
                    <a:pt x="108978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0897870" y="2159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1089659" y="2166620"/>
              <a:ext cx="10897870" cy="22860"/>
            </a:xfrm>
            <a:custGeom>
              <a:avLst/>
              <a:gdLst/>
              <a:ahLst/>
              <a:cxnLst/>
              <a:rect l="l" t="t" r="r" b="b"/>
              <a:pathLst>
                <a:path w="10897870" h="22860">
                  <a:moveTo>
                    <a:pt x="108978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10897870" y="2285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1089659" y="2189480"/>
              <a:ext cx="10897870" cy="21590"/>
            </a:xfrm>
            <a:custGeom>
              <a:avLst/>
              <a:gdLst/>
              <a:ahLst/>
              <a:cxnLst/>
              <a:rect l="l" t="t" r="r" b="b"/>
              <a:pathLst>
                <a:path w="10897870" h="21589">
                  <a:moveTo>
                    <a:pt x="108978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0897870" y="2159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1089659" y="2211070"/>
              <a:ext cx="10897870" cy="21590"/>
            </a:xfrm>
            <a:custGeom>
              <a:avLst/>
              <a:gdLst/>
              <a:ahLst/>
              <a:cxnLst/>
              <a:rect l="l" t="t" r="r" b="b"/>
              <a:pathLst>
                <a:path w="10897870" h="21589">
                  <a:moveTo>
                    <a:pt x="1089787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10897870" y="2158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1089659" y="2232660"/>
              <a:ext cx="10897870" cy="21590"/>
            </a:xfrm>
            <a:custGeom>
              <a:avLst/>
              <a:gdLst/>
              <a:ahLst/>
              <a:cxnLst/>
              <a:rect l="l" t="t" r="r" b="b"/>
              <a:pathLst>
                <a:path w="10897870" h="21589">
                  <a:moveTo>
                    <a:pt x="108978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0897870" y="2159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1089659" y="2254250"/>
              <a:ext cx="10897870" cy="22860"/>
            </a:xfrm>
            <a:custGeom>
              <a:avLst/>
              <a:gdLst/>
              <a:ahLst/>
              <a:cxnLst/>
              <a:rect l="l" t="t" r="r" b="b"/>
              <a:pathLst>
                <a:path w="10897870" h="22860">
                  <a:moveTo>
                    <a:pt x="108978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10897870" y="2285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1089659" y="2277110"/>
              <a:ext cx="10897870" cy="21590"/>
            </a:xfrm>
            <a:custGeom>
              <a:avLst/>
              <a:gdLst/>
              <a:ahLst/>
              <a:cxnLst/>
              <a:rect l="l" t="t" r="r" b="b"/>
              <a:pathLst>
                <a:path w="10897870" h="21589">
                  <a:moveTo>
                    <a:pt x="108978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0897870" y="2159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1089659" y="2298700"/>
              <a:ext cx="10897870" cy="21590"/>
            </a:xfrm>
            <a:custGeom>
              <a:avLst/>
              <a:gdLst/>
              <a:ahLst/>
              <a:cxnLst/>
              <a:rect l="l" t="t" r="r" b="b"/>
              <a:pathLst>
                <a:path w="10897870" h="21589">
                  <a:moveTo>
                    <a:pt x="108978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0897870" y="2159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1089660" y="2320289"/>
              <a:ext cx="10897870" cy="43180"/>
            </a:xfrm>
            <a:custGeom>
              <a:avLst/>
              <a:gdLst/>
              <a:ahLst/>
              <a:cxnLst/>
              <a:rect l="l" t="t" r="r" b="b"/>
              <a:pathLst>
                <a:path w="10897870" h="43180">
                  <a:moveTo>
                    <a:pt x="108978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43180"/>
                  </a:lnTo>
                  <a:lnTo>
                    <a:pt x="10897870" y="43180"/>
                  </a:lnTo>
                  <a:lnTo>
                    <a:pt x="10897870" y="2159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1089659" y="2363470"/>
              <a:ext cx="10897870" cy="22860"/>
            </a:xfrm>
            <a:custGeom>
              <a:avLst/>
              <a:gdLst/>
              <a:ahLst/>
              <a:cxnLst/>
              <a:rect l="l" t="t" r="r" b="b"/>
              <a:pathLst>
                <a:path w="10897870" h="22860">
                  <a:moveTo>
                    <a:pt x="108978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10897870" y="2285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1089659" y="2386330"/>
              <a:ext cx="10897870" cy="21590"/>
            </a:xfrm>
            <a:custGeom>
              <a:avLst/>
              <a:gdLst/>
              <a:ahLst/>
              <a:cxnLst/>
              <a:rect l="l" t="t" r="r" b="b"/>
              <a:pathLst>
                <a:path w="10897870" h="21589">
                  <a:moveTo>
                    <a:pt x="108978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0897870" y="2159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1089659" y="2407920"/>
              <a:ext cx="10897870" cy="21590"/>
            </a:xfrm>
            <a:custGeom>
              <a:avLst/>
              <a:gdLst/>
              <a:ahLst/>
              <a:cxnLst/>
              <a:rect l="l" t="t" r="r" b="b"/>
              <a:pathLst>
                <a:path w="10897870" h="21589">
                  <a:moveTo>
                    <a:pt x="1089787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10897870" y="2158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1089659" y="2429510"/>
              <a:ext cx="10897870" cy="21590"/>
            </a:xfrm>
            <a:custGeom>
              <a:avLst/>
              <a:gdLst/>
              <a:ahLst/>
              <a:cxnLst/>
              <a:rect l="l" t="t" r="r" b="b"/>
              <a:pathLst>
                <a:path w="10897870" h="21589">
                  <a:moveTo>
                    <a:pt x="108978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0897870" y="2159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1089659" y="2451100"/>
              <a:ext cx="10897870" cy="21590"/>
            </a:xfrm>
            <a:custGeom>
              <a:avLst/>
              <a:gdLst/>
              <a:ahLst/>
              <a:cxnLst/>
              <a:rect l="l" t="t" r="r" b="b"/>
              <a:pathLst>
                <a:path w="10897870" h="21589">
                  <a:moveTo>
                    <a:pt x="108978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0897870" y="2159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1089659" y="2472690"/>
              <a:ext cx="10897870" cy="22860"/>
            </a:xfrm>
            <a:custGeom>
              <a:avLst/>
              <a:gdLst/>
              <a:ahLst/>
              <a:cxnLst/>
              <a:rect l="l" t="t" r="r" b="b"/>
              <a:pathLst>
                <a:path w="10897870" h="22860">
                  <a:moveTo>
                    <a:pt x="108978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10897870" y="2285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1089659" y="2495550"/>
              <a:ext cx="10897870" cy="21590"/>
            </a:xfrm>
            <a:custGeom>
              <a:avLst/>
              <a:gdLst/>
              <a:ahLst/>
              <a:cxnLst/>
              <a:rect l="l" t="t" r="r" b="b"/>
              <a:pathLst>
                <a:path w="10897870" h="21589">
                  <a:moveTo>
                    <a:pt x="108978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0897870" y="2159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1089659" y="2517140"/>
              <a:ext cx="10897870" cy="21590"/>
            </a:xfrm>
            <a:custGeom>
              <a:avLst/>
              <a:gdLst/>
              <a:ahLst/>
              <a:cxnLst/>
              <a:rect l="l" t="t" r="r" b="b"/>
              <a:pathLst>
                <a:path w="10897870" h="21589">
                  <a:moveTo>
                    <a:pt x="1089787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10897870" y="2158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1089659" y="2538730"/>
              <a:ext cx="10897870" cy="21590"/>
            </a:xfrm>
            <a:custGeom>
              <a:avLst/>
              <a:gdLst/>
              <a:ahLst/>
              <a:cxnLst/>
              <a:rect l="l" t="t" r="r" b="b"/>
              <a:pathLst>
                <a:path w="10897870" h="21589">
                  <a:moveTo>
                    <a:pt x="108978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0897870" y="2159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1089659" y="2560319"/>
              <a:ext cx="10897870" cy="22860"/>
            </a:xfrm>
            <a:custGeom>
              <a:avLst/>
              <a:gdLst/>
              <a:ahLst/>
              <a:cxnLst/>
              <a:rect l="l" t="t" r="r" b="b"/>
              <a:pathLst>
                <a:path w="10897870" h="22860">
                  <a:moveTo>
                    <a:pt x="1089787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10897870" y="2285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1089659" y="2583180"/>
              <a:ext cx="10897870" cy="21590"/>
            </a:xfrm>
            <a:custGeom>
              <a:avLst/>
              <a:gdLst/>
              <a:ahLst/>
              <a:cxnLst/>
              <a:rect l="l" t="t" r="r" b="b"/>
              <a:pathLst>
                <a:path w="10897870" h="21589">
                  <a:moveTo>
                    <a:pt x="108978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0897870" y="2159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1089659" y="2604769"/>
              <a:ext cx="10897870" cy="21590"/>
            </a:xfrm>
            <a:custGeom>
              <a:avLst/>
              <a:gdLst/>
              <a:ahLst/>
              <a:cxnLst/>
              <a:rect l="l" t="t" r="r" b="b"/>
              <a:pathLst>
                <a:path w="10897870" h="21589">
                  <a:moveTo>
                    <a:pt x="1089787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10897870" y="2158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1089659" y="2626360"/>
              <a:ext cx="10897870" cy="21590"/>
            </a:xfrm>
            <a:custGeom>
              <a:avLst/>
              <a:gdLst/>
              <a:ahLst/>
              <a:cxnLst/>
              <a:rect l="l" t="t" r="r" b="b"/>
              <a:pathLst>
                <a:path w="10897870" h="21589">
                  <a:moveTo>
                    <a:pt x="108978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0897870" y="2159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1089659" y="2647950"/>
              <a:ext cx="10897870" cy="21590"/>
            </a:xfrm>
            <a:custGeom>
              <a:avLst/>
              <a:gdLst/>
              <a:ahLst/>
              <a:cxnLst/>
              <a:rect l="l" t="t" r="r" b="b"/>
              <a:pathLst>
                <a:path w="10897870" h="21589">
                  <a:moveTo>
                    <a:pt x="1089787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0897870" y="2159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6" name="object 136"/>
          <p:cNvSpPr txBox="1"/>
          <p:nvPr/>
        </p:nvSpPr>
        <p:spPr>
          <a:xfrm>
            <a:off x="1089660" y="1600200"/>
            <a:ext cx="10897870" cy="106934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3200" dirty="0">
                <a:latin typeface="Century Gothic"/>
                <a:cs typeface="Century Gothic"/>
              </a:rPr>
              <a:t>Gaussian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Curve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-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Bell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Shaped</a:t>
            </a:r>
            <a:r>
              <a:rPr sz="3200" spc="-10" dirty="0">
                <a:latin typeface="Century Gothic"/>
                <a:cs typeface="Century Gothic"/>
              </a:rPr>
              <a:t> function</a:t>
            </a:r>
            <a:endParaRPr sz="32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286258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The</a:t>
            </a:r>
            <a:r>
              <a:rPr sz="6000" spc="-5" dirty="0"/>
              <a:t> </a:t>
            </a:r>
            <a:r>
              <a:rPr sz="6000" dirty="0"/>
              <a:t>median</a:t>
            </a:r>
            <a:r>
              <a:rPr sz="6000" spc="-5" dirty="0"/>
              <a:t> </a:t>
            </a:r>
            <a:r>
              <a:rPr sz="6000" spc="-10" dirty="0"/>
              <a:t>filter</a:t>
            </a:r>
            <a:endParaRPr sz="6000"/>
          </a:p>
        </p:txBody>
      </p:sp>
      <p:grpSp>
        <p:nvGrpSpPr>
          <p:cNvPr id="3" name="object 3"/>
          <p:cNvGrpSpPr/>
          <p:nvPr/>
        </p:nvGrpSpPr>
        <p:grpSpPr>
          <a:xfrm>
            <a:off x="323850" y="1673860"/>
            <a:ext cx="12354560" cy="1155700"/>
            <a:chOff x="323850" y="1673860"/>
            <a:chExt cx="12354560" cy="11557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850" y="1689100"/>
              <a:ext cx="12354560" cy="114045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27660" y="1673859"/>
              <a:ext cx="12345670" cy="27940"/>
            </a:xfrm>
            <a:custGeom>
              <a:avLst/>
              <a:gdLst/>
              <a:ahLst/>
              <a:cxnLst/>
              <a:rect l="l" t="t" r="r" b="b"/>
              <a:pathLst>
                <a:path w="12345670" h="2793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0" y="27940"/>
                  </a:lnTo>
                  <a:lnTo>
                    <a:pt x="12345670" y="2794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7660" y="170180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E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7660" y="1715770"/>
              <a:ext cx="12345670" cy="15240"/>
            </a:xfrm>
            <a:custGeom>
              <a:avLst/>
              <a:gdLst/>
              <a:ahLst/>
              <a:cxnLst/>
              <a:rect l="l" t="t" r="r" b="b"/>
              <a:pathLst>
                <a:path w="12345670" h="15239">
                  <a:moveTo>
                    <a:pt x="123456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5670" y="1523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D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7660" y="173101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C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7660" y="174498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B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7660" y="175895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A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7660" y="177292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9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7660" y="178689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2345670" y="139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8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7660" y="1800860"/>
              <a:ext cx="12345670" cy="15240"/>
            </a:xfrm>
            <a:custGeom>
              <a:avLst/>
              <a:gdLst/>
              <a:ahLst/>
              <a:cxnLst/>
              <a:rect l="l" t="t" r="r" b="b"/>
              <a:pathLst>
                <a:path w="12345670" h="15239">
                  <a:moveTo>
                    <a:pt x="123456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5670" y="1524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7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7660" y="181610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6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7660" y="183007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5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7660" y="184404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2345670" y="139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4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7660" y="185801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3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7660" y="187198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2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7660" y="188595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1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7660" y="189992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D0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7660" y="1913890"/>
              <a:ext cx="12345670" cy="15240"/>
            </a:xfrm>
            <a:custGeom>
              <a:avLst/>
              <a:gdLst/>
              <a:ahLst/>
              <a:cxnLst/>
              <a:rect l="l" t="t" r="r" b="b"/>
              <a:pathLst>
                <a:path w="12345670" h="15239">
                  <a:moveTo>
                    <a:pt x="123456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5670" y="1523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F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7660" y="192913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E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7660" y="194310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D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27660" y="1957069"/>
              <a:ext cx="12345670" cy="27940"/>
            </a:xfrm>
            <a:custGeom>
              <a:avLst/>
              <a:gdLst/>
              <a:ahLst/>
              <a:cxnLst/>
              <a:rect l="l" t="t" r="r" b="b"/>
              <a:pathLst>
                <a:path w="12345670" h="2793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0" y="27940"/>
                  </a:lnTo>
                  <a:lnTo>
                    <a:pt x="12345670" y="2794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C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27660" y="198501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A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7660" y="199898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9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27660" y="201295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8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27660" y="2026920"/>
              <a:ext cx="12345670" cy="15240"/>
            </a:xfrm>
            <a:custGeom>
              <a:avLst/>
              <a:gdLst/>
              <a:ahLst/>
              <a:cxnLst/>
              <a:rect l="l" t="t" r="r" b="b"/>
              <a:pathLst>
                <a:path w="12345670" h="15239">
                  <a:moveTo>
                    <a:pt x="123456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5670" y="1523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7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27660" y="204216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6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27660" y="205613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5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7660" y="207010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4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27660" y="208407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3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27660" y="209804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2345670" y="139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2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27660" y="2112010"/>
              <a:ext cx="12345670" cy="15240"/>
            </a:xfrm>
            <a:custGeom>
              <a:avLst/>
              <a:gdLst/>
              <a:ahLst/>
              <a:cxnLst/>
              <a:rect l="l" t="t" r="r" b="b"/>
              <a:pathLst>
                <a:path w="12345670" h="15239">
                  <a:moveTo>
                    <a:pt x="123456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5670" y="1524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1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27660" y="212725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C0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27660" y="214122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F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27660" y="215519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2345670" y="139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E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27660" y="216916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D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27660" y="218313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C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7660" y="219710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B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7660" y="2211070"/>
              <a:ext cx="12345670" cy="15240"/>
            </a:xfrm>
            <a:custGeom>
              <a:avLst/>
              <a:gdLst/>
              <a:ahLst/>
              <a:cxnLst/>
              <a:rect l="l" t="t" r="r" b="b"/>
              <a:pathLst>
                <a:path w="12345670" h="15239">
                  <a:moveTo>
                    <a:pt x="123456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5670" y="1523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A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7660" y="222631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9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27660" y="224028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8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27660" y="225425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7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27660" y="226822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6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27660" y="228219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2345670" y="139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5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27660" y="2296160"/>
              <a:ext cx="12345670" cy="15240"/>
            </a:xfrm>
            <a:custGeom>
              <a:avLst/>
              <a:gdLst/>
              <a:ahLst/>
              <a:cxnLst/>
              <a:rect l="l" t="t" r="r" b="b"/>
              <a:pathLst>
                <a:path w="12345670" h="15239">
                  <a:moveTo>
                    <a:pt x="123456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5670" y="1524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4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27660" y="231140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3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27660" y="232537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2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27660" y="233934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2345670" y="139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1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27660" y="235331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B0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27660" y="236728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F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27660" y="238125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E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27660" y="2395220"/>
              <a:ext cx="12345670" cy="15240"/>
            </a:xfrm>
            <a:custGeom>
              <a:avLst/>
              <a:gdLst/>
              <a:ahLst/>
              <a:cxnLst/>
              <a:rect l="l" t="t" r="r" b="b"/>
              <a:pathLst>
                <a:path w="12345670" h="15239">
                  <a:moveTo>
                    <a:pt x="123456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5670" y="1523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D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27660" y="241046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C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27660" y="242443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B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27660" y="243840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A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27660" y="245237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9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27660" y="246634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2345670" y="139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8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27660" y="248031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7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27660" y="249428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6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27660" y="2508250"/>
              <a:ext cx="12345670" cy="15240"/>
            </a:xfrm>
            <a:custGeom>
              <a:avLst/>
              <a:gdLst/>
              <a:ahLst/>
              <a:cxnLst/>
              <a:rect l="l" t="t" r="r" b="b"/>
              <a:pathLst>
                <a:path w="12345670" h="15239">
                  <a:moveTo>
                    <a:pt x="123456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5670" y="1524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5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27660" y="252349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2345670" y="139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4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27660" y="253746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3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27660" y="255143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2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27660" y="256540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1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27660" y="257937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A0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27660" y="259334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2345670" y="139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F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27660" y="260731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E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27660" y="2621280"/>
              <a:ext cx="12345670" cy="15240"/>
            </a:xfrm>
            <a:custGeom>
              <a:avLst/>
              <a:gdLst/>
              <a:ahLst/>
              <a:cxnLst/>
              <a:rect l="l" t="t" r="r" b="b"/>
              <a:pathLst>
                <a:path w="12345670" h="15239">
                  <a:moveTo>
                    <a:pt x="123456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5670" y="1524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D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27660" y="263652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C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27660" y="265049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2345670" y="139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B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27660" y="266446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A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27660" y="267843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9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27660" y="269240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9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27660" y="2706370"/>
              <a:ext cx="12345670" cy="15240"/>
            </a:xfrm>
            <a:custGeom>
              <a:avLst/>
              <a:gdLst/>
              <a:ahLst/>
              <a:cxnLst/>
              <a:rect l="l" t="t" r="r" b="b"/>
              <a:pathLst>
                <a:path w="12345670" h="15239">
                  <a:moveTo>
                    <a:pt x="12345670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12345670" y="1523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7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27660" y="272161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6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27660" y="273558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5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27660" y="274955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4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27660" y="276352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345670" y="1397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3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27660" y="2777490"/>
              <a:ext cx="12345670" cy="13970"/>
            </a:xfrm>
            <a:custGeom>
              <a:avLst/>
              <a:gdLst/>
              <a:ahLst/>
              <a:cxnLst/>
              <a:rect l="l" t="t" r="r" b="b"/>
              <a:pathLst>
                <a:path w="12345670" h="13969">
                  <a:moveTo>
                    <a:pt x="123456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2345670" y="13969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2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27660" y="2791460"/>
              <a:ext cx="12345670" cy="15240"/>
            </a:xfrm>
            <a:custGeom>
              <a:avLst/>
              <a:gdLst/>
              <a:ahLst/>
              <a:cxnLst/>
              <a:rect l="l" t="t" r="r" b="b"/>
              <a:pathLst>
                <a:path w="12345670" h="15239">
                  <a:moveTo>
                    <a:pt x="123456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345670" y="15240"/>
                  </a:lnTo>
                  <a:lnTo>
                    <a:pt x="12345670" y="0"/>
                  </a:lnTo>
                  <a:close/>
                </a:path>
              </a:pathLst>
            </a:custGeom>
            <a:solidFill>
              <a:srgbClr val="91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328929" y="1675129"/>
            <a:ext cx="12344400" cy="1130300"/>
          </a:xfrm>
          <a:prstGeom prst="rect">
            <a:avLst/>
          </a:prstGeom>
          <a:ln w="9344">
            <a:solidFill>
              <a:srgbClr val="00CC9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579370" marR="295275" indent="-2334260">
              <a:lnSpc>
                <a:spcPct val="100000"/>
              </a:lnSpc>
              <a:tabLst>
                <a:tab pos="10740390" algn="l"/>
              </a:tabLst>
            </a:pPr>
            <a:r>
              <a:rPr sz="3600" dirty="0">
                <a:latin typeface="Century Gothic"/>
                <a:cs typeface="Century Gothic"/>
              </a:rPr>
              <a:t>The</a:t>
            </a:r>
            <a:r>
              <a:rPr sz="3600" spc="-3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value</a:t>
            </a:r>
            <a:r>
              <a:rPr sz="3600" spc="-1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of</a:t>
            </a:r>
            <a:r>
              <a:rPr sz="3600" spc="-1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a</a:t>
            </a:r>
            <a:r>
              <a:rPr sz="3600" spc="-1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pixel</a:t>
            </a:r>
            <a:r>
              <a:rPr sz="3600" spc="-1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is</a:t>
            </a:r>
            <a:r>
              <a:rPr sz="3600" spc="-1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replaced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by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the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spc="-10" dirty="0">
                <a:latin typeface="Century Gothic"/>
                <a:cs typeface="Century Gothic"/>
              </a:rPr>
              <a:t>median</a:t>
            </a:r>
            <a:r>
              <a:rPr sz="3600" dirty="0">
                <a:latin typeface="Century Gothic"/>
                <a:cs typeface="Century Gothic"/>
              </a:rPr>
              <a:t>	of</a:t>
            </a:r>
            <a:r>
              <a:rPr sz="3600" spc="-20" dirty="0">
                <a:latin typeface="Century Gothic"/>
                <a:cs typeface="Century Gothic"/>
              </a:rPr>
              <a:t> </a:t>
            </a:r>
            <a:r>
              <a:rPr sz="3600" spc="-25" dirty="0">
                <a:latin typeface="Century Gothic"/>
                <a:cs typeface="Century Gothic"/>
              </a:rPr>
              <a:t>the </a:t>
            </a:r>
            <a:r>
              <a:rPr sz="3600" dirty="0">
                <a:latin typeface="Century Gothic"/>
                <a:cs typeface="Century Gothic"/>
              </a:rPr>
              <a:t>pixel</a:t>
            </a:r>
            <a:r>
              <a:rPr sz="3600" spc="-2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intensity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in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neighbour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spc="-10" dirty="0">
                <a:latin typeface="Century Gothic"/>
                <a:cs typeface="Century Gothic"/>
              </a:rPr>
              <a:t>pixels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715009" y="5864859"/>
            <a:ext cx="2673350" cy="1767839"/>
          </a:xfrm>
          <a:custGeom>
            <a:avLst/>
            <a:gdLst/>
            <a:ahLst/>
            <a:cxnLst/>
            <a:rect l="l" t="t" r="r" b="b"/>
            <a:pathLst>
              <a:path w="2673350" h="1767840">
                <a:moveTo>
                  <a:pt x="1336040" y="1767839"/>
                </a:moveTo>
                <a:lnTo>
                  <a:pt x="0" y="1767839"/>
                </a:lnTo>
                <a:lnTo>
                  <a:pt x="0" y="0"/>
                </a:lnTo>
                <a:lnTo>
                  <a:pt x="2673350" y="0"/>
                </a:lnTo>
                <a:lnTo>
                  <a:pt x="2673350" y="1767839"/>
                </a:lnTo>
                <a:lnTo>
                  <a:pt x="1336040" y="1767839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715009" y="5702300"/>
            <a:ext cx="2626995" cy="1943100"/>
          </a:xfrm>
          <a:prstGeom prst="rect">
            <a:avLst/>
          </a:prstGeom>
        </p:spPr>
        <p:txBody>
          <a:bodyPr vert="horz" wrap="square" lIns="0" tIns="163830" rIns="0" bIns="0" rtlCol="0">
            <a:spAutoFit/>
          </a:bodyPr>
          <a:lstStyle/>
          <a:p>
            <a:pPr marR="116839" algn="r">
              <a:lnSpc>
                <a:spcPct val="100000"/>
              </a:lnSpc>
              <a:spcBef>
                <a:spcPts val="1290"/>
              </a:spcBef>
              <a:tabLst>
                <a:tab pos="574675" algn="l"/>
                <a:tab pos="1602105" algn="l"/>
              </a:tabLst>
            </a:pPr>
            <a:r>
              <a:rPr sz="3200" spc="-50" dirty="0">
                <a:latin typeface="Century Gothic"/>
                <a:cs typeface="Century Gothic"/>
              </a:rPr>
              <a:t>5</a:t>
            </a:r>
            <a:r>
              <a:rPr sz="3200" dirty="0">
                <a:latin typeface="Century Gothic"/>
                <a:cs typeface="Century Gothic"/>
              </a:rPr>
              <a:t>	</a:t>
            </a:r>
            <a:r>
              <a:rPr sz="3200" spc="-25" dirty="0">
                <a:latin typeface="Century Gothic"/>
                <a:cs typeface="Century Gothic"/>
              </a:rPr>
              <a:t>112</a:t>
            </a:r>
            <a:r>
              <a:rPr sz="3200" dirty="0">
                <a:latin typeface="Century Gothic"/>
                <a:cs typeface="Century Gothic"/>
              </a:rPr>
              <a:t>	</a:t>
            </a:r>
            <a:r>
              <a:rPr sz="3200" spc="-25" dirty="0">
                <a:latin typeface="Century Gothic"/>
                <a:cs typeface="Century Gothic"/>
              </a:rPr>
              <a:t>86</a:t>
            </a:r>
            <a:endParaRPr sz="32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1190"/>
              </a:spcBef>
              <a:tabLst>
                <a:tab pos="1137285" algn="l"/>
                <a:tab pos="1938655" algn="l"/>
              </a:tabLst>
            </a:pPr>
            <a:r>
              <a:rPr sz="3200" spc="-25" dirty="0">
                <a:latin typeface="Century Gothic"/>
                <a:cs typeface="Century Gothic"/>
              </a:rPr>
              <a:t>235</a:t>
            </a:r>
            <a:r>
              <a:rPr sz="3200" dirty="0">
                <a:latin typeface="Century Gothic"/>
                <a:cs typeface="Century Gothic"/>
              </a:rPr>
              <a:t>	</a:t>
            </a:r>
            <a:r>
              <a:rPr sz="3200" spc="-25" dirty="0">
                <a:latin typeface="Century Gothic"/>
                <a:cs typeface="Century Gothic"/>
              </a:rPr>
              <a:t>88</a:t>
            </a:r>
            <a:r>
              <a:rPr sz="3200" dirty="0">
                <a:latin typeface="Century Gothic"/>
                <a:cs typeface="Century Gothic"/>
              </a:rPr>
              <a:t>	</a:t>
            </a:r>
            <a:r>
              <a:rPr sz="3200" spc="-25" dirty="0">
                <a:latin typeface="Century Gothic"/>
                <a:cs typeface="Century Gothic"/>
              </a:rPr>
              <a:t>211</a:t>
            </a:r>
            <a:endParaRPr sz="32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1200"/>
              </a:spcBef>
              <a:tabLst>
                <a:tab pos="1024255" algn="l"/>
                <a:tab pos="1938655" algn="l"/>
              </a:tabLst>
            </a:pPr>
            <a:r>
              <a:rPr sz="3200" spc="-25" dirty="0">
                <a:latin typeface="Century Gothic"/>
                <a:cs typeface="Century Gothic"/>
              </a:rPr>
              <a:t>137</a:t>
            </a:r>
            <a:r>
              <a:rPr sz="3200" dirty="0">
                <a:latin typeface="Century Gothic"/>
                <a:cs typeface="Century Gothic"/>
              </a:rPr>
              <a:t>	</a:t>
            </a:r>
            <a:r>
              <a:rPr sz="3200" spc="-25" dirty="0">
                <a:latin typeface="Century Gothic"/>
                <a:cs typeface="Century Gothic"/>
              </a:rPr>
              <a:t>233</a:t>
            </a:r>
            <a:r>
              <a:rPr sz="3200" dirty="0">
                <a:latin typeface="Century Gothic"/>
                <a:cs typeface="Century Gothic"/>
              </a:rPr>
              <a:t>	</a:t>
            </a:r>
            <a:r>
              <a:rPr sz="3200" spc="-25" dirty="0">
                <a:latin typeface="Century Gothic"/>
                <a:cs typeface="Century Gothic"/>
              </a:rPr>
              <a:t>108</a:t>
            </a:r>
            <a:endParaRPr sz="3200">
              <a:latin typeface="Century Gothic"/>
              <a:cs typeface="Century Gothic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336550" y="3350259"/>
            <a:ext cx="4193540" cy="1007110"/>
            <a:chOff x="336550" y="3350259"/>
            <a:chExt cx="4193540" cy="1007110"/>
          </a:xfrm>
        </p:grpSpPr>
        <p:pic>
          <p:nvPicPr>
            <p:cNvPr id="87" name="object 8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2197" y="3370579"/>
              <a:ext cx="4177892" cy="986382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336550" y="3350259"/>
              <a:ext cx="4169410" cy="976630"/>
            </a:xfrm>
            <a:custGeom>
              <a:avLst/>
              <a:gdLst/>
              <a:ahLst/>
              <a:cxnLst/>
              <a:rect l="l" t="t" r="r" b="b"/>
              <a:pathLst>
                <a:path w="4169410" h="976629">
                  <a:moveTo>
                    <a:pt x="4169410" y="0"/>
                  </a:moveTo>
                  <a:lnTo>
                    <a:pt x="0" y="0"/>
                  </a:lnTo>
                  <a:lnTo>
                    <a:pt x="0" y="976629"/>
                  </a:lnTo>
                  <a:lnTo>
                    <a:pt x="4169410" y="976629"/>
                  </a:lnTo>
                  <a:lnTo>
                    <a:pt x="41694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337820" y="3350259"/>
            <a:ext cx="4166870" cy="975360"/>
          </a:xfrm>
          <a:prstGeom prst="rect">
            <a:avLst/>
          </a:prstGeom>
          <a:ln w="9344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50165">
              <a:lnSpc>
                <a:spcPct val="100000"/>
              </a:lnSpc>
            </a:pPr>
            <a:r>
              <a:rPr sz="3200" dirty="0">
                <a:latin typeface="Century Gothic"/>
                <a:cs typeface="Century Gothic"/>
              </a:rPr>
              <a:t>Take</a:t>
            </a:r>
            <a:r>
              <a:rPr sz="3200" spc="-16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neighbourhood </a:t>
            </a:r>
            <a:r>
              <a:rPr sz="3200" dirty="0">
                <a:latin typeface="Century Gothic"/>
                <a:cs typeface="Century Gothic"/>
              </a:rPr>
              <a:t>(e.g.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spc="-20" dirty="0">
                <a:latin typeface="Century Gothic"/>
                <a:cs typeface="Century Gothic"/>
              </a:rPr>
              <a:t>3x3)</a:t>
            </a:r>
            <a:endParaRPr sz="3200">
              <a:latin typeface="Century Gothic"/>
              <a:cs typeface="Century Gothic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5980429" y="3849370"/>
            <a:ext cx="1153160" cy="519430"/>
            <a:chOff x="5980429" y="3849370"/>
            <a:chExt cx="1153160" cy="519430"/>
          </a:xfrm>
        </p:grpSpPr>
        <p:pic>
          <p:nvPicPr>
            <p:cNvPr id="91" name="object 9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95669" y="3870960"/>
              <a:ext cx="1137920" cy="497839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5980429" y="3849370"/>
              <a:ext cx="1130300" cy="488950"/>
            </a:xfrm>
            <a:custGeom>
              <a:avLst/>
              <a:gdLst/>
              <a:ahLst/>
              <a:cxnLst/>
              <a:rect l="l" t="t" r="r" b="b"/>
              <a:pathLst>
                <a:path w="1130300" h="488950">
                  <a:moveTo>
                    <a:pt x="1130300" y="0"/>
                  </a:moveTo>
                  <a:lnTo>
                    <a:pt x="0" y="0"/>
                  </a:lnTo>
                  <a:lnTo>
                    <a:pt x="0" y="488950"/>
                  </a:lnTo>
                  <a:lnTo>
                    <a:pt x="1130300" y="488950"/>
                  </a:lnTo>
                  <a:lnTo>
                    <a:pt x="11303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" name="object 93"/>
          <p:cNvSpPr txBox="1"/>
          <p:nvPr/>
        </p:nvSpPr>
        <p:spPr>
          <a:xfrm>
            <a:off x="5981700" y="3849370"/>
            <a:ext cx="1127760" cy="487680"/>
          </a:xfrm>
          <a:prstGeom prst="rect">
            <a:avLst/>
          </a:prstGeom>
          <a:ln w="9344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3200" dirty="0">
                <a:latin typeface="Century Gothic"/>
                <a:cs typeface="Century Gothic"/>
              </a:rPr>
              <a:t>Sort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spc="-25" dirty="0">
                <a:latin typeface="Century Gothic"/>
                <a:cs typeface="Century Gothic"/>
              </a:rPr>
              <a:t>it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6287770" y="4786629"/>
            <a:ext cx="700405" cy="4411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6854">
              <a:lnSpc>
                <a:spcPts val="3835"/>
              </a:lnSpc>
              <a:spcBef>
                <a:spcPts val="100"/>
              </a:spcBef>
            </a:pPr>
            <a:r>
              <a:rPr sz="3200" dirty="0">
                <a:latin typeface="Century Gothic"/>
                <a:cs typeface="Century Gothic"/>
              </a:rPr>
              <a:t>5</a:t>
            </a:r>
            <a:endParaRPr sz="3200">
              <a:latin typeface="Century Gothic"/>
              <a:cs typeface="Century Gothic"/>
            </a:endParaRPr>
          </a:p>
          <a:p>
            <a:pPr marL="125095">
              <a:lnSpc>
                <a:spcPts val="3835"/>
              </a:lnSpc>
            </a:pPr>
            <a:r>
              <a:rPr sz="3200" spc="-25" dirty="0">
                <a:latin typeface="Century Gothic"/>
                <a:cs typeface="Century Gothic"/>
              </a:rPr>
              <a:t>86</a:t>
            </a:r>
            <a:endParaRPr sz="3200">
              <a:latin typeface="Century Gothic"/>
              <a:cs typeface="Century Gothic"/>
            </a:endParaRPr>
          </a:p>
          <a:p>
            <a:pPr marL="125095">
              <a:lnSpc>
                <a:spcPct val="100000"/>
              </a:lnSpc>
            </a:pPr>
            <a:r>
              <a:rPr sz="3200" spc="-25" dirty="0">
                <a:latin typeface="Century Gothic"/>
                <a:cs typeface="Century Gothic"/>
              </a:rPr>
              <a:t>88</a:t>
            </a:r>
            <a:endParaRPr sz="32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sz="3200" spc="-25" dirty="0">
                <a:latin typeface="Century Gothic"/>
                <a:cs typeface="Century Gothic"/>
              </a:rPr>
              <a:t>108</a:t>
            </a:r>
            <a:endParaRPr sz="32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sz="3200" spc="-25" dirty="0">
                <a:latin typeface="Century Gothic"/>
                <a:cs typeface="Century Gothic"/>
              </a:rPr>
              <a:t>112</a:t>
            </a:r>
            <a:endParaRPr sz="3200">
              <a:latin typeface="Century Gothic"/>
              <a:cs typeface="Century Gothic"/>
            </a:endParaRPr>
          </a:p>
          <a:p>
            <a:pPr marL="12700">
              <a:lnSpc>
                <a:spcPts val="3835"/>
              </a:lnSpc>
            </a:pPr>
            <a:r>
              <a:rPr sz="3200" spc="-25" dirty="0">
                <a:latin typeface="Century Gothic"/>
                <a:cs typeface="Century Gothic"/>
              </a:rPr>
              <a:t>137</a:t>
            </a:r>
            <a:endParaRPr sz="3200">
              <a:latin typeface="Century Gothic"/>
              <a:cs typeface="Century Gothic"/>
            </a:endParaRPr>
          </a:p>
          <a:p>
            <a:pPr marL="12700">
              <a:lnSpc>
                <a:spcPts val="3835"/>
              </a:lnSpc>
            </a:pPr>
            <a:r>
              <a:rPr sz="3200" spc="-25" dirty="0">
                <a:latin typeface="Century Gothic"/>
                <a:cs typeface="Century Gothic"/>
              </a:rPr>
              <a:t>211</a:t>
            </a:r>
            <a:endParaRPr sz="32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sz="3200" spc="-25" dirty="0">
                <a:latin typeface="Century Gothic"/>
                <a:cs typeface="Century Gothic"/>
              </a:rPr>
              <a:t>233</a:t>
            </a:r>
            <a:endParaRPr sz="32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sz="3200" spc="-25" dirty="0">
                <a:latin typeface="Century Gothic"/>
                <a:cs typeface="Century Gothic"/>
              </a:rPr>
              <a:t>235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5896610" y="5257799"/>
            <a:ext cx="123189" cy="3429000"/>
          </a:xfrm>
          <a:custGeom>
            <a:avLst/>
            <a:gdLst/>
            <a:ahLst/>
            <a:cxnLst/>
            <a:rect l="l" t="t" r="r" b="b"/>
            <a:pathLst>
              <a:path w="123189" h="3429000">
                <a:moveTo>
                  <a:pt x="123190" y="3305810"/>
                </a:moveTo>
                <a:lnTo>
                  <a:pt x="82435" y="3305810"/>
                </a:lnTo>
                <a:lnTo>
                  <a:pt x="67310" y="0"/>
                </a:lnTo>
                <a:lnTo>
                  <a:pt x="26670" y="0"/>
                </a:lnTo>
                <a:lnTo>
                  <a:pt x="41783" y="3305810"/>
                </a:lnTo>
                <a:lnTo>
                  <a:pt x="0" y="3305810"/>
                </a:lnTo>
                <a:lnTo>
                  <a:pt x="62230" y="3429000"/>
                </a:lnTo>
                <a:lnTo>
                  <a:pt x="123190" y="33058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6" name="object 96"/>
          <p:cNvGrpSpPr/>
          <p:nvPr/>
        </p:nvGrpSpPr>
        <p:grpSpPr>
          <a:xfrm>
            <a:off x="9592309" y="3849370"/>
            <a:ext cx="2640330" cy="509270"/>
            <a:chOff x="9592309" y="3849370"/>
            <a:chExt cx="2640330" cy="509270"/>
          </a:xfrm>
        </p:grpSpPr>
        <p:pic>
          <p:nvPicPr>
            <p:cNvPr id="97" name="object 9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99929" y="3860800"/>
              <a:ext cx="2632710" cy="497839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9592309" y="3849370"/>
              <a:ext cx="2623820" cy="488950"/>
            </a:xfrm>
            <a:custGeom>
              <a:avLst/>
              <a:gdLst/>
              <a:ahLst/>
              <a:cxnLst/>
              <a:rect l="l" t="t" r="r" b="b"/>
              <a:pathLst>
                <a:path w="2623820" h="488950">
                  <a:moveTo>
                    <a:pt x="2623820" y="0"/>
                  </a:moveTo>
                  <a:lnTo>
                    <a:pt x="0" y="0"/>
                  </a:lnTo>
                  <a:lnTo>
                    <a:pt x="0" y="488950"/>
                  </a:lnTo>
                  <a:lnTo>
                    <a:pt x="2623820" y="488950"/>
                  </a:lnTo>
                  <a:lnTo>
                    <a:pt x="26238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9" name="object 99"/>
          <p:cNvSpPr txBox="1"/>
          <p:nvPr/>
        </p:nvSpPr>
        <p:spPr>
          <a:xfrm>
            <a:off x="9592309" y="3849370"/>
            <a:ext cx="2623820" cy="487680"/>
          </a:xfrm>
          <a:prstGeom prst="rect">
            <a:avLst/>
          </a:prstGeom>
          <a:ln w="9344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3200" dirty="0">
                <a:latin typeface="Century Gothic"/>
                <a:cs typeface="Century Gothic"/>
              </a:rPr>
              <a:t>Take</a:t>
            </a:r>
            <a:r>
              <a:rPr sz="3200" spc="-16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median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7874000" y="6837679"/>
            <a:ext cx="2133600" cy="190500"/>
          </a:xfrm>
          <a:custGeom>
            <a:avLst/>
            <a:gdLst/>
            <a:ahLst/>
            <a:cxnLst/>
            <a:rect l="l" t="t" r="r" b="b"/>
            <a:pathLst>
              <a:path w="2133600" h="190500">
                <a:moveTo>
                  <a:pt x="2133600" y="95250"/>
                </a:moveTo>
                <a:lnTo>
                  <a:pt x="1943100" y="0"/>
                </a:lnTo>
                <a:lnTo>
                  <a:pt x="1943100" y="63500"/>
                </a:lnTo>
                <a:lnTo>
                  <a:pt x="0" y="63500"/>
                </a:lnTo>
                <a:lnTo>
                  <a:pt x="0" y="127000"/>
                </a:lnTo>
                <a:lnTo>
                  <a:pt x="1943100" y="127000"/>
                </a:lnTo>
                <a:lnTo>
                  <a:pt x="1943100" y="190500"/>
                </a:lnTo>
                <a:lnTo>
                  <a:pt x="2133600" y="95250"/>
                </a:lnTo>
                <a:close/>
              </a:path>
            </a:pathLst>
          </a:custGeom>
          <a:solidFill>
            <a:srgbClr val="33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 txBox="1"/>
          <p:nvPr/>
        </p:nvSpPr>
        <p:spPr>
          <a:xfrm>
            <a:off x="10831830" y="6614159"/>
            <a:ext cx="75057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spc="-25" dirty="0">
                <a:latin typeface="Century Gothic"/>
                <a:cs typeface="Century Gothic"/>
              </a:rPr>
              <a:t>112</a:t>
            </a:r>
            <a:endParaRPr sz="3400">
              <a:latin typeface="Century Gothic"/>
              <a:cs typeface="Century Gothic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328929" y="1366519"/>
            <a:ext cx="12344400" cy="3810"/>
          </a:xfrm>
          <a:custGeom>
            <a:avLst/>
            <a:gdLst/>
            <a:ahLst/>
            <a:cxnLst/>
            <a:rect l="l" t="t" r="r" b="b"/>
            <a:pathLst>
              <a:path w="12344400" h="3809">
                <a:moveTo>
                  <a:pt x="0" y="0"/>
                </a:moveTo>
                <a:lnTo>
                  <a:pt x="12344400" y="3809"/>
                </a:lnTo>
              </a:path>
            </a:pathLst>
          </a:custGeom>
          <a:ln w="50676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3683000" y="6837679"/>
            <a:ext cx="1979930" cy="190500"/>
          </a:xfrm>
          <a:custGeom>
            <a:avLst/>
            <a:gdLst/>
            <a:ahLst/>
            <a:cxnLst/>
            <a:rect l="l" t="t" r="r" b="b"/>
            <a:pathLst>
              <a:path w="1979929" h="190500">
                <a:moveTo>
                  <a:pt x="1979930" y="95250"/>
                </a:moveTo>
                <a:lnTo>
                  <a:pt x="1789430" y="0"/>
                </a:lnTo>
                <a:lnTo>
                  <a:pt x="1789430" y="63500"/>
                </a:lnTo>
                <a:lnTo>
                  <a:pt x="0" y="63500"/>
                </a:lnTo>
                <a:lnTo>
                  <a:pt x="0" y="127000"/>
                </a:lnTo>
                <a:lnTo>
                  <a:pt x="1789430" y="127000"/>
                </a:lnTo>
                <a:lnTo>
                  <a:pt x="1789430" y="190500"/>
                </a:lnTo>
                <a:lnTo>
                  <a:pt x="1979930" y="95250"/>
                </a:lnTo>
                <a:close/>
              </a:path>
            </a:pathLst>
          </a:custGeom>
          <a:solidFill>
            <a:srgbClr val="3366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marL="2762885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The</a:t>
            </a:r>
            <a:r>
              <a:rPr sz="6000" spc="-5" dirty="0"/>
              <a:t> </a:t>
            </a:r>
            <a:r>
              <a:rPr sz="6000" dirty="0"/>
              <a:t>median</a:t>
            </a:r>
            <a:r>
              <a:rPr sz="6000" spc="-5" dirty="0"/>
              <a:t> </a:t>
            </a:r>
            <a:r>
              <a:rPr sz="6000" spc="-10" dirty="0"/>
              <a:t>filter</a:t>
            </a:r>
            <a:endParaRPr sz="6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50317" y="4406900"/>
          <a:ext cx="4897751" cy="29889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8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11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13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5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3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46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5134">
                <a:tc>
                  <a:txBody>
                    <a:bodyPr/>
                    <a:lstStyle/>
                    <a:p>
                      <a:pPr marR="240029" algn="r">
                        <a:lnSpc>
                          <a:spcPct val="10000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5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9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77800" algn="r">
                        <a:lnSpc>
                          <a:spcPct val="10000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6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ct val="10000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6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42570">
                        <a:lnSpc>
                          <a:spcPct val="10000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9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5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ct val="10000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9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084">
                <a:tc>
                  <a:txBody>
                    <a:bodyPr/>
                    <a:lstStyle/>
                    <a:p>
                      <a:pPr marR="240029" algn="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9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5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7800" algn="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9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7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2570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8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7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9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R="240029" algn="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8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9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7800" algn="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8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6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74B54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2570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7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9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9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R="240029" algn="r">
                        <a:lnSpc>
                          <a:spcPts val="303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9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3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9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7800" algn="r">
                        <a:lnSpc>
                          <a:spcPts val="303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7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74B54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5085" algn="ctr">
                        <a:lnSpc>
                          <a:spcPts val="2700"/>
                        </a:lnSpc>
                      </a:pPr>
                      <a:r>
                        <a:rPr sz="2800" spc="-25" dirty="0">
                          <a:solidFill>
                            <a:srgbClr val="B7150F"/>
                          </a:solidFill>
                          <a:latin typeface="Arial"/>
                          <a:cs typeface="Arial"/>
                        </a:rPr>
                        <a:t>200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74B549"/>
                      </a:solidFill>
                      <a:prstDash val="solid"/>
                    </a:lnL>
                    <a:lnR w="9525">
                      <a:solidFill>
                        <a:srgbClr val="74B549"/>
                      </a:solidFill>
                      <a:prstDash val="solid"/>
                    </a:lnR>
                    <a:lnT w="9525">
                      <a:solidFill>
                        <a:srgbClr val="74B549"/>
                      </a:solidFill>
                      <a:prstDash val="solid"/>
                    </a:lnT>
                    <a:lnB w="9525">
                      <a:solidFill>
                        <a:srgbClr val="74B54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ts val="303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9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74B54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3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6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5085" algn="r">
                        <a:lnSpc>
                          <a:spcPts val="303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9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690">
                <a:tc>
                  <a:txBody>
                    <a:bodyPr/>
                    <a:lstStyle/>
                    <a:p>
                      <a:pPr marR="240029" algn="r">
                        <a:lnSpc>
                          <a:spcPts val="3325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6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25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5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7800" algn="r">
                        <a:lnSpc>
                          <a:spcPts val="3325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8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6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17780" marB="0">
                    <a:lnT w="9525">
                      <a:solidFill>
                        <a:srgbClr val="74B54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42570">
                        <a:lnSpc>
                          <a:spcPts val="3325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9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3325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6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ts val="3325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7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084">
                <a:tc>
                  <a:txBody>
                    <a:bodyPr/>
                    <a:lstStyle/>
                    <a:p>
                      <a:pPr marR="240029" algn="r">
                        <a:lnSpc>
                          <a:spcPts val="3204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9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04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7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7800" algn="r">
                        <a:lnSpc>
                          <a:spcPts val="3204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9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3204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9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2570">
                        <a:lnSpc>
                          <a:spcPts val="3204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8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3204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6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ts val="3204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7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 marR="240029" algn="r">
                        <a:lnSpc>
                          <a:spcPts val="312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7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9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0" algn="r">
                        <a:lnSpc>
                          <a:spcPts val="312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5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312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6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2570">
                        <a:lnSpc>
                          <a:spcPts val="312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7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312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6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ts val="312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6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3468370" y="6342379"/>
            <a:ext cx="217170" cy="1733550"/>
          </a:xfrm>
          <a:custGeom>
            <a:avLst/>
            <a:gdLst/>
            <a:ahLst/>
            <a:cxnLst/>
            <a:rect l="l" t="t" r="r" b="b"/>
            <a:pathLst>
              <a:path w="217170" h="1733550">
                <a:moveTo>
                  <a:pt x="8889" y="0"/>
                </a:moveTo>
                <a:lnTo>
                  <a:pt x="3809" y="1270"/>
                </a:lnTo>
                <a:lnTo>
                  <a:pt x="0" y="1270"/>
                </a:lnTo>
                <a:lnTo>
                  <a:pt x="208279" y="1733550"/>
                </a:lnTo>
                <a:lnTo>
                  <a:pt x="213359" y="1733550"/>
                </a:lnTo>
                <a:lnTo>
                  <a:pt x="217169" y="1732280"/>
                </a:lnTo>
                <a:lnTo>
                  <a:pt x="88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436620" y="6283959"/>
            <a:ext cx="74930" cy="78740"/>
          </a:xfrm>
          <a:custGeom>
            <a:avLst/>
            <a:gdLst/>
            <a:ahLst/>
            <a:cxnLst/>
            <a:rect l="l" t="t" r="r" b="b"/>
            <a:pathLst>
              <a:path w="74929" h="78739">
                <a:moveTo>
                  <a:pt x="29209" y="0"/>
                </a:moveTo>
                <a:lnTo>
                  <a:pt x="0" y="78739"/>
                </a:lnTo>
                <a:lnTo>
                  <a:pt x="74929" y="69850"/>
                </a:lnTo>
                <a:lnTo>
                  <a:pt x="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3147060" y="8227059"/>
            <a:ext cx="1536700" cy="665480"/>
            <a:chOff x="3147060" y="8227059"/>
            <a:chExt cx="1536700" cy="66548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2300" y="8248649"/>
              <a:ext cx="1521460" cy="64389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147060" y="8227059"/>
              <a:ext cx="1512570" cy="636270"/>
            </a:xfrm>
            <a:custGeom>
              <a:avLst/>
              <a:gdLst/>
              <a:ahLst/>
              <a:cxnLst/>
              <a:rect l="l" t="t" r="r" b="b"/>
              <a:pathLst>
                <a:path w="1512570" h="636270">
                  <a:moveTo>
                    <a:pt x="1512569" y="0"/>
                  </a:moveTo>
                  <a:lnTo>
                    <a:pt x="0" y="0"/>
                  </a:lnTo>
                  <a:lnTo>
                    <a:pt x="0" y="636270"/>
                  </a:lnTo>
                  <a:lnTo>
                    <a:pt x="1512569" y="636270"/>
                  </a:lnTo>
                  <a:lnTo>
                    <a:pt x="15125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147060" y="8228330"/>
            <a:ext cx="1512570" cy="633730"/>
          </a:xfrm>
          <a:prstGeom prst="rect">
            <a:avLst/>
          </a:prstGeom>
          <a:ln w="9344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9535">
              <a:lnSpc>
                <a:spcPts val="4070"/>
              </a:lnSpc>
            </a:pPr>
            <a:r>
              <a:rPr sz="3400" spc="-10" dirty="0">
                <a:latin typeface="Century Gothic"/>
                <a:cs typeface="Century Gothic"/>
              </a:rPr>
              <a:t>outlier</a:t>
            </a:r>
            <a:endParaRPr sz="3400">
              <a:latin typeface="Century Gothic"/>
              <a:cs typeface="Century Gothic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610757" y="4509770"/>
          <a:ext cx="4901563" cy="29851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40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14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5134">
                <a:tc>
                  <a:txBody>
                    <a:bodyPr/>
                    <a:lstStyle/>
                    <a:p>
                      <a:pPr marR="240029" algn="r">
                        <a:lnSpc>
                          <a:spcPct val="10000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40029" algn="r">
                        <a:lnSpc>
                          <a:spcPct val="10000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5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6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6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6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7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ct val="10000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R="240029" algn="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5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40029" algn="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8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7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7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7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9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7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R="240029" algn="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8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40029" algn="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9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8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8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7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9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7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084">
                <a:tc>
                  <a:txBody>
                    <a:bodyPr/>
                    <a:lstStyle/>
                    <a:p>
                      <a:pPr marR="240029" algn="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6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40029" algn="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8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8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8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7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9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6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R="240029" algn="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6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40029" algn="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8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8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9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8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7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6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084">
                <a:tc>
                  <a:txBody>
                    <a:bodyPr/>
                    <a:lstStyle/>
                    <a:p>
                      <a:pPr marR="240029" algn="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6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40029" algn="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7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7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8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6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7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ts val="32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6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marR="240029" algn="r">
                        <a:lnSpc>
                          <a:spcPts val="31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0029" algn="r">
                        <a:lnSpc>
                          <a:spcPts val="31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7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6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6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6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6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ts val="3110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7415530" y="3197860"/>
            <a:ext cx="3559810" cy="575310"/>
            <a:chOff x="7415530" y="3197860"/>
            <a:chExt cx="3559810" cy="57531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15530" y="3213100"/>
              <a:ext cx="3559810" cy="55966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419340" y="3197859"/>
              <a:ext cx="3552190" cy="22860"/>
            </a:xfrm>
            <a:custGeom>
              <a:avLst/>
              <a:gdLst/>
              <a:ahLst/>
              <a:cxnLst/>
              <a:rect l="l" t="t" r="r" b="b"/>
              <a:pathLst>
                <a:path w="3552190" h="22860">
                  <a:moveTo>
                    <a:pt x="3552190" y="0"/>
                  </a:moveTo>
                  <a:lnTo>
                    <a:pt x="0" y="0"/>
                  </a:lnTo>
                  <a:lnTo>
                    <a:pt x="0" y="11442"/>
                  </a:lnTo>
                  <a:lnTo>
                    <a:pt x="0" y="22860"/>
                  </a:lnTo>
                  <a:lnTo>
                    <a:pt x="3552190" y="22860"/>
                  </a:lnTo>
                  <a:lnTo>
                    <a:pt x="3552190" y="11442"/>
                  </a:lnTo>
                  <a:lnTo>
                    <a:pt x="355219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419340" y="3220720"/>
              <a:ext cx="3552190" cy="10160"/>
            </a:xfrm>
            <a:custGeom>
              <a:avLst/>
              <a:gdLst/>
              <a:ahLst/>
              <a:cxnLst/>
              <a:rect l="l" t="t" r="r" b="b"/>
              <a:pathLst>
                <a:path w="3552190" h="10160">
                  <a:moveTo>
                    <a:pt x="3552189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3552189" y="10159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419340" y="3230880"/>
              <a:ext cx="3552190" cy="11430"/>
            </a:xfrm>
            <a:custGeom>
              <a:avLst/>
              <a:gdLst/>
              <a:ahLst/>
              <a:cxnLst/>
              <a:rect l="l" t="t" r="r" b="b"/>
              <a:pathLst>
                <a:path w="3552190" h="11430">
                  <a:moveTo>
                    <a:pt x="355218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552189" y="11429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419340" y="3242310"/>
              <a:ext cx="3552190" cy="11430"/>
            </a:xfrm>
            <a:custGeom>
              <a:avLst/>
              <a:gdLst/>
              <a:ahLst/>
              <a:cxnLst/>
              <a:rect l="l" t="t" r="r" b="b"/>
              <a:pathLst>
                <a:path w="3552190" h="11429">
                  <a:moveTo>
                    <a:pt x="3552189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3552189" y="11430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19340" y="3253740"/>
              <a:ext cx="3552190" cy="11430"/>
            </a:xfrm>
            <a:custGeom>
              <a:avLst/>
              <a:gdLst/>
              <a:ahLst/>
              <a:cxnLst/>
              <a:rect l="l" t="t" r="r" b="b"/>
              <a:pathLst>
                <a:path w="3552190" h="11429">
                  <a:moveTo>
                    <a:pt x="3552189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3552189" y="11430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419340" y="3265170"/>
              <a:ext cx="3552190" cy="11430"/>
            </a:xfrm>
            <a:custGeom>
              <a:avLst/>
              <a:gdLst/>
              <a:ahLst/>
              <a:cxnLst/>
              <a:rect l="l" t="t" r="r" b="b"/>
              <a:pathLst>
                <a:path w="3552190" h="11429">
                  <a:moveTo>
                    <a:pt x="355218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552189" y="11429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419340" y="3276600"/>
              <a:ext cx="3552190" cy="11430"/>
            </a:xfrm>
            <a:custGeom>
              <a:avLst/>
              <a:gdLst/>
              <a:ahLst/>
              <a:cxnLst/>
              <a:rect l="l" t="t" r="r" b="b"/>
              <a:pathLst>
                <a:path w="3552190" h="11429">
                  <a:moveTo>
                    <a:pt x="355218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552189" y="11429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419340" y="3288030"/>
              <a:ext cx="3552190" cy="11430"/>
            </a:xfrm>
            <a:custGeom>
              <a:avLst/>
              <a:gdLst/>
              <a:ahLst/>
              <a:cxnLst/>
              <a:rect l="l" t="t" r="r" b="b"/>
              <a:pathLst>
                <a:path w="3552190" h="11429">
                  <a:moveTo>
                    <a:pt x="3552189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3552189" y="11430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419340" y="3299460"/>
              <a:ext cx="3552190" cy="10160"/>
            </a:xfrm>
            <a:custGeom>
              <a:avLst/>
              <a:gdLst/>
              <a:ahLst/>
              <a:cxnLst/>
              <a:rect l="l" t="t" r="r" b="b"/>
              <a:pathLst>
                <a:path w="3552190" h="10160">
                  <a:moveTo>
                    <a:pt x="3552189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3552189" y="10160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419340" y="3309620"/>
              <a:ext cx="3552190" cy="11430"/>
            </a:xfrm>
            <a:custGeom>
              <a:avLst/>
              <a:gdLst/>
              <a:ahLst/>
              <a:cxnLst/>
              <a:rect l="l" t="t" r="r" b="b"/>
              <a:pathLst>
                <a:path w="3552190" h="11429">
                  <a:moveTo>
                    <a:pt x="355218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552189" y="11429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419340" y="3321050"/>
              <a:ext cx="3552190" cy="11430"/>
            </a:xfrm>
            <a:custGeom>
              <a:avLst/>
              <a:gdLst/>
              <a:ahLst/>
              <a:cxnLst/>
              <a:rect l="l" t="t" r="r" b="b"/>
              <a:pathLst>
                <a:path w="3552190" h="11429">
                  <a:moveTo>
                    <a:pt x="355218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552189" y="11429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419340" y="3332480"/>
              <a:ext cx="3552190" cy="11430"/>
            </a:xfrm>
            <a:custGeom>
              <a:avLst/>
              <a:gdLst/>
              <a:ahLst/>
              <a:cxnLst/>
              <a:rect l="l" t="t" r="r" b="b"/>
              <a:pathLst>
                <a:path w="3552190" h="11429">
                  <a:moveTo>
                    <a:pt x="3552189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3552189" y="11430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419340" y="3343910"/>
              <a:ext cx="3552190" cy="11430"/>
            </a:xfrm>
            <a:custGeom>
              <a:avLst/>
              <a:gdLst/>
              <a:ahLst/>
              <a:cxnLst/>
              <a:rect l="l" t="t" r="r" b="b"/>
              <a:pathLst>
                <a:path w="3552190" h="11429">
                  <a:moveTo>
                    <a:pt x="355218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552189" y="11429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419340" y="3355340"/>
              <a:ext cx="3552190" cy="11430"/>
            </a:xfrm>
            <a:custGeom>
              <a:avLst/>
              <a:gdLst/>
              <a:ahLst/>
              <a:cxnLst/>
              <a:rect l="l" t="t" r="r" b="b"/>
              <a:pathLst>
                <a:path w="3552190" h="11429">
                  <a:moveTo>
                    <a:pt x="3552189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3552189" y="11430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419340" y="3366770"/>
              <a:ext cx="3552190" cy="10160"/>
            </a:xfrm>
            <a:custGeom>
              <a:avLst/>
              <a:gdLst/>
              <a:ahLst/>
              <a:cxnLst/>
              <a:rect l="l" t="t" r="r" b="b"/>
              <a:pathLst>
                <a:path w="3552190" h="10160">
                  <a:moveTo>
                    <a:pt x="3552189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3552189" y="10159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419340" y="3376930"/>
              <a:ext cx="3552190" cy="11430"/>
            </a:xfrm>
            <a:custGeom>
              <a:avLst/>
              <a:gdLst/>
              <a:ahLst/>
              <a:cxnLst/>
              <a:rect l="l" t="t" r="r" b="b"/>
              <a:pathLst>
                <a:path w="3552190" h="11429">
                  <a:moveTo>
                    <a:pt x="3552189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3552189" y="11430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419340" y="3388360"/>
              <a:ext cx="3552190" cy="11430"/>
            </a:xfrm>
            <a:custGeom>
              <a:avLst/>
              <a:gdLst/>
              <a:ahLst/>
              <a:cxnLst/>
              <a:rect l="l" t="t" r="r" b="b"/>
              <a:pathLst>
                <a:path w="3552190" h="11429">
                  <a:moveTo>
                    <a:pt x="355218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552189" y="11429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419340" y="3399790"/>
              <a:ext cx="3552190" cy="11430"/>
            </a:xfrm>
            <a:custGeom>
              <a:avLst/>
              <a:gdLst/>
              <a:ahLst/>
              <a:cxnLst/>
              <a:rect l="l" t="t" r="r" b="b"/>
              <a:pathLst>
                <a:path w="3552190" h="11429">
                  <a:moveTo>
                    <a:pt x="3552189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3552189" y="11430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419340" y="3411220"/>
              <a:ext cx="3552190" cy="11430"/>
            </a:xfrm>
            <a:custGeom>
              <a:avLst/>
              <a:gdLst/>
              <a:ahLst/>
              <a:cxnLst/>
              <a:rect l="l" t="t" r="r" b="b"/>
              <a:pathLst>
                <a:path w="3552190" h="11429">
                  <a:moveTo>
                    <a:pt x="355218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552189" y="11429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419340" y="3422650"/>
              <a:ext cx="3552190" cy="11430"/>
            </a:xfrm>
            <a:custGeom>
              <a:avLst/>
              <a:gdLst/>
              <a:ahLst/>
              <a:cxnLst/>
              <a:rect l="l" t="t" r="r" b="b"/>
              <a:pathLst>
                <a:path w="3552190" h="11429">
                  <a:moveTo>
                    <a:pt x="355218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552189" y="11429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419340" y="3434080"/>
              <a:ext cx="3552190" cy="10160"/>
            </a:xfrm>
            <a:custGeom>
              <a:avLst/>
              <a:gdLst/>
              <a:ahLst/>
              <a:cxnLst/>
              <a:rect l="l" t="t" r="r" b="b"/>
              <a:pathLst>
                <a:path w="3552190" h="10160">
                  <a:moveTo>
                    <a:pt x="3552189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3552189" y="10160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419340" y="3444240"/>
              <a:ext cx="3552190" cy="12700"/>
            </a:xfrm>
            <a:custGeom>
              <a:avLst/>
              <a:gdLst/>
              <a:ahLst/>
              <a:cxnLst/>
              <a:rect l="l" t="t" r="r" b="b"/>
              <a:pathLst>
                <a:path w="3552190" h="12700">
                  <a:moveTo>
                    <a:pt x="3552189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3552189" y="12700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419340" y="3456940"/>
              <a:ext cx="3552190" cy="10160"/>
            </a:xfrm>
            <a:custGeom>
              <a:avLst/>
              <a:gdLst/>
              <a:ahLst/>
              <a:cxnLst/>
              <a:rect l="l" t="t" r="r" b="b"/>
              <a:pathLst>
                <a:path w="3552190" h="10160">
                  <a:moveTo>
                    <a:pt x="3552189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3552189" y="10160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419340" y="3467100"/>
              <a:ext cx="3552190" cy="11430"/>
            </a:xfrm>
            <a:custGeom>
              <a:avLst/>
              <a:gdLst/>
              <a:ahLst/>
              <a:cxnLst/>
              <a:rect l="l" t="t" r="r" b="b"/>
              <a:pathLst>
                <a:path w="3552190" h="11429">
                  <a:moveTo>
                    <a:pt x="355218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552189" y="11429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419340" y="3478530"/>
              <a:ext cx="3552190" cy="11430"/>
            </a:xfrm>
            <a:custGeom>
              <a:avLst/>
              <a:gdLst/>
              <a:ahLst/>
              <a:cxnLst/>
              <a:rect l="l" t="t" r="r" b="b"/>
              <a:pathLst>
                <a:path w="3552190" h="11429">
                  <a:moveTo>
                    <a:pt x="3552189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3552189" y="11430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419340" y="3489960"/>
              <a:ext cx="3552190" cy="11430"/>
            </a:xfrm>
            <a:custGeom>
              <a:avLst/>
              <a:gdLst/>
              <a:ahLst/>
              <a:cxnLst/>
              <a:rect l="l" t="t" r="r" b="b"/>
              <a:pathLst>
                <a:path w="3552190" h="11429">
                  <a:moveTo>
                    <a:pt x="355218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552189" y="11429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419340" y="3501390"/>
              <a:ext cx="3552190" cy="11430"/>
            </a:xfrm>
            <a:custGeom>
              <a:avLst/>
              <a:gdLst/>
              <a:ahLst/>
              <a:cxnLst/>
              <a:rect l="l" t="t" r="r" b="b"/>
              <a:pathLst>
                <a:path w="3552190" h="11429">
                  <a:moveTo>
                    <a:pt x="3552189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3552189" y="11430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419340" y="3512820"/>
              <a:ext cx="3552190" cy="11430"/>
            </a:xfrm>
            <a:custGeom>
              <a:avLst/>
              <a:gdLst/>
              <a:ahLst/>
              <a:cxnLst/>
              <a:rect l="l" t="t" r="r" b="b"/>
              <a:pathLst>
                <a:path w="3552190" h="11429">
                  <a:moveTo>
                    <a:pt x="355218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552189" y="11429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419340" y="3524250"/>
              <a:ext cx="3552190" cy="10160"/>
            </a:xfrm>
            <a:custGeom>
              <a:avLst/>
              <a:gdLst/>
              <a:ahLst/>
              <a:cxnLst/>
              <a:rect l="l" t="t" r="r" b="b"/>
              <a:pathLst>
                <a:path w="3552190" h="10160">
                  <a:moveTo>
                    <a:pt x="3552189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3552189" y="10160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419340" y="3534410"/>
              <a:ext cx="3552190" cy="11430"/>
            </a:xfrm>
            <a:custGeom>
              <a:avLst/>
              <a:gdLst/>
              <a:ahLst/>
              <a:cxnLst/>
              <a:rect l="l" t="t" r="r" b="b"/>
              <a:pathLst>
                <a:path w="3552190" h="11429">
                  <a:moveTo>
                    <a:pt x="355218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552189" y="11429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419340" y="3545840"/>
              <a:ext cx="3552190" cy="11430"/>
            </a:xfrm>
            <a:custGeom>
              <a:avLst/>
              <a:gdLst/>
              <a:ahLst/>
              <a:cxnLst/>
              <a:rect l="l" t="t" r="r" b="b"/>
              <a:pathLst>
                <a:path w="3552190" h="11429">
                  <a:moveTo>
                    <a:pt x="3552189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3552189" y="11430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419340" y="3557270"/>
              <a:ext cx="3552190" cy="11430"/>
            </a:xfrm>
            <a:custGeom>
              <a:avLst/>
              <a:gdLst/>
              <a:ahLst/>
              <a:cxnLst/>
              <a:rect l="l" t="t" r="r" b="b"/>
              <a:pathLst>
                <a:path w="3552190" h="11429">
                  <a:moveTo>
                    <a:pt x="355218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552189" y="11429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419340" y="3568699"/>
              <a:ext cx="3552190" cy="22860"/>
            </a:xfrm>
            <a:custGeom>
              <a:avLst/>
              <a:gdLst/>
              <a:ahLst/>
              <a:cxnLst/>
              <a:rect l="l" t="t" r="r" b="b"/>
              <a:pathLst>
                <a:path w="3552190" h="22860">
                  <a:moveTo>
                    <a:pt x="355219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0" y="22860"/>
                  </a:lnTo>
                  <a:lnTo>
                    <a:pt x="3552190" y="22860"/>
                  </a:lnTo>
                  <a:lnTo>
                    <a:pt x="3552190" y="11430"/>
                  </a:lnTo>
                  <a:lnTo>
                    <a:pt x="355219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419340" y="3591560"/>
              <a:ext cx="3552190" cy="11430"/>
            </a:xfrm>
            <a:custGeom>
              <a:avLst/>
              <a:gdLst/>
              <a:ahLst/>
              <a:cxnLst/>
              <a:rect l="l" t="t" r="r" b="b"/>
              <a:pathLst>
                <a:path w="3552190" h="11429">
                  <a:moveTo>
                    <a:pt x="355218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552189" y="11429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419340" y="3602990"/>
              <a:ext cx="3552190" cy="10160"/>
            </a:xfrm>
            <a:custGeom>
              <a:avLst/>
              <a:gdLst/>
              <a:ahLst/>
              <a:cxnLst/>
              <a:rect l="l" t="t" r="r" b="b"/>
              <a:pathLst>
                <a:path w="3552190" h="10160">
                  <a:moveTo>
                    <a:pt x="3552189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3552189" y="10160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419340" y="3613150"/>
              <a:ext cx="3552190" cy="11430"/>
            </a:xfrm>
            <a:custGeom>
              <a:avLst/>
              <a:gdLst/>
              <a:ahLst/>
              <a:cxnLst/>
              <a:rect l="l" t="t" r="r" b="b"/>
              <a:pathLst>
                <a:path w="3552190" h="11429">
                  <a:moveTo>
                    <a:pt x="355218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552189" y="11429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419340" y="3624580"/>
              <a:ext cx="3552190" cy="11430"/>
            </a:xfrm>
            <a:custGeom>
              <a:avLst/>
              <a:gdLst/>
              <a:ahLst/>
              <a:cxnLst/>
              <a:rect l="l" t="t" r="r" b="b"/>
              <a:pathLst>
                <a:path w="3552190" h="11429">
                  <a:moveTo>
                    <a:pt x="3552189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3552189" y="11430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419340" y="3636010"/>
              <a:ext cx="3552190" cy="11430"/>
            </a:xfrm>
            <a:custGeom>
              <a:avLst/>
              <a:gdLst/>
              <a:ahLst/>
              <a:cxnLst/>
              <a:rect l="l" t="t" r="r" b="b"/>
              <a:pathLst>
                <a:path w="3552190" h="11429">
                  <a:moveTo>
                    <a:pt x="355218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552189" y="11429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419340" y="3647440"/>
              <a:ext cx="3552190" cy="11430"/>
            </a:xfrm>
            <a:custGeom>
              <a:avLst/>
              <a:gdLst/>
              <a:ahLst/>
              <a:cxnLst/>
              <a:rect l="l" t="t" r="r" b="b"/>
              <a:pathLst>
                <a:path w="3552190" h="11429">
                  <a:moveTo>
                    <a:pt x="3552189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3552189" y="11430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419340" y="3658870"/>
              <a:ext cx="3552190" cy="11430"/>
            </a:xfrm>
            <a:custGeom>
              <a:avLst/>
              <a:gdLst/>
              <a:ahLst/>
              <a:cxnLst/>
              <a:rect l="l" t="t" r="r" b="b"/>
              <a:pathLst>
                <a:path w="3552190" h="11429">
                  <a:moveTo>
                    <a:pt x="355218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552189" y="11429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419340" y="3670300"/>
              <a:ext cx="3552190" cy="10160"/>
            </a:xfrm>
            <a:custGeom>
              <a:avLst/>
              <a:gdLst/>
              <a:ahLst/>
              <a:cxnLst/>
              <a:rect l="l" t="t" r="r" b="b"/>
              <a:pathLst>
                <a:path w="3552190" h="10160">
                  <a:moveTo>
                    <a:pt x="3552189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3552189" y="10160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419340" y="3680460"/>
              <a:ext cx="3552190" cy="11430"/>
            </a:xfrm>
            <a:custGeom>
              <a:avLst/>
              <a:gdLst/>
              <a:ahLst/>
              <a:cxnLst/>
              <a:rect l="l" t="t" r="r" b="b"/>
              <a:pathLst>
                <a:path w="3552190" h="11429">
                  <a:moveTo>
                    <a:pt x="355218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552189" y="11429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419340" y="3691890"/>
              <a:ext cx="3552190" cy="11430"/>
            </a:xfrm>
            <a:custGeom>
              <a:avLst/>
              <a:gdLst/>
              <a:ahLst/>
              <a:cxnLst/>
              <a:rect l="l" t="t" r="r" b="b"/>
              <a:pathLst>
                <a:path w="3552190" h="11429">
                  <a:moveTo>
                    <a:pt x="3552189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3552189" y="11430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419340" y="3703320"/>
              <a:ext cx="3552190" cy="11430"/>
            </a:xfrm>
            <a:custGeom>
              <a:avLst/>
              <a:gdLst/>
              <a:ahLst/>
              <a:cxnLst/>
              <a:rect l="l" t="t" r="r" b="b"/>
              <a:pathLst>
                <a:path w="3552190" h="11429">
                  <a:moveTo>
                    <a:pt x="355218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552189" y="11429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419340" y="3714750"/>
              <a:ext cx="3552190" cy="11430"/>
            </a:xfrm>
            <a:custGeom>
              <a:avLst/>
              <a:gdLst/>
              <a:ahLst/>
              <a:cxnLst/>
              <a:rect l="l" t="t" r="r" b="b"/>
              <a:pathLst>
                <a:path w="3552190" h="11429">
                  <a:moveTo>
                    <a:pt x="355218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552189" y="11429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419340" y="3726180"/>
              <a:ext cx="3552190" cy="11430"/>
            </a:xfrm>
            <a:custGeom>
              <a:avLst/>
              <a:gdLst/>
              <a:ahLst/>
              <a:cxnLst/>
              <a:rect l="l" t="t" r="r" b="b"/>
              <a:pathLst>
                <a:path w="3552190" h="11429">
                  <a:moveTo>
                    <a:pt x="3552189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3552189" y="11430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419340" y="3737610"/>
              <a:ext cx="3552190" cy="11430"/>
            </a:xfrm>
            <a:custGeom>
              <a:avLst/>
              <a:gdLst/>
              <a:ahLst/>
              <a:cxnLst/>
              <a:rect l="l" t="t" r="r" b="b"/>
              <a:pathLst>
                <a:path w="3552190" h="11429">
                  <a:moveTo>
                    <a:pt x="355218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3552189" y="11429"/>
                  </a:lnTo>
                  <a:lnTo>
                    <a:pt x="3552189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7420609" y="3199129"/>
            <a:ext cx="3549650" cy="54864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3600" dirty="0">
                <a:latin typeface="Century Gothic"/>
                <a:cs typeface="Century Gothic"/>
              </a:rPr>
              <a:t>Median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spc="-10" dirty="0">
                <a:latin typeface="Century Gothic"/>
                <a:cs typeface="Century Gothic"/>
              </a:rPr>
              <a:t>filtered:</a:t>
            </a:r>
            <a:endParaRPr sz="3600">
              <a:latin typeface="Century Gothic"/>
              <a:cs typeface="Century Gothic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2080667" y="3197860"/>
            <a:ext cx="1905000" cy="575310"/>
            <a:chOff x="2080667" y="3197860"/>
            <a:chExt cx="1905000" cy="575310"/>
          </a:xfrm>
        </p:grpSpPr>
        <p:pic>
          <p:nvPicPr>
            <p:cNvPr id="62" name="object 6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80667" y="3213100"/>
              <a:ext cx="1904592" cy="559662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2085340" y="3197859"/>
              <a:ext cx="1894839" cy="22860"/>
            </a:xfrm>
            <a:custGeom>
              <a:avLst/>
              <a:gdLst/>
              <a:ahLst/>
              <a:cxnLst/>
              <a:rect l="l" t="t" r="r" b="b"/>
              <a:pathLst>
                <a:path w="1894839" h="22860">
                  <a:moveTo>
                    <a:pt x="1894840" y="0"/>
                  </a:moveTo>
                  <a:lnTo>
                    <a:pt x="0" y="0"/>
                  </a:lnTo>
                  <a:lnTo>
                    <a:pt x="0" y="11442"/>
                  </a:lnTo>
                  <a:lnTo>
                    <a:pt x="0" y="22860"/>
                  </a:lnTo>
                  <a:lnTo>
                    <a:pt x="1894840" y="22860"/>
                  </a:lnTo>
                  <a:lnTo>
                    <a:pt x="1894840" y="11442"/>
                  </a:lnTo>
                  <a:lnTo>
                    <a:pt x="189484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085340" y="3220720"/>
              <a:ext cx="1894839" cy="10160"/>
            </a:xfrm>
            <a:custGeom>
              <a:avLst/>
              <a:gdLst/>
              <a:ahLst/>
              <a:cxnLst/>
              <a:rect l="l" t="t" r="r" b="b"/>
              <a:pathLst>
                <a:path w="1894839" h="10160">
                  <a:moveTo>
                    <a:pt x="1894839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1894839" y="10159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085340" y="3230880"/>
              <a:ext cx="1894839" cy="11430"/>
            </a:xfrm>
            <a:custGeom>
              <a:avLst/>
              <a:gdLst/>
              <a:ahLst/>
              <a:cxnLst/>
              <a:rect l="l" t="t" r="r" b="b"/>
              <a:pathLst>
                <a:path w="1894839" h="11430">
                  <a:moveTo>
                    <a:pt x="189483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894839" y="11429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085340" y="3242310"/>
              <a:ext cx="1894839" cy="11430"/>
            </a:xfrm>
            <a:custGeom>
              <a:avLst/>
              <a:gdLst/>
              <a:ahLst/>
              <a:cxnLst/>
              <a:rect l="l" t="t" r="r" b="b"/>
              <a:pathLst>
                <a:path w="1894839" h="11429">
                  <a:moveTo>
                    <a:pt x="1894839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894839" y="11430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085340" y="3253740"/>
              <a:ext cx="1894839" cy="11430"/>
            </a:xfrm>
            <a:custGeom>
              <a:avLst/>
              <a:gdLst/>
              <a:ahLst/>
              <a:cxnLst/>
              <a:rect l="l" t="t" r="r" b="b"/>
              <a:pathLst>
                <a:path w="1894839" h="11429">
                  <a:moveTo>
                    <a:pt x="1894839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894839" y="11430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085340" y="3265170"/>
              <a:ext cx="1894839" cy="11430"/>
            </a:xfrm>
            <a:custGeom>
              <a:avLst/>
              <a:gdLst/>
              <a:ahLst/>
              <a:cxnLst/>
              <a:rect l="l" t="t" r="r" b="b"/>
              <a:pathLst>
                <a:path w="1894839" h="11429">
                  <a:moveTo>
                    <a:pt x="189483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894839" y="11429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085340" y="3276600"/>
              <a:ext cx="1894839" cy="11430"/>
            </a:xfrm>
            <a:custGeom>
              <a:avLst/>
              <a:gdLst/>
              <a:ahLst/>
              <a:cxnLst/>
              <a:rect l="l" t="t" r="r" b="b"/>
              <a:pathLst>
                <a:path w="1894839" h="11429">
                  <a:moveTo>
                    <a:pt x="189483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894839" y="11429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085340" y="3288030"/>
              <a:ext cx="1894839" cy="11430"/>
            </a:xfrm>
            <a:custGeom>
              <a:avLst/>
              <a:gdLst/>
              <a:ahLst/>
              <a:cxnLst/>
              <a:rect l="l" t="t" r="r" b="b"/>
              <a:pathLst>
                <a:path w="1894839" h="11429">
                  <a:moveTo>
                    <a:pt x="1894839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894839" y="11430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085340" y="3299460"/>
              <a:ext cx="1894839" cy="10160"/>
            </a:xfrm>
            <a:custGeom>
              <a:avLst/>
              <a:gdLst/>
              <a:ahLst/>
              <a:cxnLst/>
              <a:rect l="l" t="t" r="r" b="b"/>
              <a:pathLst>
                <a:path w="1894839" h="10160">
                  <a:moveTo>
                    <a:pt x="1894839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1894839" y="10160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085340" y="3309620"/>
              <a:ext cx="1894839" cy="11430"/>
            </a:xfrm>
            <a:custGeom>
              <a:avLst/>
              <a:gdLst/>
              <a:ahLst/>
              <a:cxnLst/>
              <a:rect l="l" t="t" r="r" b="b"/>
              <a:pathLst>
                <a:path w="1894839" h="11429">
                  <a:moveTo>
                    <a:pt x="189483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894839" y="11429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085340" y="3321050"/>
              <a:ext cx="1894839" cy="11430"/>
            </a:xfrm>
            <a:custGeom>
              <a:avLst/>
              <a:gdLst/>
              <a:ahLst/>
              <a:cxnLst/>
              <a:rect l="l" t="t" r="r" b="b"/>
              <a:pathLst>
                <a:path w="1894839" h="11429">
                  <a:moveTo>
                    <a:pt x="189483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894839" y="11429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085340" y="3332480"/>
              <a:ext cx="1894839" cy="11430"/>
            </a:xfrm>
            <a:custGeom>
              <a:avLst/>
              <a:gdLst/>
              <a:ahLst/>
              <a:cxnLst/>
              <a:rect l="l" t="t" r="r" b="b"/>
              <a:pathLst>
                <a:path w="1894839" h="11429">
                  <a:moveTo>
                    <a:pt x="1894839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894839" y="11430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085340" y="3343910"/>
              <a:ext cx="1894839" cy="11430"/>
            </a:xfrm>
            <a:custGeom>
              <a:avLst/>
              <a:gdLst/>
              <a:ahLst/>
              <a:cxnLst/>
              <a:rect l="l" t="t" r="r" b="b"/>
              <a:pathLst>
                <a:path w="1894839" h="11429">
                  <a:moveTo>
                    <a:pt x="189483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894839" y="11429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085340" y="3355340"/>
              <a:ext cx="1894839" cy="11430"/>
            </a:xfrm>
            <a:custGeom>
              <a:avLst/>
              <a:gdLst/>
              <a:ahLst/>
              <a:cxnLst/>
              <a:rect l="l" t="t" r="r" b="b"/>
              <a:pathLst>
                <a:path w="1894839" h="11429">
                  <a:moveTo>
                    <a:pt x="1894839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894839" y="11430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085340" y="3366770"/>
              <a:ext cx="1894839" cy="10160"/>
            </a:xfrm>
            <a:custGeom>
              <a:avLst/>
              <a:gdLst/>
              <a:ahLst/>
              <a:cxnLst/>
              <a:rect l="l" t="t" r="r" b="b"/>
              <a:pathLst>
                <a:path w="1894839" h="10160">
                  <a:moveTo>
                    <a:pt x="1894839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1894839" y="10159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085340" y="3376930"/>
              <a:ext cx="1894839" cy="11430"/>
            </a:xfrm>
            <a:custGeom>
              <a:avLst/>
              <a:gdLst/>
              <a:ahLst/>
              <a:cxnLst/>
              <a:rect l="l" t="t" r="r" b="b"/>
              <a:pathLst>
                <a:path w="1894839" h="11429">
                  <a:moveTo>
                    <a:pt x="1894839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894839" y="11430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2085340" y="3388360"/>
              <a:ext cx="1894839" cy="11430"/>
            </a:xfrm>
            <a:custGeom>
              <a:avLst/>
              <a:gdLst/>
              <a:ahLst/>
              <a:cxnLst/>
              <a:rect l="l" t="t" r="r" b="b"/>
              <a:pathLst>
                <a:path w="1894839" h="11429">
                  <a:moveTo>
                    <a:pt x="189483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894839" y="11429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2085340" y="3399790"/>
              <a:ext cx="1894839" cy="11430"/>
            </a:xfrm>
            <a:custGeom>
              <a:avLst/>
              <a:gdLst/>
              <a:ahLst/>
              <a:cxnLst/>
              <a:rect l="l" t="t" r="r" b="b"/>
              <a:pathLst>
                <a:path w="1894839" h="11429">
                  <a:moveTo>
                    <a:pt x="1894839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894839" y="11430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085340" y="3411220"/>
              <a:ext cx="1894839" cy="11430"/>
            </a:xfrm>
            <a:custGeom>
              <a:avLst/>
              <a:gdLst/>
              <a:ahLst/>
              <a:cxnLst/>
              <a:rect l="l" t="t" r="r" b="b"/>
              <a:pathLst>
                <a:path w="1894839" h="11429">
                  <a:moveTo>
                    <a:pt x="189483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894839" y="11429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2085340" y="3422650"/>
              <a:ext cx="1894839" cy="11430"/>
            </a:xfrm>
            <a:custGeom>
              <a:avLst/>
              <a:gdLst/>
              <a:ahLst/>
              <a:cxnLst/>
              <a:rect l="l" t="t" r="r" b="b"/>
              <a:pathLst>
                <a:path w="1894839" h="11429">
                  <a:moveTo>
                    <a:pt x="189483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894839" y="11429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2085340" y="3434080"/>
              <a:ext cx="1894839" cy="10160"/>
            </a:xfrm>
            <a:custGeom>
              <a:avLst/>
              <a:gdLst/>
              <a:ahLst/>
              <a:cxnLst/>
              <a:rect l="l" t="t" r="r" b="b"/>
              <a:pathLst>
                <a:path w="1894839" h="10160">
                  <a:moveTo>
                    <a:pt x="1894839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1894839" y="10160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2085340" y="3444240"/>
              <a:ext cx="1894839" cy="12700"/>
            </a:xfrm>
            <a:custGeom>
              <a:avLst/>
              <a:gdLst/>
              <a:ahLst/>
              <a:cxnLst/>
              <a:rect l="l" t="t" r="r" b="b"/>
              <a:pathLst>
                <a:path w="1894839" h="12700">
                  <a:moveTo>
                    <a:pt x="1894839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894839" y="12700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2085340" y="3456940"/>
              <a:ext cx="1894839" cy="10160"/>
            </a:xfrm>
            <a:custGeom>
              <a:avLst/>
              <a:gdLst/>
              <a:ahLst/>
              <a:cxnLst/>
              <a:rect l="l" t="t" r="r" b="b"/>
              <a:pathLst>
                <a:path w="1894839" h="10160">
                  <a:moveTo>
                    <a:pt x="1894839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1894839" y="10160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2085340" y="3467100"/>
              <a:ext cx="1894839" cy="11430"/>
            </a:xfrm>
            <a:custGeom>
              <a:avLst/>
              <a:gdLst/>
              <a:ahLst/>
              <a:cxnLst/>
              <a:rect l="l" t="t" r="r" b="b"/>
              <a:pathLst>
                <a:path w="1894839" h="11429">
                  <a:moveTo>
                    <a:pt x="189483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894839" y="11429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2085340" y="3478530"/>
              <a:ext cx="1894839" cy="11430"/>
            </a:xfrm>
            <a:custGeom>
              <a:avLst/>
              <a:gdLst/>
              <a:ahLst/>
              <a:cxnLst/>
              <a:rect l="l" t="t" r="r" b="b"/>
              <a:pathLst>
                <a:path w="1894839" h="11429">
                  <a:moveTo>
                    <a:pt x="1894839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894839" y="11430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2085340" y="3489960"/>
              <a:ext cx="1894839" cy="11430"/>
            </a:xfrm>
            <a:custGeom>
              <a:avLst/>
              <a:gdLst/>
              <a:ahLst/>
              <a:cxnLst/>
              <a:rect l="l" t="t" r="r" b="b"/>
              <a:pathLst>
                <a:path w="1894839" h="11429">
                  <a:moveTo>
                    <a:pt x="189483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894839" y="11429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2085340" y="3501390"/>
              <a:ext cx="1894839" cy="11430"/>
            </a:xfrm>
            <a:custGeom>
              <a:avLst/>
              <a:gdLst/>
              <a:ahLst/>
              <a:cxnLst/>
              <a:rect l="l" t="t" r="r" b="b"/>
              <a:pathLst>
                <a:path w="1894839" h="11429">
                  <a:moveTo>
                    <a:pt x="1894839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894839" y="11430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2085340" y="3512820"/>
              <a:ext cx="1894839" cy="11430"/>
            </a:xfrm>
            <a:custGeom>
              <a:avLst/>
              <a:gdLst/>
              <a:ahLst/>
              <a:cxnLst/>
              <a:rect l="l" t="t" r="r" b="b"/>
              <a:pathLst>
                <a:path w="1894839" h="11429">
                  <a:moveTo>
                    <a:pt x="189483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894839" y="11429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2085340" y="3524250"/>
              <a:ext cx="1894839" cy="10160"/>
            </a:xfrm>
            <a:custGeom>
              <a:avLst/>
              <a:gdLst/>
              <a:ahLst/>
              <a:cxnLst/>
              <a:rect l="l" t="t" r="r" b="b"/>
              <a:pathLst>
                <a:path w="1894839" h="10160">
                  <a:moveTo>
                    <a:pt x="1894839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1894839" y="10160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2085340" y="3534410"/>
              <a:ext cx="1894839" cy="11430"/>
            </a:xfrm>
            <a:custGeom>
              <a:avLst/>
              <a:gdLst/>
              <a:ahLst/>
              <a:cxnLst/>
              <a:rect l="l" t="t" r="r" b="b"/>
              <a:pathLst>
                <a:path w="1894839" h="11429">
                  <a:moveTo>
                    <a:pt x="189483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894839" y="11429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2085340" y="3545840"/>
              <a:ext cx="1894839" cy="11430"/>
            </a:xfrm>
            <a:custGeom>
              <a:avLst/>
              <a:gdLst/>
              <a:ahLst/>
              <a:cxnLst/>
              <a:rect l="l" t="t" r="r" b="b"/>
              <a:pathLst>
                <a:path w="1894839" h="11429">
                  <a:moveTo>
                    <a:pt x="1894839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894839" y="11430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2085340" y="3557270"/>
              <a:ext cx="1894839" cy="11430"/>
            </a:xfrm>
            <a:custGeom>
              <a:avLst/>
              <a:gdLst/>
              <a:ahLst/>
              <a:cxnLst/>
              <a:rect l="l" t="t" r="r" b="b"/>
              <a:pathLst>
                <a:path w="1894839" h="11429">
                  <a:moveTo>
                    <a:pt x="189483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894839" y="11429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2085340" y="3568699"/>
              <a:ext cx="1894839" cy="22860"/>
            </a:xfrm>
            <a:custGeom>
              <a:avLst/>
              <a:gdLst/>
              <a:ahLst/>
              <a:cxnLst/>
              <a:rect l="l" t="t" r="r" b="b"/>
              <a:pathLst>
                <a:path w="1894839" h="22860">
                  <a:moveTo>
                    <a:pt x="189484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0" y="22860"/>
                  </a:lnTo>
                  <a:lnTo>
                    <a:pt x="1894840" y="22860"/>
                  </a:lnTo>
                  <a:lnTo>
                    <a:pt x="1894840" y="11430"/>
                  </a:lnTo>
                  <a:lnTo>
                    <a:pt x="189484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2085340" y="3591560"/>
              <a:ext cx="1894839" cy="11430"/>
            </a:xfrm>
            <a:custGeom>
              <a:avLst/>
              <a:gdLst/>
              <a:ahLst/>
              <a:cxnLst/>
              <a:rect l="l" t="t" r="r" b="b"/>
              <a:pathLst>
                <a:path w="1894839" h="11429">
                  <a:moveTo>
                    <a:pt x="189483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894839" y="11429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2085340" y="3602990"/>
              <a:ext cx="1894839" cy="10160"/>
            </a:xfrm>
            <a:custGeom>
              <a:avLst/>
              <a:gdLst/>
              <a:ahLst/>
              <a:cxnLst/>
              <a:rect l="l" t="t" r="r" b="b"/>
              <a:pathLst>
                <a:path w="1894839" h="10160">
                  <a:moveTo>
                    <a:pt x="1894839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1894839" y="10160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2085340" y="3613150"/>
              <a:ext cx="1894839" cy="11430"/>
            </a:xfrm>
            <a:custGeom>
              <a:avLst/>
              <a:gdLst/>
              <a:ahLst/>
              <a:cxnLst/>
              <a:rect l="l" t="t" r="r" b="b"/>
              <a:pathLst>
                <a:path w="1894839" h="11429">
                  <a:moveTo>
                    <a:pt x="189483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894839" y="11429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2085340" y="3624580"/>
              <a:ext cx="1894839" cy="11430"/>
            </a:xfrm>
            <a:custGeom>
              <a:avLst/>
              <a:gdLst/>
              <a:ahLst/>
              <a:cxnLst/>
              <a:rect l="l" t="t" r="r" b="b"/>
              <a:pathLst>
                <a:path w="1894839" h="11429">
                  <a:moveTo>
                    <a:pt x="1894839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894839" y="11430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2085340" y="3636010"/>
              <a:ext cx="1894839" cy="11430"/>
            </a:xfrm>
            <a:custGeom>
              <a:avLst/>
              <a:gdLst/>
              <a:ahLst/>
              <a:cxnLst/>
              <a:rect l="l" t="t" r="r" b="b"/>
              <a:pathLst>
                <a:path w="1894839" h="11429">
                  <a:moveTo>
                    <a:pt x="189483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894839" y="11429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2085340" y="3647440"/>
              <a:ext cx="1894839" cy="11430"/>
            </a:xfrm>
            <a:custGeom>
              <a:avLst/>
              <a:gdLst/>
              <a:ahLst/>
              <a:cxnLst/>
              <a:rect l="l" t="t" r="r" b="b"/>
              <a:pathLst>
                <a:path w="1894839" h="11429">
                  <a:moveTo>
                    <a:pt x="1894839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894839" y="11430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2085340" y="3658870"/>
              <a:ext cx="1894839" cy="11430"/>
            </a:xfrm>
            <a:custGeom>
              <a:avLst/>
              <a:gdLst/>
              <a:ahLst/>
              <a:cxnLst/>
              <a:rect l="l" t="t" r="r" b="b"/>
              <a:pathLst>
                <a:path w="1894839" h="11429">
                  <a:moveTo>
                    <a:pt x="189483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894839" y="11429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2085340" y="3670300"/>
              <a:ext cx="1894839" cy="10160"/>
            </a:xfrm>
            <a:custGeom>
              <a:avLst/>
              <a:gdLst/>
              <a:ahLst/>
              <a:cxnLst/>
              <a:rect l="l" t="t" r="r" b="b"/>
              <a:pathLst>
                <a:path w="1894839" h="10160">
                  <a:moveTo>
                    <a:pt x="1894839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1894839" y="10160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2085340" y="3680460"/>
              <a:ext cx="1894839" cy="11430"/>
            </a:xfrm>
            <a:custGeom>
              <a:avLst/>
              <a:gdLst/>
              <a:ahLst/>
              <a:cxnLst/>
              <a:rect l="l" t="t" r="r" b="b"/>
              <a:pathLst>
                <a:path w="1894839" h="11429">
                  <a:moveTo>
                    <a:pt x="189483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894839" y="11429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2085340" y="3691890"/>
              <a:ext cx="1894839" cy="11430"/>
            </a:xfrm>
            <a:custGeom>
              <a:avLst/>
              <a:gdLst/>
              <a:ahLst/>
              <a:cxnLst/>
              <a:rect l="l" t="t" r="r" b="b"/>
              <a:pathLst>
                <a:path w="1894839" h="11429">
                  <a:moveTo>
                    <a:pt x="1894839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894839" y="11430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2085340" y="3703320"/>
              <a:ext cx="1894839" cy="11430"/>
            </a:xfrm>
            <a:custGeom>
              <a:avLst/>
              <a:gdLst/>
              <a:ahLst/>
              <a:cxnLst/>
              <a:rect l="l" t="t" r="r" b="b"/>
              <a:pathLst>
                <a:path w="1894839" h="11429">
                  <a:moveTo>
                    <a:pt x="189483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894839" y="11429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2085340" y="3714750"/>
              <a:ext cx="1894839" cy="11430"/>
            </a:xfrm>
            <a:custGeom>
              <a:avLst/>
              <a:gdLst/>
              <a:ahLst/>
              <a:cxnLst/>
              <a:rect l="l" t="t" r="r" b="b"/>
              <a:pathLst>
                <a:path w="1894839" h="11429">
                  <a:moveTo>
                    <a:pt x="189483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894839" y="11429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2085340" y="3726180"/>
              <a:ext cx="1894839" cy="11430"/>
            </a:xfrm>
            <a:custGeom>
              <a:avLst/>
              <a:gdLst/>
              <a:ahLst/>
              <a:cxnLst/>
              <a:rect l="l" t="t" r="r" b="b"/>
              <a:pathLst>
                <a:path w="1894839" h="11429">
                  <a:moveTo>
                    <a:pt x="1894839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1894839" y="11430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2085340" y="3737610"/>
              <a:ext cx="1894839" cy="11430"/>
            </a:xfrm>
            <a:custGeom>
              <a:avLst/>
              <a:gdLst/>
              <a:ahLst/>
              <a:cxnLst/>
              <a:rect l="l" t="t" r="r" b="b"/>
              <a:pathLst>
                <a:path w="1894839" h="11429">
                  <a:moveTo>
                    <a:pt x="1894839" y="0"/>
                  </a:moveTo>
                  <a:lnTo>
                    <a:pt x="0" y="0"/>
                  </a:lnTo>
                  <a:lnTo>
                    <a:pt x="0" y="11429"/>
                  </a:lnTo>
                  <a:lnTo>
                    <a:pt x="1894839" y="11429"/>
                  </a:lnTo>
                  <a:lnTo>
                    <a:pt x="1894839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0" name="object 110"/>
          <p:cNvSpPr txBox="1"/>
          <p:nvPr/>
        </p:nvSpPr>
        <p:spPr>
          <a:xfrm>
            <a:off x="2085339" y="3199129"/>
            <a:ext cx="1893570" cy="54864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3600" spc="-10" dirty="0">
                <a:latin typeface="Century Gothic"/>
                <a:cs typeface="Century Gothic"/>
              </a:rPr>
              <a:t>Original:</a:t>
            </a:r>
            <a:endParaRPr sz="3600">
              <a:latin typeface="Century Gothic"/>
              <a:cs typeface="Century Gothic"/>
            </a:endParaRPr>
          </a:p>
        </p:txBody>
      </p:sp>
      <p:grpSp>
        <p:nvGrpSpPr>
          <p:cNvPr id="111" name="object 111"/>
          <p:cNvGrpSpPr/>
          <p:nvPr/>
        </p:nvGrpSpPr>
        <p:grpSpPr>
          <a:xfrm>
            <a:off x="6347459" y="7846059"/>
            <a:ext cx="5740400" cy="1555750"/>
            <a:chOff x="6347459" y="7846059"/>
            <a:chExt cx="5740400" cy="1555750"/>
          </a:xfrm>
        </p:grpSpPr>
        <p:pic>
          <p:nvPicPr>
            <p:cNvPr id="112" name="object 1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62699" y="7867649"/>
              <a:ext cx="5725159" cy="1534160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6347459" y="7846059"/>
              <a:ext cx="5716270" cy="1526540"/>
            </a:xfrm>
            <a:custGeom>
              <a:avLst/>
              <a:gdLst/>
              <a:ahLst/>
              <a:cxnLst/>
              <a:rect l="l" t="t" r="r" b="b"/>
              <a:pathLst>
                <a:path w="5716270" h="1526540">
                  <a:moveTo>
                    <a:pt x="5716270" y="0"/>
                  </a:moveTo>
                  <a:lnTo>
                    <a:pt x="0" y="0"/>
                  </a:lnTo>
                  <a:lnTo>
                    <a:pt x="0" y="1526540"/>
                  </a:lnTo>
                  <a:lnTo>
                    <a:pt x="5716270" y="1526540"/>
                  </a:lnTo>
                  <a:lnTo>
                    <a:pt x="57162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4" name="object 114"/>
          <p:cNvSpPr txBox="1"/>
          <p:nvPr/>
        </p:nvSpPr>
        <p:spPr>
          <a:xfrm>
            <a:off x="6347459" y="7847330"/>
            <a:ext cx="5715000" cy="1524000"/>
          </a:xfrm>
          <a:prstGeom prst="rect">
            <a:avLst/>
          </a:prstGeom>
          <a:ln w="9344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45110" marR="295275" algn="ctr">
              <a:lnSpc>
                <a:spcPct val="99900"/>
              </a:lnSpc>
            </a:pPr>
            <a:r>
              <a:rPr sz="3200" dirty="0">
                <a:latin typeface="Century Gothic"/>
                <a:cs typeface="Century Gothic"/>
              </a:rPr>
              <a:t>The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outlier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value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has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spc="-20" dirty="0">
                <a:latin typeface="Century Gothic"/>
                <a:cs typeface="Century Gothic"/>
              </a:rPr>
              <a:t>been </a:t>
            </a:r>
            <a:r>
              <a:rPr sz="3200" dirty="0">
                <a:latin typeface="Century Gothic"/>
                <a:cs typeface="Century Gothic"/>
              </a:rPr>
              <a:t>completely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removed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spc="-20" dirty="0">
                <a:latin typeface="Century Gothic"/>
                <a:cs typeface="Century Gothic"/>
              </a:rPr>
              <a:t>from </a:t>
            </a:r>
            <a:r>
              <a:rPr sz="3200" dirty="0">
                <a:latin typeface="Century Gothic"/>
                <a:cs typeface="Century Gothic"/>
              </a:rPr>
              <a:t>the</a:t>
            </a:r>
            <a:r>
              <a:rPr sz="3200" spc="-10" dirty="0">
                <a:latin typeface="Century Gothic"/>
                <a:cs typeface="Century Gothic"/>
              </a:rPr>
              <a:t> dataset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328929" y="1366519"/>
            <a:ext cx="12344400" cy="3810"/>
          </a:xfrm>
          <a:custGeom>
            <a:avLst/>
            <a:gdLst/>
            <a:ahLst/>
            <a:cxnLst/>
            <a:rect l="l" t="t" r="r" b="b"/>
            <a:pathLst>
              <a:path w="12344400" h="3809">
                <a:moveTo>
                  <a:pt x="0" y="0"/>
                </a:moveTo>
                <a:lnTo>
                  <a:pt x="12344400" y="3809"/>
                </a:lnTo>
              </a:path>
            </a:pathLst>
          </a:custGeom>
          <a:ln w="50676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6" name="object 116"/>
          <p:cNvGrpSpPr/>
          <p:nvPr/>
        </p:nvGrpSpPr>
        <p:grpSpPr>
          <a:xfrm>
            <a:off x="4285387" y="1750060"/>
            <a:ext cx="4050029" cy="669290"/>
            <a:chOff x="4285387" y="1750060"/>
            <a:chExt cx="4050029" cy="669290"/>
          </a:xfrm>
        </p:grpSpPr>
        <p:pic>
          <p:nvPicPr>
            <p:cNvPr id="117" name="object 1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85387" y="1765300"/>
              <a:ext cx="4049622" cy="653642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4290060" y="1750059"/>
              <a:ext cx="4039870" cy="15240"/>
            </a:xfrm>
            <a:custGeom>
              <a:avLst/>
              <a:gdLst/>
              <a:ahLst/>
              <a:cxnLst/>
              <a:rect l="l" t="t" r="r" b="b"/>
              <a:pathLst>
                <a:path w="4039870" h="15239">
                  <a:moveTo>
                    <a:pt x="40398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5240"/>
                  </a:lnTo>
                  <a:lnTo>
                    <a:pt x="4039870" y="15240"/>
                  </a:lnTo>
                  <a:lnTo>
                    <a:pt x="4039870" y="7620"/>
                  </a:lnTo>
                  <a:lnTo>
                    <a:pt x="4039870" y="0"/>
                  </a:lnTo>
                  <a:close/>
                </a:path>
              </a:pathLst>
            </a:custGeom>
            <a:solidFill>
              <a:srgbClr val="D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4290059" y="1765300"/>
              <a:ext cx="4039870" cy="8890"/>
            </a:xfrm>
            <a:custGeom>
              <a:avLst/>
              <a:gdLst/>
              <a:ahLst/>
              <a:cxnLst/>
              <a:rect l="l" t="t" r="r" b="b"/>
              <a:pathLst>
                <a:path w="4039870" h="8889">
                  <a:moveTo>
                    <a:pt x="40398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4039869" y="889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DE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4290059" y="177419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4039869" y="7619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DD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4290059" y="178181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DC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4290059" y="1789430"/>
              <a:ext cx="4039870" cy="8890"/>
            </a:xfrm>
            <a:custGeom>
              <a:avLst/>
              <a:gdLst/>
              <a:ahLst/>
              <a:cxnLst/>
              <a:rect l="l" t="t" r="r" b="b"/>
              <a:pathLst>
                <a:path w="4039870" h="8889">
                  <a:moveTo>
                    <a:pt x="40398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4039869" y="889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DB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4290059" y="179832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DA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4290059" y="1805940"/>
              <a:ext cx="4039870" cy="8890"/>
            </a:xfrm>
            <a:custGeom>
              <a:avLst/>
              <a:gdLst/>
              <a:ahLst/>
              <a:cxnLst/>
              <a:rect l="l" t="t" r="r" b="b"/>
              <a:pathLst>
                <a:path w="4039870" h="8889">
                  <a:moveTo>
                    <a:pt x="4039869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4039869" y="8889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D9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4290059" y="181483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D8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4290059" y="182245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D7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4290059" y="1830070"/>
              <a:ext cx="4039870" cy="8890"/>
            </a:xfrm>
            <a:custGeom>
              <a:avLst/>
              <a:gdLst/>
              <a:ahLst/>
              <a:cxnLst/>
              <a:rect l="l" t="t" r="r" b="b"/>
              <a:pathLst>
                <a:path w="4039870" h="8889">
                  <a:moveTo>
                    <a:pt x="4039869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4039869" y="8889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D6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4290059" y="183896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D5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4290059" y="184658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D4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4290059" y="1854200"/>
              <a:ext cx="4039870" cy="8890"/>
            </a:xfrm>
            <a:custGeom>
              <a:avLst/>
              <a:gdLst/>
              <a:ahLst/>
              <a:cxnLst/>
              <a:rect l="l" t="t" r="r" b="b"/>
              <a:pathLst>
                <a:path w="4039870" h="8889">
                  <a:moveTo>
                    <a:pt x="40398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4039869" y="889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D3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4290059" y="186309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4039869" y="7619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D2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4290059" y="187071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D1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4290059" y="1878330"/>
              <a:ext cx="4039870" cy="8890"/>
            </a:xfrm>
            <a:custGeom>
              <a:avLst/>
              <a:gdLst/>
              <a:ahLst/>
              <a:cxnLst/>
              <a:rect l="l" t="t" r="r" b="b"/>
              <a:pathLst>
                <a:path w="4039870" h="8889">
                  <a:moveTo>
                    <a:pt x="40398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4039869" y="889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D0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4290059" y="188722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CF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4290059" y="189484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4039869" y="7619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CE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4290059" y="1902460"/>
              <a:ext cx="4039870" cy="8890"/>
            </a:xfrm>
            <a:custGeom>
              <a:avLst/>
              <a:gdLst/>
              <a:ahLst/>
              <a:cxnLst/>
              <a:rect l="l" t="t" r="r" b="b"/>
              <a:pathLst>
                <a:path w="4039870" h="8889">
                  <a:moveTo>
                    <a:pt x="40398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4039869" y="889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CD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4290060" y="1911349"/>
              <a:ext cx="4039870" cy="15240"/>
            </a:xfrm>
            <a:custGeom>
              <a:avLst/>
              <a:gdLst/>
              <a:ahLst/>
              <a:cxnLst/>
              <a:rect l="l" t="t" r="r" b="b"/>
              <a:pathLst>
                <a:path w="4039870" h="15239">
                  <a:moveTo>
                    <a:pt x="40398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5240"/>
                  </a:lnTo>
                  <a:lnTo>
                    <a:pt x="4039870" y="15240"/>
                  </a:lnTo>
                  <a:lnTo>
                    <a:pt x="4039870" y="7620"/>
                  </a:lnTo>
                  <a:lnTo>
                    <a:pt x="4039870" y="0"/>
                  </a:lnTo>
                  <a:close/>
                </a:path>
              </a:pathLst>
            </a:custGeom>
            <a:solidFill>
              <a:srgbClr val="CC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4290059" y="1926590"/>
              <a:ext cx="4039870" cy="8890"/>
            </a:xfrm>
            <a:custGeom>
              <a:avLst/>
              <a:gdLst/>
              <a:ahLst/>
              <a:cxnLst/>
              <a:rect l="l" t="t" r="r" b="b"/>
              <a:pathLst>
                <a:path w="4039870" h="8889">
                  <a:moveTo>
                    <a:pt x="4039869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4039869" y="8889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CA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4290059" y="193548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C9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4290059" y="194310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C8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4290059" y="1950720"/>
              <a:ext cx="4039870" cy="8890"/>
            </a:xfrm>
            <a:custGeom>
              <a:avLst/>
              <a:gdLst/>
              <a:ahLst/>
              <a:cxnLst/>
              <a:rect l="l" t="t" r="r" b="b"/>
              <a:pathLst>
                <a:path w="4039870" h="8889">
                  <a:moveTo>
                    <a:pt x="4039869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4039869" y="8889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C7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4290059" y="195961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C6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4290059" y="196723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C5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4290059" y="1974850"/>
              <a:ext cx="4039870" cy="8890"/>
            </a:xfrm>
            <a:custGeom>
              <a:avLst/>
              <a:gdLst/>
              <a:ahLst/>
              <a:cxnLst/>
              <a:rect l="l" t="t" r="r" b="b"/>
              <a:pathLst>
                <a:path w="4039870" h="8889">
                  <a:moveTo>
                    <a:pt x="40398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4039869" y="889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C4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4290059" y="198374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4039869" y="7619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C3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4290059" y="1991360"/>
              <a:ext cx="4039870" cy="8890"/>
            </a:xfrm>
            <a:custGeom>
              <a:avLst/>
              <a:gdLst/>
              <a:ahLst/>
              <a:cxnLst/>
              <a:rect l="l" t="t" r="r" b="b"/>
              <a:pathLst>
                <a:path w="4039870" h="8889">
                  <a:moveTo>
                    <a:pt x="40398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4039869" y="889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C2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4290059" y="200025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C1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4290059" y="200787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C0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4290059" y="2015490"/>
              <a:ext cx="4039870" cy="8890"/>
            </a:xfrm>
            <a:custGeom>
              <a:avLst/>
              <a:gdLst/>
              <a:ahLst/>
              <a:cxnLst/>
              <a:rect l="l" t="t" r="r" b="b"/>
              <a:pathLst>
                <a:path w="4039870" h="8889">
                  <a:moveTo>
                    <a:pt x="4039869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4039869" y="8889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BF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4290059" y="202438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BE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4290059" y="203200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BD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4290059" y="2039620"/>
              <a:ext cx="4039870" cy="8890"/>
            </a:xfrm>
            <a:custGeom>
              <a:avLst/>
              <a:gdLst/>
              <a:ahLst/>
              <a:cxnLst/>
              <a:rect l="l" t="t" r="r" b="b"/>
              <a:pathLst>
                <a:path w="4039870" h="8889">
                  <a:moveTo>
                    <a:pt x="4039869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4039869" y="8889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BC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4290059" y="204851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BB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4290059" y="205613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BA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4290059" y="2063750"/>
              <a:ext cx="4039870" cy="8890"/>
            </a:xfrm>
            <a:custGeom>
              <a:avLst/>
              <a:gdLst/>
              <a:ahLst/>
              <a:cxnLst/>
              <a:rect l="l" t="t" r="r" b="b"/>
              <a:pathLst>
                <a:path w="4039870" h="8889">
                  <a:moveTo>
                    <a:pt x="40398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4039869" y="889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B9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4290059" y="207264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4039869" y="7619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B8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4290059" y="208026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B7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4290059" y="2087880"/>
              <a:ext cx="4039870" cy="8890"/>
            </a:xfrm>
            <a:custGeom>
              <a:avLst/>
              <a:gdLst/>
              <a:ahLst/>
              <a:cxnLst/>
              <a:rect l="l" t="t" r="r" b="b"/>
              <a:pathLst>
                <a:path w="4039870" h="8889">
                  <a:moveTo>
                    <a:pt x="40398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4039869" y="889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B6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4290059" y="209677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B5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4290059" y="210439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4039869" y="7619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B4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4290059" y="2112010"/>
              <a:ext cx="4039870" cy="8890"/>
            </a:xfrm>
            <a:custGeom>
              <a:avLst/>
              <a:gdLst/>
              <a:ahLst/>
              <a:cxnLst/>
              <a:rect l="l" t="t" r="r" b="b"/>
              <a:pathLst>
                <a:path w="4039870" h="8889">
                  <a:moveTo>
                    <a:pt x="40398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4039869" y="889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B3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4290059" y="212090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B2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4290059" y="212852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B1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4290059" y="2136140"/>
              <a:ext cx="4039870" cy="8890"/>
            </a:xfrm>
            <a:custGeom>
              <a:avLst/>
              <a:gdLst/>
              <a:ahLst/>
              <a:cxnLst/>
              <a:rect l="l" t="t" r="r" b="b"/>
              <a:pathLst>
                <a:path w="4039870" h="8889">
                  <a:moveTo>
                    <a:pt x="4039869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4039869" y="8889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B0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4290059" y="214503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AF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4290059" y="215265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AE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4290059" y="2160270"/>
              <a:ext cx="4039870" cy="8890"/>
            </a:xfrm>
            <a:custGeom>
              <a:avLst/>
              <a:gdLst/>
              <a:ahLst/>
              <a:cxnLst/>
              <a:rect l="l" t="t" r="r" b="b"/>
              <a:pathLst>
                <a:path w="4039870" h="8889">
                  <a:moveTo>
                    <a:pt x="4039869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4039869" y="8889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AD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4290059" y="216916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AC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4290059" y="217678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AB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4290059" y="2184400"/>
              <a:ext cx="4039870" cy="8890"/>
            </a:xfrm>
            <a:custGeom>
              <a:avLst/>
              <a:gdLst/>
              <a:ahLst/>
              <a:cxnLst/>
              <a:rect l="l" t="t" r="r" b="b"/>
              <a:pathLst>
                <a:path w="4039870" h="8889">
                  <a:moveTo>
                    <a:pt x="40398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4039869" y="889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AA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4290059" y="219329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4039869" y="7619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A9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4290059" y="2200910"/>
              <a:ext cx="4039870" cy="8890"/>
            </a:xfrm>
            <a:custGeom>
              <a:avLst/>
              <a:gdLst/>
              <a:ahLst/>
              <a:cxnLst/>
              <a:rect l="l" t="t" r="r" b="b"/>
              <a:pathLst>
                <a:path w="4039870" h="8889">
                  <a:moveTo>
                    <a:pt x="40398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4039869" y="889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A8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4290059" y="220980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A7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4290059" y="221742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A6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4290059" y="2225040"/>
              <a:ext cx="4039870" cy="8890"/>
            </a:xfrm>
            <a:custGeom>
              <a:avLst/>
              <a:gdLst/>
              <a:ahLst/>
              <a:cxnLst/>
              <a:rect l="l" t="t" r="r" b="b"/>
              <a:pathLst>
                <a:path w="4039870" h="8889">
                  <a:moveTo>
                    <a:pt x="4039869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4039869" y="8889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A5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4290059" y="223393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A4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4290059" y="224155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A3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4290059" y="2249170"/>
              <a:ext cx="4039870" cy="8890"/>
            </a:xfrm>
            <a:custGeom>
              <a:avLst/>
              <a:gdLst/>
              <a:ahLst/>
              <a:cxnLst/>
              <a:rect l="l" t="t" r="r" b="b"/>
              <a:pathLst>
                <a:path w="4039870" h="8889">
                  <a:moveTo>
                    <a:pt x="4039869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4039869" y="8889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A2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4290059" y="225806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A1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4290059" y="226568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A0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4290059" y="2273300"/>
              <a:ext cx="4039870" cy="8890"/>
            </a:xfrm>
            <a:custGeom>
              <a:avLst/>
              <a:gdLst/>
              <a:ahLst/>
              <a:cxnLst/>
              <a:rect l="l" t="t" r="r" b="b"/>
              <a:pathLst>
                <a:path w="4039870" h="8889">
                  <a:moveTo>
                    <a:pt x="40398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4039869" y="889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9F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4290059" y="228219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4039869" y="7619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9E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4290059" y="228981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9D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4290059" y="2297430"/>
              <a:ext cx="4039870" cy="8890"/>
            </a:xfrm>
            <a:custGeom>
              <a:avLst/>
              <a:gdLst/>
              <a:ahLst/>
              <a:cxnLst/>
              <a:rect l="l" t="t" r="r" b="b"/>
              <a:pathLst>
                <a:path w="4039870" h="8889">
                  <a:moveTo>
                    <a:pt x="40398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4039869" y="889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9C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4290059" y="230632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9B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4290059" y="231394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4039869" y="7619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9A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4290059" y="2321560"/>
              <a:ext cx="4039870" cy="8890"/>
            </a:xfrm>
            <a:custGeom>
              <a:avLst/>
              <a:gdLst/>
              <a:ahLst/>
              <a:cxnLst/>
              <a:rect l="l" t="t" r="r" b="b"/>
              <a:pathLst>
                <a:path w="4039870" h="8889">
                  <a:moveTo>
                    <a:pt x="40398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4039869" y="889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99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4290059" y="233045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99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4290059" y="233807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97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4290059" y="2345690"/>
              <a:ext cx="4039870" cy="8890"/>
            </a:xfrm>
            <a:custGeom>
              <a:avLst/>
              <a:gdLst/>
              <a:ahLst/>
              <a:cxnLst/>
              <a:rect l="l" t="t" r="r" b="b"/>
              <a:pathLst>
                <a:path w="4039870" h="8889">
                  <a:moveTo>
                    <a:pt x="4039869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4039869" y="8889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96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4290059" y="235458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95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4290059" y="236220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94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4290059" y="2369820"/>
              <a:ext cx="4039870" cy="8890"/>
            </a:xfrm>
            <a:custGeom>
              <a:avLst/>
              <a:gdLst/>
              <a:ahLst/>
              <a:cxnLst/>
              <a:rect l="l" t="t" r="r" b="b"/>
              <a:pathLst>
                <a:path w="4039870" h="8889">
                  <a:moveTo>
                    <a:pt x="4039869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4039869" y="8889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93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4290059" y="237871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92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4290059" y="2386330"/>
              <a:ext cx="4039870" cy="7620"/>
            </a:xfrm>
            <a:custGeom>
              <a:avLst/>
              <a:gdLst/>
              <a:ahLst/>
              <a:cxnLst/>
              <a:rect l="l" t="t" r="r" b="b"/>
              <a:pathLst>
                <a:path w="4039870" h="7619">
                  <a:moveTo>
                    <a:pt x="40398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4039869" y="7620"/>
                  </a:lnTo>
                  <a:lnTo>
                    <a:pt x="4039869" y="0"/>
                  </a:lnTo>
                  <a:close/>
                </a:path>
              </a:pathLst>
            </a:custGeom>
            <a:solidFill>
              <a:srgbClr val="91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6" name="object 196"/>
          <p:cNvSpPr txBox="1"/>
          <p:nvPr/>
        </p:nvSpPr>
        <p:spPr>
          <a:xfrm>
            <a:off x="4290059" y="1750060"/>
            <a:ext cx="4039870" cy="643890"/>
          </a:xfrm>
          <a:prstGeom prst="rect">
            <a:avLst/>
          </a:prstGeom>
          <a:ln w="9344">
            <a:solidFill>
              <a:srgbClr val="00CC97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370"/>
              </a:spcBef>
            </a:pPr>
            <a:r>
              <a:rPr sz="3600" dirty="0">
                <a:latin typeface="Century Gothic"/>
                <a:cs typeface="Century Gothic"/>
              </a:rPr>
              <a:t>noise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spc="-10" dirty="0">
                <a:latin typeface="Century Gothic"/>
                <a:cs typeface="Century Gothic"/>
              </a:rPr>
              <a:t>elimination</a:t>
            </a:r>
            <a:endParaRPr sz="36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960" rIns="0" bIns="0" rtlCol="0">
            <a:spAutoFit/>
          </a:bodyPr>
          <a:lstStyle/>
          <a:p>
            <a:pPr marL="2860675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The</a:t>
            </a:r>
            <a:r>
              <a:rPr sz="6000" spc="-5" dirty="0"/>
              <a:t> </a:t>
            </a:r>
            <a:r>
              <a:rPr sz="6000" dirty="0"/>
              <a:t>median</a:t>
            </a:r>
            <a:r>
              <a:rPr sz="6000" spc="-5" dirty="0"/>
              <a:t> </a:t>
            </a:r>
            <a:r>
              <a:rPr sz="6000" spc="-10" dirty="0"/>
              <a:t>filter</a:t>
            </a:r>
            <a:endParaRPr sz="6000"/>
          </a:p>
        </p:txBody>
      </p:sp>
      <p:grpSp>
        <p:nvGrpSpPr>
          <p:cNvPr id="3" name="object 3"/>
          <p:cNvGrpSpPr/>
          <p:nvPr/>
        </p:nvGrpSpPr>
        <p:grpSpPr>
          <a:xfrm>
            <a:off x="704850" y="5712459"/>
            <a:ext cx="10906760" cy="2006600"/>
            <a:chOff x="704850" y="5712459"/>
            <a:chExt cx="10906760" cy="2006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4850" y="5727699"/>
              <a:ext cx="10906760" cy="19913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08660" y="5712459"/>
              <a:ext cx="10897870" cy="52069"/>
            </a:xfrm>
            <a:custGeom>
              <a:avLst/>
              <a:gdLst/>
              <a:ahLst/>
              <a:cxnLst/>
              <a:rect l="l" t="t" r="r" b="b"/>
              <a:pathLst>
                <a:path w="10897870" h="52070">
                  <a:moveTo>
                    <a:pt x="108978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0" y="52070"/>
                  </a:lnTo>
                  <a:lnTo>
                    <a:pt x="10897870" y="52070"/>
                  </a:lnTo>
                  <a:lnTo>
                    <a:pt x="10897870" y="2540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E0E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08660" y="5764529"/>
              <a:ext cx="10897870" cy="26670"/>
            </a:xfrm>
            <a:custGeom>
              <a:avLst/>
              <a:gdLst/>
              <a:ahLst/>
              <a:cxnLst/>
              <a:rect l="l" t="t" r="r" b="b"/>
              <a:pathLst>
                <a:path w="10897870" h="26670">
                  <a:moveTo>
                    <a:pt x="10897870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10897870" y="2667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F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08660" y="5791199"/>
              <a:ext cx="10897870" cy="25400"/>
            </a:xfrm>
            <a:custGeom>
              <a:avLst/>
              <a:gdLst/>
              <a:ahLst/>
              <a:cxnLst/>
              <a:rect l="l" t="t" r="r" b="b"/>
              <a:pathLst>
                <a:path w="10897870" h="25400">
                  <a:moveTo>
                    <a:pt x="108978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0897870" y="2540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ED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08660" y="5816599"/>
              <a:ext cx="10897870" cy="26670"/>
            </a:xfrm>
            <a:custGeom>
              <a:avLst/>
              <a:gdLst/>
              <a:ahLst/>
              <a:cxnLst/>
              <a:rect l="l" t="t" r="r" b="b"/>
              <a:pathLst>
                <a:path w="10897870" h="26670">
                  <a:moveTo>
                    <a:pt x="10897870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10897870" y="2667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DD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08660" y="5843269"/>
              <a:ext cx="10897870" cy="25400"/>
            </a:xfrm>
            <a:custGeom>
              <a:avLst/>
              <a:gdLst/>
              <a:ahLst/>
              <a:cxnLst/>
              <a:rect l="l" t="t" r="r" b="b"/>
              <a:pathLst>
                <a:path w="10897870" h="25400">
                  <a:moveTo>
                    <a:pt x="108978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0897870" y="2540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CD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08660" y="5868669"/>
              <a:ext cx="10897870" cy="26670"/>
            </a:xfrm>
            <a:custGeom>
              <a:avLst/>
              <a:gdLst/>
              <a:ahLst/>
              <a:cxnLst/>
              <a:rect l="l" t="t" r="r" b="b"/>
              <a:pathLst>
                <a:path w="10897870" h="26670">
                  <a:moveTo>
                    <a:pt x="10897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10897870" y="2666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BD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08660" y="5895339"/>
              <a:ext cx="10897870" cy="25400"/>
            </a:xfrm>
            <a:custGeom>
              <a:avLst/>
              <a:gdLst/>
              <a:ahLst/>
              <a:cxnLst/>
              <a:rect l="l" t="t" r="r" b="b"/>
              <a:pathLst>
                <a:path w="10897870" h="25400">
                  <a:moveTo>
                    <a:pt x="108978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0897870" y="2540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AD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08660" y="5920739"/>
              <a:ext cx="10897870" cy="26670"/>
            </a:xfrm>
            <a:custGeom>
              <a:avLst/>
              <a:gdLst/>
              <a:ahLst/>
              <a:cxnLst/>
              <a:rect l="l" t="t" r="r" b="b"/>
              <a:pathLst>
                <a:path w="10897870" h="26670">
                  <a:moveTo>
                    <a:pt x="10897870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10897870" y="2667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9D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08660" y="5947409"/>
              <a:ext cx="10897870" cy="25400"/>
            </a:xfrm>
            <a:custGeom>
              <a:avLst/>
              <a:gdLst/>
              <a:ahLst/>
              <a:cxnLst/>
              <a:rect l="l" t="t" r="r" b="b"/>
              <a:pathLst>
                <a:path w="10897870" h="25400">
                  <a:moveTo>
                    <a:pt x="108978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0897870" y="2540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8D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08660" y="5972809"/>
              <a:ext cx="10897870" cy="26670"/>
            </a:xfrm>
            <a:custGeom>
              <a:avLst/>
              <a:gdLst/>
              <a:ahLst/>
              <a:cxnLst/>
              <a:rect l="l" t="t" r="r" b="b"/>
              <a:pathLst>
                <a:path w="10897870" h="26670">
                  <a:moveTo>
                    <a:pt x="10897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10897870" y="2666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7D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08660" y="5999479"/>
              <a:ext cx="10897870" cy="25400"/>
            </a:xfrm>
            <a:custGeom>
              <a:avLst/>
              <a:gdLst/>
              <a:ahLst/>
              <a:cxnLst/>
              <a:rect l="l" t="t" r="r" b="b"/>
              <a:pathLst>
                <a:path w="10897870" h="25400">
                  <a:moveTo>
                    <a:pt x="108978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0897870" y="2540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6D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8660" y="6024879"/>
              <a:ext cx="10897870" cy="26670"/>
            </a:xfrm>
            <a:custGeom>
              <a:avLst/>
              <a:gdLst/>
              <a:ahLst/>
              <a:cxnLst/>
              <a:rect l="l" t="t" r="r" b="b"/>
              <a:pathLst>
                <a:path w="10897870" h="26670">
                  <a:moveTo>
                    <a:pt x="10897870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10897870" y="2667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8660" y="6051549"/>
              <a:ext cx="10897870" cy="25400"/>
            </a:xfrm>
            <a:custGeom>
              <a:avLst/>
              <a:gdLst/>
              <a:ahLst/>
              <a:cxnLst/>
              <a:rect l="l" t="t" r="r" b="b"/>
              <a:pathLst>
                <a:path w="10897870" h="25400">
                  <a:moveTo>
                    <a:pt x="108978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0897870" y="2540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4D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8660" y="6076949"/>
              <a:ext cx="10897870" cy="26670"/>
            </a:xfrm>
            <a:custGeom>
              <a:avLst/>
              <a:gdLst/>
              <a:ahLst/>
              <a:cxnLst/>
              <a:rect l="l" t="t" r="r" b="b"/>
              <a:pathLst>
                <a:path w="10897870" h="26670">
                  <a:moveTo>
                    <a:pt x="10897870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10897870" y="2667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3D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08660" y="6103619"/>
              <a:ext cx="10897870" cy="26670"/>
            </a:xfrm>
            <a:custGeom>
              <a:avLst/>
              <a:gdLst/>
              <a:ahLst/>
              <a:cxnLst/>
              <a:rect l="l" t="t" r="r" b="b"/>
              <a:pathLst>
                <a:path w="10897870" h="26670">
                  <a:moveTo>
                    <a:pt x="10897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10897870" y="2666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2D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08660" y="6130289"/>
              <a:ext cx="10897870" cy="25400"/>
            </a:xfrm>
            <a:custGeom>
              <a:avLst/>
              <a:gdLst/>
              <a:ahLst/>
              <a:cxnLst/>
              <a:rect l="l" t="t" r="r" b="b"/>
              <a:pathLst>
                <a:path w="10897870" h="25400">
                  <a:moveTo>
                    <a:pt x="108978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0897870" y="2540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1D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8660" y="6155689"/>
              <a:ext cx="10897870" cy="26670"/>
            </a:xfrm>
            <a:custGeom>
              <a:avLst/>
              <a:gdLst/>
              <a:ahLst/>
              <a:cxnLst/>
              <a:rect l="l" t="t" r="r" b="b"/>
              <a:pathLst>
                <a:path w="10897870" h="26670">
                  <a:moveTo>
                    <a:pt x="10897870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10897870" y="2667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0D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08660" y="6182359"/>
              <a:ext cx="10897870" cy="25400"/>
            </a:xfrm>
            <a:custGeom>
              <a:avLst/>
              <a:gdLst/>
              <a:ahLst/>
              <a:cxnLst/>
              <a:rect l="l" t="t" r="r" b="b"/>
              <a:pathLst>
                <a:path w="10897870" h="25400">
                  <a:moveTo>
                    <a:pt x="108978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0897870" y="2540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FC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08660" y="6207759"/>
              <a:ext cx="10897870" cy="26670"/>
            </a:xfrm>
            <a:custGeom>
              <a:avLst/>
              <a:gdLst/>
              <a:ahLst/>
              <a:cxnLst/>
              <a:rect l="l" t="t" r="r" b="b"/>
              <a:pathLst>
                <a:path w="10897870" h="26670">
                  <a:moveTo>
                    <a:pt x="10897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10897870" y="2666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EC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08660" y="6234429"/>
              <a:ext cx="10897870" cy="25400"/>
            </a:xfrm>
            <a:custGeom>
              <a:avLst/>
              <a:gdLst/>
              <a:ahLst/>
              <a:cxnLst/>
              <a:rect l="l" t="t" r="r" b="b"/>
              <a:pathLst>
                <a:path w="10897870" h="25400">
                  <a:moveTo>
                    <a:pt x="108978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0897870" y="2540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DC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08660" y="6259829"/>
              <a:ext cx="10897870" cy="52069"/>
            </a:xfrm>
            <a:custGeom>
              <a:avLst/>
              <a:gdLst/>
              <a:ahLst/>
              <a:cxnLst/>
              <a:rect l="l" t="t" r="r" b="b"/>
              <a:pathLst>
                <a:path w="10897870" h="52070">
                  <a:moveTo>
                    <a:pt x="10897870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0" y="52070"/>
                  </a:lnTo>
                  <a:lnTo>
                    <a:pt x="10897870" y="52070"/>
                  </a:lnTo>
                  <a:lnTo>
                    <a:pt x="10897870" y="2667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08660" y="6311899"/>
              <a:ext cx="10897870" cy="26670"/>
            </a:xfrm>
            <a:custGeom>
              <a:avLst/>
              <a:gdLst/>
              <a:ahLst/>
              <a:cxnLst/>
              <a:rect l="l" t="t" r="r" b="b"/>
              <a:pathLst>
                <a:path w="10897870" h="26670">
                  <a:moveTo>
                    <a:pt x="10897870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10897870" y="2667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AC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08660" y="6338569"/>
              <a:ext cx="10897870" cy="25400"/>
            </a:xfrm>
            <a:custGeom>
              <a:avLst/>
              <a:gdLst/>
              <a:ahLst/>
              <a:cxnLst/>
              <a:rect l="l" t="t" r="r" b="b"/>
              <a:pathLst>
                <a:path w="10897870" h="25400">
                  <a:moveTo>
                    <a:pt x="108978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0897870" y="2540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9C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08660" y="6363969"/>
              <a:ext cx="10897870" cy="26670"/>
            </a:xfrm>
            <a:custGeom>
              <a:avLst/>
              <a:gdLst/>
              <a:ahLst/>
              <a:cxnLst/>
              <a:rect l="l" t="t" r="r" b="b"/>
              <a:pathLst>
                <a:path w="10897870" h="26670">
                  <a:moveTo>
                    <a:pt x="10897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10897870" y="2666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8C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08660" y="6390639"/>
              <a:ext cx="10897870" cy="25400"/>
            </a:xfrm>
            <a:custGeom>
              <a:avLst/>
              <a:gdLst/>
              <a:ahLst/>
              <a:cxnLst/>
              <a:rect l="l" t="t" r="r" b="b"/>
              <a:pathLst>
                <a:path w="10897870" h="25400">
                  <a:moveTo>
                    <a:pt x="108978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0897870" y="2540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7C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08660" y="6416039"/>
              <a:ext cx="10897870" cy="26670"/>
            </a:xfrm>
            <a:custGeom>
              <a:avLst/>
              <a:gdLst/>
              <a:ahLst/>
              <a:cxnLst/>
              <a:rect l="l" t="t" r="r" b="b"/>
              <a:pathLst>
                <a:path w="10897870" h="26670">
                  <a:moveTo>
                    <a:pt x="10897870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10897870" y="2667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6C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08660" y="6442709"/>
              <a:ext cx="10897870" cy="26670"/>
            </a:xfrm>
            <a:custGeom>
              <a:avLst/>
              <a:gdLst/>
              <a:ahLst/>
              <a:cxnLst/>
              <a:rect l="l" t="t" r="r" b="b"/>
              <a:pathLst>
                <a:path w="10897870" h="26670">
                  <a:moveTo>
                    <a:pt x="10897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10897870" y="2666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5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08660" y="6469379"/>
              <a:ext cx="10897870" cy="25400"/>
            </a:xfrm>
            <a:custGeom>
              <a:avLst/>
              <a:gdLst/>
              <a:ahLst/>
              <a:cxnLst/>
              <a:rect l="l" t="t" r="r" b="b"/>
              <a:pathLst>
                <a:path w="10897870" h="25400">
                  <a:moveTo>
                    <a:pt x="108978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0897870" y="2540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4C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08660" y="6494779"/>
              <a:ext cx="10897870" cy="26670"/>
            </a:xfrm>
            <a:custGeom>
              <a:avLst/>
              <a:gdLst/>
              <a:ahLst/>
              <a:cxnLst/>
              <a:rect l="l" t="t" r="r" b="b"/>
              <a:pathLst>
                <a:path w="10897870" h="26670">
                  <a:moveTo>
                    <a:pt x="10897870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10897870" y="2667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3C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08660" y="6521449"/>
              <a:ext cx="10897870" cy="25400"/>
            </a:xfrm>
            <a:custGeom>
              <a:avLst/>
              <a:gdLst/>
              <a:ahLst/>
              <a:cxnLst/>
              <a:rect l="l" t="t" r="r" b="b"/>
              <a:pathLst>
                <a:path w="10897870" h="25400">
                  <a:moveTo>
                    <a:pt x="108978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0897870" y="2540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2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08660" y="6546849"/>
              <a:ext cx="10897870" cy="26670"/>
            </a:xfrm>
            <a:custGeom>
              <a:avLst/>
              <a:gdLst/>
              <a:ahLst/>
              <a:cxnLst/>
              <a:rect l="l" t="t" r="r" b="b"/>
              <a:pathLst>
                <a:path w="10897870" h="26670">
                  <a:moveTo>
                    <a:pt x="10897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10897870" y="2666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1C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08660" y="6573519"/>
              <a:ext cx="10897870" cy="25400"/>
            </a:xfrm>
            <a:custGeom>
              <a:avLst/>
              <a:gdLst/>
              <a:ahLst/>
              <a:cxnLst/>
              <a:rect l="l" t="t" r="r" b="b"/>
              <a:pathLst>
                <a:path w="10897870" h="25400">
                  <a:moveTo>
                    <a:pt x="10897870" y="0"/>
                  </a:moveTo>
                  <a:lnTo>
                    <a:pt x="0" y="0"/>
                  </a:lnTo>
                  <a:lnTo>
                    <a:pt x="0" y="25399"/>
                  </a:lnTo>
                  <a:lnTo>
                    <a:pt x="10897870" y="2539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0C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08660" y="6598919"/>
              <a:ext cx="10897870" cy="26670"/>
            </a:xfrm>
            <a:custGeom>
              <a:avLst/>
              <a:gdLst/>
              <a:ahLst/>
              <a:cxnLst/>
              <a:rect l="l" t="t" r="r" b="b"/>
              <a:pathLst>
                <a:path w="10897870" h="26670">
                  <a:moveTo>
                    <a:pt x="10897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10897870" y="2666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08660" y="6625589"/>
              <a:ext cx="10897870" cy="26670"/>
            </a:xfrm>
            <a:custGeom>
              <a:avLst/>
              <a:gdLst/>
              <a:ahLst/>
              <a:cxnLst/>
              <a:rect l="l" t="t" r="r" b="b"/>
              <a:pathLst>
                <a:path w="10897870" h="26670">
                  <a:moveTo>
                    <a:pt x="10897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10897870" y="2666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BEB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08660" y="6652259"/>
              <a:ext cx="10897870" cy="25400"/>
            </a:xfrm>
            <a:custGeom>
              <a:avLst/>
              <a:gdLst/>
              <a:ahLst/>
              <a:cxnLst/>
              <a:rect l="l" t="t" r="r" b="b"/>
              <a:pathLst>
                <a:path w="10897870" h="25400">
                  <a:moveTo>
                    <a:pt x="108978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0897870" y="2540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BDB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08660" y="6677659"/>
              <a:ext cx="10897870" cy="26670"/>
            </a:xfrm>
            <a:custGeom>
              <a:avLst/>
              <a:gdLst/>
              <a:ahLst/>
              <a:cxnLst/>
              <a:rect l="l" t="t" r="r" b="b"/>
              <a:pathLst>
                <a:path w="10897870" h="26670">
                  <a:moveTo>
                    <a:pt x="10897870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10897870" y="2667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BCB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08660" y="6704329"/>
              <a:ext cx="10897870" cy="25400"/>
            </a:xfrm>
            <a:custGeom>
              <a:avLst/>
              <a:gdLst/>
              <a:ahLst/>
              <a:cxnLst/>
              <a:rect l="l" t="t" r="r" b="b"/>
              <a:pathLst>
                <a:path w="10897870" h="25400">
                  <a:moveTo>
                    <a:pt x="108978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0897870" y="2540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BBB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08660" y="6729729"/>
              <a:ext cx="10897870" cy="25400"/>
            </a:xfrm>
            <a:custGeom>
              <a:avLst/>
              <a:gdLst/>
              <a:ahLst/>
              <a:cxnLst/>
              <a:rect l="l" t="t" r="r" b="b"/>
              <a:pathLst>
                <a:path w="10897870" h="25400">
                  <a:moveTo>
                    <a:pt x="108978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0897870" y="2540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BAB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08660" y="6755129"/>
              <a:ext cx="10897870" cy="26670"/>
            </a:xfrm>
            <a:custGeom>
              <a:avLst/>
              <a:gdLst/>
              <a:ahLst/>
              <a:cxnLst/>
              <a:rect l="l" t="t" r="r" b="b"/>
              <a:pathLst>
                <a:path w="10897870" h="26670">
                  <a:moveTo>
                    <a:pt x="10897870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10897870" y="2667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B9B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08660" y="6781799"/>
              <a:ext cx="10897870" cy="26670"/>
            </a:xfrm>
            <a:custGeom>
              <a:avLst/>
              <a:gdLst/>
              <a:ahLst/>
              <a:cxnLst/>
              <a:rect l="l" t="t" r="r" b="b"/>
              <a:pathLst>
                <a:path w="10897870" h="26670">
                  <a:moveTo>
                    <a:pt x="10897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10897870" y="2666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B8B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08660" y="6808469"/>
              <a:ext cx="10897870" cy="25400"/>
            </a:xfrm>
            <a:custGeom>
              <a:avLst/>
              <a:gdLst/>
              <a:ahLst/>
              <a:cxnLst/>
              <a:rect l="l" t="t" r="r" b="b"/>
              <a:pathLst>
                <a:path w="10897870" h="25400">
                  <a:moveTo>
                    <a:pt x="10897870" y="0"/>
                  </a:moveTo>
                  <a:lnTo>
                    <a:pt x="0" y="0"/>
                  </a:lnTo>
                  <a:lnTo>
                    <a:pt x="0" y="25399"/>
                  </a:lnTo>
                  <a:lnTo>
                    <a:pt x="10897870" y="2539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B7B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08660" y="6833869"/>
              <a:ext cx="10897870" cy="26670"/>
            </a:xfrm>
            <a:custGeom>
              <a:avLst/>
              <a:gdLst/>
              <a:ahLst/>
              <a:cxnLst/>
              <a:rect l="l" t="t" r="r" b="b"/>
              <a:pathLst>
                <a:path w="10897870" h="26670">
                  <a:moveTo>
                    <a:pt x="10897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10897870" y="2666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B6B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08660" y="6860539"/>
              <a:ext cx="10897870" cy="25400"/>
            </a:xfrm>
            <a:custGeom>
              <a:avLst/>
              <a:gdLst/>
              <a:ahLst/>
              <a:cxnLst/>
              <a:rect l="l" t="t" r="r" b="b"/>
              <a:pathLst>
                <a:path w="10897870" h="25400">
                  <a:moveTo>
                    <a:pt x="10897870" y="0"/>
                  </a:moveTo>
                  <a:lnTo>
                    <a:pt x="0" y="0"/>
                  </a:lnTo>
                  <a:lnTo>
                    <a:pt x="0" y="25399"/>
                  </a:lnTo>
                  <a:lnTo>
                    <a:pt x="10897870" y="2539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B5B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08660" y="6885939"/>
              <a:ext cx="10897870" cy="26670"/>
            </a:xfrm>
            <a:custGeom>
              <a:avLst/>
              <a:gdLst/>
              <a:ahLst/>
              <a:cxnLst/>
              <a:rect l="l" t="t" r="r" b="b"/>
              <a:pathLst>
                <a:path w="10897870" h="26670">
                  <a:moveTo>
                    <a:pt x="10897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10897870" y="2666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B4B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08660" y="6912609"/>
              <a:ext cx="10897870" cy="25400"/>
            </a:xfrm>
            <a:custGeom>
              <a:avLst/>
              <a:gdLst/>
              <a:ahLst/>
              <a:cxnLst/>
              <a:rect l="l" t="t" r="r" b="b"/>
              <a:pathLst>
                <a:path w="10897870" h="25400">
                  <a:moveTo>
                    <a:pt x="108978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0897870" y="2540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B3B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08660" y="6938009"/>
              <a:ext cx="10897870" cy="26670"/>
            </a:xfrm>
            <a:custGeom>
              <a:avLst/>
              <a:gdLst/>
              <a:ahLst/>
              <a:cxnLst/>
              <a:rect l="l" t="t" r="r" b="b"/>
              <a:pathLst>
                <a:path w="10897870" h="26670">
                  <a:moveTo>
                    <a:pt x="10897870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10897870" y="2667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B2B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08660" y="6964679"/>
              <a:ext cx="10897870" cy="26670"/>
            </a:xfrm>
            <a:custGeom>
              <a:avLst/>
              <a:gdLst/>
              <a:ahLst/>
              <a:cxnLst/>
              <a:rect l="l" t="t" r="r" b="b"/>
              <a:pathLst>
                <a:path w="10897870" h="26670">
                  <a:moveTo>
                    <a:pt x="10897870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10897870" y="2667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B1B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08660" y="6991349"/>
              <a:ext cx="10897870" cy="25400"/>
            </a:xfrm>
            <a:custGeom>
              <a:avLst/>
              <a:gdLst/>
              <a:ahLst/>
              <a:cxnLst/>
              <a:rect l="l" t="t" r="r" b="b"/>
              <a:pathLst>
                <a:path w="10897870" h="25400">
                  <a:moveTo>
                    <a:pt x="108978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0897870" y="2540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B0B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08660" y="7016749"/>
              <a:ext cx="10897870" cy="26670"/>
            </a:xfrm>
            <a:custGeom>
              <a:avLst/>
              <a:gdLst/>
              <a:ahLst/>
              <a:cxnLst/>
              <a:rect l="l" t="t" r="r" b="b"/>
              <a:pathLst>
                <a:path w="10897870" h="26670">
                  <a:moveTo>
                    <a:pt x="10897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10897870" y="2666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AFA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08660" y="7043419"/>
              <a:ext cx="10897870" cy="25400"/>
            </a:xfrm>
            <a:custGeom>
              <a:avLst/>
              <a:gdLst/>
              <a:ahLst/>
              <a:cxnLst/>
              <a:rect l="l" t="t" r="r" b="b"/>
              <a:pathLst>
                <a:path w="10897870" h="25400">
                  <a:moveTo>
                    <a:pt x="10897870" y="0"/>
                  </a:moveTo>
                  <a:lnTo>
                    <a:pt x="0" y="0"/>
                  </a:lnTo>
                  <a:lnTo>
                    <a:pt x="0" y="25399"/>
                  </a:lnTo>
                  <a:lnTo>
                    <a:pt x="10897870" y="2539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AEA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08660" y="7068819"/>
              <a:ext cx="10897870" cy="26670"/>
            </a:xfrm>
            <a:custGeom>
              <a:avLst/>
              <a:gdLst/>
              <a:ahLst/>
              <a:cxnLst/>
              <a:rect l="l" t="t" r="r" b="b"/>
              <a:pathLst>
                <a:path w="10897870" h="26670">
                  <a:moveTo>
                    <a:pt x="10897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10897870" y="2666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ADA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08660" y="7095489"/>
              <a:ext cx="10897870" cy="25400"/>
            </a:xfrm>
            <a:custGeom>
              <a:avLst/>
              <a:gdLst/>
              <a:ahLst/>
              <a:cxnLst/>
              <a:rect l="l" t="t" r="r" b="b"/>
              <a:pathLst>
                <a:path w="10897870" h="25400">
                  <a:moveTo>
                    <a:pt x="10897870" y="0"/>
                  </a:moveTo>
                  <a:lnTo>
                    <a:pt x="0" y="0"/>
                  </a:lnTo>
                  <a:lnTo>
                    <a:pt x="0" y="25399"/>
                  </a:lnTo>
                  <a:lnTo>
                    <a:pt x="10897870" y="2539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ACA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08660" y="7120889"/>
              <a:ext cx="10897870" cy="26670"/>
            </a:xfrm>
            <a:custGeom>
              <a:avLst/>
              <a:gdLst/>
              <a:ahLst/>
              <a:cxnLst/>
              <a:rect l="l" t="t" r="r" b="b"/>
              <a:pathLst>
                <a:path w="10897870" h="26670">
                  <a:moveTo>
                    <a:pt x="10897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10897870" y="2666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ABA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08660" y="7147559"/>
              <a:ext cx="10897870" cy="25400"/>
            </a:xfrm>
            <a:custGeom>
              <a:avLst/>
              <a:gdLst/>
              <a:ahLst/>
              <a:cxnLst/>
              <a:rect l="l" t="t" r="r" b="b"/>
              <a:pathLst>
                <a:path w="10897870" h="25400">
                  <a:moveTo>
                    <a:pt x="108978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0897870" y="2540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AAA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08660" y="7172959"/>
              <a:ext cx="10897870" cy="26670"/>
            </a:xfrm>
            <a:custGeom>
              <a:avLst/>
              <a:gdLst/>
              <a:ahLst/>
              <a:cxnLst/>
              <a:rect l="l" t="t" r="r" b="b"/>
              <a:pathLst>
                <a:path w="10897870" h="26670">
                  <a:moveTo>
                    <a:pt x="10897870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10897870" y="2667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A9A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08660" y="7199629"/>
              <a:ext cx="10897870" cy="25400"/>
            </a:xfrm>
            <a:custGeom>
              <a:avLst/>
              <a:gdLst/>
              <a:ahLst/>
              <a:cxnLst/>
              <a:rect l="l" t="t" r="r" b="b"/>
              <a:pathLst>
                <a:path w="10897870" h="25400">
                  <a:moveTo>
                    <a:pt x="108978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0897870" y="2540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A8A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08660" y="7225029"/>
              <a:ext cx="10897870" cy="26670"/>
            </a:xfrm>
            <a:custGeom>
              <a:avLst/>
              <a:gdLst/>
              <a:ahLst/>
              <a:cxnLst/>
              <a:rect l="l" t="t" r="r" b="b"/>
              <a:pathLst>
                <a:path w="10897870" h="26670">
                  <a:moveTo>
                    <a:pt x="10897870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10897870" y="2667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A7A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08660" y="7251699"/>
              <a:ext cx="10897870" cy="26670"/>
            </a:xfrm>
            <a:custGeom>
              <a:avLst/>
              <a:gdLst/>
              <a:ahLst/>
              <a:cxnLst/>
              <a:rect l="l" t="t" r="r" b="b"/>
              <a:pathLst>
                <a:path w="10897870" h="26670">
                  <a:moveTo>
                    <a:pt x="10897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10897870" y="2666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A6A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08660" y="7278369"/>
              <a:ext cx="10897870" cy="25400"/>
            </a:xfrm>
            <a:custGeom>
              <a:avLst/>
              <a:gdLst/>
              <a:ahLst/>
              <a:cxnLst/>
              <a:rect l="l" t="t" r="r" b="b"/>
              <a:pathLst>
                <a:path w="10897870" h="25400">
                  <a:moveTo>
                    <a:pt x="10897870" y="0"/>
                  </a:moveTo>
                  <a:lnTo>
                    <a:pt x="0" y="0"/>
                  </a:lnTo>
                  <a:lnTo>
                    <a:pt x="0" y="25399"/>
                  </a:lnTo>
                  <a:lnTo>
                    <a:pt x="10897870" y="2539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A5A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08660" y="7303769"/>
              <a:ext cx="10897870" cy="26670"/>
            </a:xfrm>
            <a:custGeom>
              <a:avLst/>
              <a:gdLst/>
              <a:ahLst/>
              <a:cxnLst/>
              <a:rect l="l" t="t" r="r" b="b"/>
              <a:pathLst>
                <a:path w="10897870" h="26670">
                  <a:moveTo>
                    <a:pt x="10897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10897870" y="2666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A4A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08660" y="7330439"/>
              <a:ext cx="10897870" cy="25400"/>
            </a:xfrm>
            <a:custGeom>
              <a:avLst/>
              <a:gdLst/>
              <a:ahLst/>
              <a:cxnLst/>
              <a:rect l="l" t="t" r="r" b="b"/>
              <a:pathLst>
                <a:path w="10897870" h="25400">
                  <a:moveTo>
                    <a:pt x="10897870" y="0"/>
                  </a:moveTo>
                  <a:lnTo>
                    <a:pt x="0" y="0"/>
                  </a:lnTo>
                  <a:lnTo>
                    <a:pt x="0" y="25399"/>
                  </a:lnTo>
                  <a:lnTo>
                    <a:pt x="10897870" y="2539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A3A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08660" y="7355839"/>
              <a:ext cx="10897870" cy="26670"/>
            </a:xfrm>
            <a:custGeom>
              <a:avLst/>
              <a:gdLst/>
              <a:ahLst/>
              <a:cxnLst/>
              <a:rect l="l" t="t" r="r" b="b"/>
              <a:pathLst>
                <a:path w="10897870" h="26670">
                  <a:moveTo>
                    <a:pt x="10897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10897870" y="2666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A2A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08660" y="7382509"/>
              <a:ext cx="10897870" cy="25400"/>
            </a:xfrm>
            <a:custGeom>
              <a:avLst/>
              <a:gdLst/>
              <a:ahLst/>
              <a:cxnLst/>
              <a:rect l="l" t="t" r="r" b="b"/>
              <a:pathLst>
                <a:path w="10897870" h="25400">
                  <a:moveTo>
                    <a:pt x="108978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0897870" y="2540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A1A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08660" y="7407909"/>
              <a:ext cx="10897870" cy="26670"/>
            </a:xfrm>
            <a:custGeom>
              <a:avLst/>
              <a:gdLst/>
              <a:ahLst/>
              <a:cxnLst/>
              <a:rect l="l" t="t" r="r" b="b"/>
              <a:pathLst>
                <a:path w="10897870" h="26670">
                  <a:moveTo>
                    <a:pt x="10897870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10897870" y="2667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A0A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708660" y="7434579"/>
              <a:ext cx="10897870" cy="25400"/>
            </a:xfrm>
            <a:custGeom>
              <a:avLst/>
              <a:gdLst/>
              <a:ahLst/>
              <a:cxnLst/>
              <a:rect l="l" t="t" r="r" b="b"/>
              <a:pathLst>
                <a:path w="10897870" h="25400">
                  <a:moveTo>
                    <a:pt x="108978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0897870" y="2540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9F9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708660" y="7459979"/>
              <a:ext cx="10897870" cy="26670"/>
            </a:xfrm>
            <a:custGeom>
              <a:avLst/>
              <a:gdLst/>
              <a:ahLst/>
              <a:cxnLst/>
              <a:rect l="l" t="t" r="r" b="b"/>
              <a:pathLst>
                <a:path w="10897870" h="26670">
                  <a:moveTo>
                    <a:pt x="10897870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10897870" y="2667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9E9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708660" y="7486649"/>
              <a:ext cx="10897870" cy="25400"/>
            </a:xfrm>
            <a:custGeom>
              <a:avLst/>
              <a:gdLst/>
              <a:ahLst/>
              <a:cxnLst/>
              <a:rect l="l" t="t" r="r" b="b"/>
              <a:pathLst>
                <a:path w="10897870" h="25400">
                  <a:moveTo>
                    <a:pt x="108978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0897870" y="2540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9D9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708660" y="7512049"/>
              <a:ext cx="10897870" cy="26670"/>
            </a:xfrm>
            <a:custGeom>
              <a:avLst/>
              <a:gdLst/>
              <a:ahLst/>
              <a:cxnLst/>
              <a:rect l="l" t="t" r="r" b="b"/>
              <a:pathLst>
                <a:path w="10897870" h="26670">
                  <a:moveTo>
                    <a:pt x="10897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10897870" y="2666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9C9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08660" y="7538719"/>
              <a:ext cx="10897870" cy="25400"/>
            </a:xfrm>
            <a:custGeom>
              <a:avLst/>
              <a:gdLst/>
              <a:ahLst/>
              <a:cxnLst/>
              <a:rect l="l" t="t" r="r" b="b"/>
              <a:pathLst>
                <a:path w="10897870" h="25400">
                  <a:moveTo>
                    <a:pt x="10897870" y="0"/>
                  </a:moveTo>
                  <a:lnTo>
                    <a:pt x="0" y="0"/>
                  </a:lnTo>
                  <a:lnTo>
                    <a:pt x="0" y="25399"/>
                  </a:lnTo>
                  <a:lnTo>
                    <a:pt x="10897870" y="2539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9B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08660" y="7564119"/>
              <a:ext cx="10897870" cy="26670"/>
            </a:xfrm>
            <a:custGeom>
              <a:avLst/>
              <a:gdLst/>
              <a:ahLst/>
              <a:cxnLst/>
              <a:rect l="l" t="t" r="r" b="b"/>
              <a:pathLst>
                <a:path w="10897870" h="26670">
                  <a:moveTo>
                    <a:pt x="10897870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10897870" y="2666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9A9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708660" y="7590789"/>
              <a:ext cx="10897870" cy="52069"/>
            </a:xfrm>
            <a:custGeom>
              <a:avLst/>
              <a:gdLst/>
              <a:ahLst/>
              <a:cxnLst/>
              <a:rect l="l" t="t" r="r" b="b"/>
              <a:pathLst>
                <a:path w="10897870" h="52070">
                  <a:moveTo>
                    <a:pt x="10897870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0" y="52070"/>
                  </a:lnTo>
                  <a:lnTo>
                    <a:pt x="10897870" y="52070"/>
                  </a:lnTo>
                  <a:lnTo>
                    <a:pt x="10897870" y="2667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99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08660" y="7642859"/>
              <a:ext cx="10897870" cy="26670"/>
            </a:xfrm>
            <a:custGeom>
              <a:avLst/>
              <a:gdLst/>
              <a:ahLst/>
              <a:cxnLst/>
              <a:rect l="l" t="t" r="r" b="b"/>
              <a:pathLst>
                <a:path w="10897870" h="26670">
                  <a:moveTo>
                    <a:pt x="10897870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10897870" y="2667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979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08660" y="7669529"/>
              <a:ext cx="10897870" cy="25400"/>
            </a:xfrm>
            <a:custGeom>
              <a:avLst/>
              <a:gdLst/>
              <a:ahLst/>
              <a:cxnLst/>
              <a:rect l="l" t="t" r="r" b="b"/>
              <a:pathLst>
                <a:path w="10897870" h="25400">
                  <a:moveTo>
                    <a:pt x="1089787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0897870" y="2540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96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709930" y="5713729"/>
            <a:ext cx="10896600" cy="1979930"/>
          </a:xfrm>
          <a:prstGeom prst="rect">
            <a:avLst/>
          </a:prstGeom>
          <a:ln w="9344">
            <a:solidFill>
              <a:srgbClr val="2D2DCA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R="52705">
              <a:lnSpc>
                <a:spcPts val="4079"/>
              </a:lnSpc>
              <a:spcBef>
                <a:spcPts val="125"/>
              </a:spcBef>
            </a:pPr>
            <a:r>
              <a:rPr sz="3400" spc="-10" dirty="0">
                <a:latin typeface="Century Gothic"/>
                <a:cs typeface="Century Gothic"/>
              </a:rPr>
              <a:t>-</a:t>
            </a:r>
            <a:r>
              <a:rPr sz="3400" dirty="0">
                <a:latin typeface="Century Gothic"/>
                <a:cs typeface="Century Gothic"/>
              </a:rPr>
              <a:t>Slower</a:t>
            </a:r>
            <a:r>
              <a:rPr sz="3400" spc="165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than</a:t>
            </a:r>
            <a:r>
              <a:rPr sz="3400" spc="170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mean</a:t>
            </a:r>
            <a:r>
              <a:rPr sz="3400" spc="165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(not</a:t>
            </a:r>
            <a:r>
              <a:rPr sz="3400" spc="160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such</a:t>
            </a:r>
            <a:r>
              <a:rPr sz="3400" spc="155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a</a:t>
            </a:r>
            <a:r>
              <a:rPr sz="3400" spc="160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problem</a:t>
            </a:r>
            <a:r>
              <a:rPr sz="3400" spc="165" dirty="0">
                <a:latin typeface="Century Gothic"/>
                <a:cs typeface="Century Gothic"/>
              </a:rPr>
              <a:t> </a:t>
            </a:r>
            <a:r>
              <a:rPr sz="3400" spc="-10" dirty="0">
                <a:latin typeface="Century Gothic"/>
                <a:cs typeface="Century Gothic"/>
              </a:rPr>
              <a:t>anymore... </a:t>
            </a:r>
            <a:r>
              <a:rPr sz="3400" dirty="0">
                <a:latin typeface="Century Gothic"/>
                <a:cs typeface="Century Gothic"/>
              </a:rPr>
              <a:t>computers</a:t>
            </a:r>
            <a:r>
              <a:rPr sz="3400" spc="-35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are</a:t>
            </a:r>
            <a:r>
              <a:rPr sz="3400" spc="-20" dirty="0">
                <a:latin typeface="Century Gothic"/>
                <a:cs typeface="Century Gothic"/>
              </a:rPr>
              <a:t> </a:t>
            </a:r>
            <a:r>
              <a:rPr sz="3400" spc="-10" dirty="0">
                <a:latin typeface="Century Gothic"/>
                <a:cs typeface="Century Gothic"/>
              </a:rPr>
              <a:t>fast)</a:t>
            </a:r>
            <a:endParaRPr sz="3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2265"/>
              </a:spcBef>
            </a:pPr>
            <a:r>
              <a:rPr sz="3400" b="1" dirty="0">
                <a:latin typeface="Century Gothic"/>
                <a:cs typeface="Century Gothic"/>
              </a:rPr>
              <a:t>-</a:t>
            </a:r>
            <a:r>
              <a:rPr sz="3400" b="1" spc="-20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NOT</a:t>
            </a:r>
            <a:r>
              <a:rPr sz="3400" spc="-10" dirty="0">
                <a:latin typeface="Century Gothic"/>
                <a:cs typeface="Century Gothic"/>
              </a:rPr>
              <a:t> linear</a:t>
            </a:r>
            <a:endParaRPr sz="3400">
              <a:latin typeface="Century Gothic"/>
              <a:cs typeface="Century Gothic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328929" y="1366519"/>
            <a:ext cx="12344400" cy="3810"/>
          </a:xfrm>
          <a:custGeom>
            <a:avLst/>
            <a:gdLst/>
            <a:ahLst/>
            <a:cxnLst/>
            <a:rect l="l" t="t" r="r" b="b"/>
            <a:pathLst>
              <a:path w="12344400" h="3809">
                <a:moveTo>
                  <a:pt x="0" y="0"/>
                </a:moveTo>
                <a:lnTo>
                  <a:pt x="12344400" y="3809"/>
                </a:lnTo>
              </a:path>
            </a:pathLst>
          </a:custGeom>
          <a:ln w="50676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0" name="object 80"/>
          <p:cNvGrpSpPr/>
          <p:nvPr/>
        </p:nvGrpSpPr>
        <p:grpSpPr>
          <a:xfrm>
            <a:off x="704850" y="2207260"/>
            <a:ext cx="10906760" cy="2434590"/>
            <a:chOff x="704850" y="2207260"/>
            <a:chExt cx="10906760" cy="2434590"/>
          </a:xfrm>
        </p:grpSpPr>
        <p:pic>
          <p:nvPicPr>
            <p:cNvPr id="81" name="object 8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4850" y="2222500"/>
              <a:ext cx="10906760" cy="2419350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708660" y="2207259"/>
              <a:ext cx="10897870" cy="59690"/>
            </a:xfrm>
            <a:custGeom>
              <a:avLst/>
              <a:gdLst/>
              <a:ahLst/>
              <a:cxnLst/>
              <a:rect l="l" t="t" r="r" b="b"/>
              <a:pathLst>
                <a:path w="10897870" h="59689">
                  <a:moveTo>
                    <a:pt x="10897870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0" y="59690"/>
                  </a:lnTo>
                  <a:lnTo>
                    <a:pt x="10897870" y="59690"/>
                  </a:lnTo>
                  <a:lnTo>
                    <a:pt x="10897870" y="2921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708660" y="226695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80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E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08660" y="229743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80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D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08660" y="2327910"/>
              <a:ext cx="10897870" cy="29209"/>
            </a:xfrm>
            <a:custGeom>
              <a:avLst/>
              <a:gdLst/>
              <a:ahLst/>
              <a:cxnLst/>
              <a:rect l="l" t="t" r="r" b="b"/>
              <a:pathLst>
                <a:path w="10897870" h="29210">
                  <a:moveTo>
                    <a:pt x="10897870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10897870" y="2921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C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08660" y="235712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80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B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08660" y="238760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80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A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08660" y="241808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80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9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08660" y="2448560"/>
              <a:ext cx="10897870" cy="29209"/>
            </a:xfrm>
            <a:custGeom>
              <a:avLst/>
              <a:gdLst/>
              <a:ahLst/>
              <a:cxnLst/>
              <a:rect l="l" t="t" r="r" b="b"/>
              <a:pathLst>
                <a:path w="10897870" h="29210">
                  <a:moveTo>
                    <a:pt x="10897870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10897870" y="2921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8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08660" y="247777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80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7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08660" y="250825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80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6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708660" y="253873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80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5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08660" y="2569210"/>
              <a:ext cx="10897870" cy="29209"/>
            </a:xfrm>
            <a:custGeom>
              <a:avLst/>
              <a:gdLst/>
              <a:ahLst/>
              <a:cxnLst/>
              <a:rect l="l" t="t" r="r" b="b"/>
              <a:pathLst>
                <a:path w="10897870" h="29210">
                  <a:moveTo>
                    <a:pt x="10897870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10897870" y="2921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4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08660" y="259842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80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3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708660" y="262890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80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2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708660" y="2659380"/>
              <a:ext cx="10897870" cy="29209"/>
            </a:xfrm>
            <a:custGeom>
              <a:avLst/>
              <a:gdLst/>
              <a:ahLst/>
              <a:cxnLst/>
              <a:rect l="l" t="t" r="r" b="b"/>
              <a:pathLst>
                <a:path w="10897870" h="29210">
                  <a:moveTo>
                    <a:pt x="10897870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10897870" y="2921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1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708660" y="268859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80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D0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708660" y="271907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80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F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708660" y="274955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80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E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708660" y="2780030"/>
              <a:ext cx="10897870" cy="29209"/>
            </a:xfrm>
            <a:custGeom>
              <a:avLst/>
              <a:gdLst/>
              <a:ahLst/>
              <a:cxnLst/>
              <a:rect l="l" t="t" r="r" b="b"/>
              <a:pathLst>
                <a:path w="10897870" h="29210">
                  <a:moveTo>
                    <a:pt x="10897870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10897870" y="2921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D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708660" y="2809239"/>
              <a:ext cx="10897870" cy="60960"/>
            </a:xfrm>
            <a:custGeom>
              <a:avLst/>
              <a:gdLst/>
              <a:ahLst/>
              <a:cxnLst/>
              <a:rect l="l" t="t" r="r" b="b"/>
              <a:pathLst>
                <a:path w="10897870" h="60960">
                  <a:moveTo>
                    <a:pt x="10897870" y="0"/>
                  </a:moveTo>
                  <a:lnTo>
                    <a:pt x="0" y="0"/>
                  </a:lnTo>
                  <a:lnTo>
                    <a:pt x="0" y="30480"/>
                  </a:lnTo>
                  <a:lnTo>
                    <a:pt x="0" y="60960"/>
                  </a:lnTo>
                  <a:lnTo>
                    <a:pt x="10897870" y="60960"/>
                  </a:lnTo>
                  <a:lnTo>
                    <a:pt x="10897870" y="3048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C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708660" y="287020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80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A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08660" y="2900680"/>
              <a:ext cx="10897870" cy="29209"/>
            </a:xfrm>
            <a:custGeom>
              <a:avLst/>
              <a:gdLst/>
              <a:ahLst/>
              <a:cxnLst/>
              <a:rect l="l" t="t" r="r" b="b"/>
              <a:pathLst>
                <a:path w="10897870" h="29210">
                  <a:moveTo>
                    <a:pt x="10897870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10897870" y="2921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9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08660" y="292989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80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8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708660" y="296037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80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7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708660" y="299085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80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6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708660" y="3021330"/>
              <a:ext cx="10897870" cy="29209"/>
            </a:xfrm>
            <a:custGeom>
              <a:avLst/>
              <a:gdLst/>
              <a:ahLst/>
              <a:cxnLst/>
              <a:rect l="l" t="t" r="r" b="b"/>
              <a:pathLst>
                <a:path w="10897870" h="29210">
                  <a:moveTo>
                    <a:pt x="10897870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10897870" y="2921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5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708660" y="305054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80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4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708660" y="308102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80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3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708660" y="311150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80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2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708660" y="3141980"/>
              <a:ext cx="10897870" cy="29209"/>
            </a:xfrm>
            <a:custGeom>
              <a:avLst/>
              <a:gdLst/>
              <a:ahLst/>
              <a:cxnLst/>
              <a:rect l="l" t="t" r="r" b="b"/>
              <a:pathLst>
                <a:path w="10897870" h="29210">
                  <a:moveTo>
                    <a:pt x="10897870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10897870" y="2921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1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708660" y="317119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80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C0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708660" y="320167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80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BF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708660" y="3232150"/>
              <a:ext cx="10897870" cy="29209"/>
            </a:xfrm>
            <a:custGeom>
              <a:avLst/>
              <a:gdLst/>
              <a:ahLst/>
              <a:cxnLst/>
              <a:rect l="l" t="t" r="r" b="b"/>
              <a:pathLst>
                <a:path w="10897870" h="29210">
                  <a:moveTo>
                    <a:pt x="10897870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10897870" y="2921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BE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708660" y="326136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79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BD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708660" y="329184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79">
                  <a:moveTo>
                    <a:pt x="10897870" y="0"/>
                  </a:moveTo>
                  <a:lnTo>
                    <a:pt x="0" y="0"/>
                  </a:lnTo>
                  <a:lnTo>
                    <a:pt x="0" y="30480"/>
                  </a:lnTo>
                  <a:lnTo>
                    <a:pt x="10897870" y="3048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BC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708660" y="332232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79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BB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708660" y="3352800"/>
              <a:ext cx="10897870" cy="29209"/>
            </a:xfrm>
            <a:custGeom>
              <a:avLst/>
              <a:gdLst/>
              <a:ahLst/>
              <a:cxnLst/>
              <a:rect l="l" t="t" r="r" b="b"/>
              <a:pathLst>
                <a:path w="10897870" h="29210">
                  <a:moveTo>
                    <a:pt x="10897870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10897870" y="2921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BA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708660" y="338201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79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B9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08660" y="341249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79">
                  <a:moveTo>
                    <a:pt x="10897870" y="0"/>
                  </a:moveTo>
                  <a:lnTo>
                    <a:pt x="0" y="0"/>
                  </a:lnTo>
                  <a:lnTo>
                    <a:pt x="0" y="30480"/>
                  </a:lnTo>
                  <a:lnTo>
                    <a:pt x="10897870" y="3048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B8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08660" y="3442970"/>
              <a:ext cx="10897870" cy="29209"/>
            </a:xfrm>
            <a:custGeom>
              <a:avLst/>
              <a:gdLst/>
              <a:ahLst/>
              <a:cxnLst/>
              <a:rect l="l" t="t" r="r" b="b"/>
              <a:pathLst>
                <a:path w="10897870" h="29210">
                  <a:moveTo>
                    <a:pt x="10897870" y="0"/>
                  </a:moveTo>
                  <a:lnTo>
                    <a:pt x="0" y="0"/>
                  </a:lnTo>
                  <a:lnTo>
                    <a:pt x="0" y="29209"/>
                  </a:lnTo>
                  <a:lnTo>
                    <a:pt x="10897870" y="2920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B7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08660" y="347218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79">
                  <a:moveTo>
                    <a:pt x="10897870" y="0"/>
                  </a:moveTo>
                  <a:lnTo>
                    <a:pt x="0" y="0"/>
                  </a:lnTo>
                  <a:lnTo>
                    <a:pt x="0" y="30480"/>
                  </a:lnTo>
                  <a:lnTo>
                    <a:pt x="10897870" y="3048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B6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708660" y="350266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79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B5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708660" y="353314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79">
                  <a:moveTo>
                    <a:pt x="10897870" y="0"/>
                  </a:moveTo>
                  <a:lnTo>
                    <a:pt x="0" y="0"/>
                  </a:lnTo>
                  <a:lnTo>
                    <a:pt x="0" y="30480"/>
                  </a:lnTo>
                  <a:lnTo>
                    <a:pt x="10897870" y="3048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B4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708660" y="3563620"/>
              <a:ext cx="10897870" cy="29209"/>
            </a:xfrm>
            <a:custGeom>
              <a:avLst/>
              <a:gdLst/>
              <a:ahLst/>
              <a:cxnLst/>
              <a:rect l="l" t="t" r="r" b="b"/>
              <a:pathLst>
                <a:path w="10897870" h="29210">
                  <a:moveTo>
                    <a:pt x="10897870" y="0"/>
                  </a:moveTo>
                  <a:lnTo>
                    <a:pt x="0" y="0"/>
                  </a:lnTo>
                  <a:lnTo>
                    <a:pt x="0" y="29209"/>
                  </a:lnTo>
                  <a:lnTo>
                    <a:pt x="10897870" y="2920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B3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708660" y="359283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79">
                  <a:moveTo>
                    <a:pt x="10897870" y="0"/>
                  </a:moveTo>
                  <a:lnTo>
                    <a:pt x="0" y="0"/>
                  </a:lnTo>
                  <a:lnTo>
                    <a:pt x="0" y="30480"/>
                  </a:lnTo>
                  <a:lnTo>
                    <a:pt x="10897870" y="3048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B2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708660" y="362331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79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B1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708660" y="3653790"/>
              <a:ext cx="10897870" cy="29209"/>
            </a:xfrm>
            <a:custGeom>
              <a:avLst/>
              <a:gdLst/>
              <a:ahLst/>
              <a:cxnLst/>
              <a:rect l="l" t="t" r="r" b="b"/>
              <a:pathLst>
                <a:path w="10897870" h="29210">
                  <a:moveTo>
                    <a:pt x="10897870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10897870" y="2921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B0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708660" y="368300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79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AF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708660" y="371348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79">
                  <a:moveTo>
                    <a:pt x="10897870" y="0"/>
                  </a:moveTo>
                  <a:lnTo>
                    <a:pt x="0" y="0"/>
                  </a:lnTo>
                  <a:lnTo>
                    <a:pt x="0" y="30480"/>
                  </a:lnTo>
                  <a:lnTo>
                    <a:pt x="10897870" y="3048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AE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708660" y="374396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79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AD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708660" y="3774440"/>
              <a:ext cx="10897870" cy="29209"/>
            </a:xfrm>
            <a:custGeom>
              <a:avLst/>
              <a:gdLst/>
              <a:ahLst/>
              <a:cxnLst/>
              <a:rect l="l" t="t" r="r" b="b"/>
              <a:pathLst>
                <a:path w="10897870" h="29210">
                  <a:moveTo>
                    <a:pt x="10897870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10897870" y="2921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AC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708660" y="380365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79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AB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708660" y="383413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79">
                  <a:moveTo>
                    <a:pt x="10897870" y="0"/>
                  </a:moveTo>
                  <a:lnTo>
                    <a:pt x="0" y="0"/>
                  </a:lnTo>
                  <a:lnTo>
                    <a:pt x="0" y="30480"/>
                  </a:lnTo>
                  <a:lnTo>
                    <a:pt x="10897870" y="3048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AA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708660" y="386461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79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A9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708660" y="3895089"/>
              <a:ext cx="10897870" cy="29209"/>
            </a:xfrm>
            <a:custGeom>
              <a:avLst/>
              <a:gdLst/>
              <a:ahLst/>
              <a:cxnLst/>
              <a:rect l="l" t="t" r="r" b="b"/>
              <a:pathLst>
                <a:path w="10897870" h="29210">
                  <a:moveTo>
                    <a:pt x="10897870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10897870" y="2921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A8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708660" y="392430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79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A7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708660" y="395478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79">
                  <a:moveTo>
                    <a:pt x="10897870" y="0"/>
                  </a:moveTo>
                  <a:lnTo>
                    <a:pt x="0" y="0"/>
                  </a:lnTo>
                  <a:lnTo>
                    <a:pt x="0" y="30480"/>
                  </a:lnTo>
                  <a:lnTo>
                    <a:pt x="10897870" y="3048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A6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708660" y="3985260"/>
              <a:ext cx="10897870" cy="29209"/>
            </a:xfrm>
            <a:custGeom>
              <a:avLst/>
              <a:gdLst/>
              <a:ahLst/>
              <a:cxnLst/>
              <a:rect l="l" t="t" r="r" b="b"/>
              <a:pathLst>
                <a:path w="10897870" h="29210">
                  <a:moveTo>
                    <a:pt x="10897870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10897870" y="2921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A5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708660" y="401447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79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A4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708660" y="404495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79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A3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708660" y="407543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79">
                  <a:moveTo>
                    <a:pt x="10897870" y="0"/>
                  </a:moveTo>
                  <a:lnTo>
                    <a:pt x="0" y="0"/>
                  </a:lnTo>
                  <a:lnTo>
                    <a:pt x="0" y="30480"/>
                  </a:lnTo>
                  <a:lnTo>
                    <a:pt x="10897870" y="3048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A2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708660" y="4105910"/>
              <a:ext cx="10897870" cy="29209"/>
            </a:xfrm>
            <a:custGeom>
              <a:avLst/>
              <a:gdLst/>
              <a:ahLst/>
              <a:cxnLst/>
              <a:rect l="l" t="t" r="r" b="b"/>
              <a:pathLst>
                <a:path w="10897870" h="29210">
                  <a:moveTo>
                    <a:pt x="10897870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10897870" y="2921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A1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708660" y="413512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79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A0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708660" y="416560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79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9F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708660" y="419608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79">
                  <a:moveTo>
                    <a:pt x="10897870" y="0"/>
                  </a:moveTo>
                  <a:lnTo>
                    <a:pt x="0" y="0"/>
                  </a:lnTo>
                  <a:lnTo>
                    <a:pt x="0" y="30480"/>
                  </a:lnTo>
                  <a:lnTo>
                    <a:pt x="10897870" y="3048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9E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708660" y="4226560"/>
              <a:ext cx="10897870" cy="29209"/>
            </a:xfrm>
            <a:custGeom>
              <a:avLst/>
              <a:gdLst/>
              <a:ahLst/>
              <a:cxnLst/>
              <a:rect l="l" t="t" r="r" b="b"/>
              <a:pathLst>
                <a:path w="10897870" h="29210">
                  <a:moveTo>
                    <a:pt x="10897870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10897870" y="2921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9D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708660" y="425577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79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9C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708660" y="428625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79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9B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708660" y="431673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79">
                  <a:moveTo>
                    <a:pt x="10897870" y="0"/>
                  </a:moveTo>
                  <a:lnTo>
                    <a:pt x="0" y="0"/>
                  </a:lnTo>
                  <a:lnTo>
                    <a:pt x="0" y="30480"/>
                  </a:lnTo>
                  <a:lnTo>
                    <a:pt x="10897870" y="3048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9A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708660" y="4347210"/>
              <a:ext cx="10897870" cy="29209"/>
            </a:xfrm>
            <a:custGeom>
              <a:avLst/>
              <a:gdLst/>
              <a:ahLst/>
              <a:cxnLst/>
              <a:rect l="l" t="t" r="r" b="b"/>
              <a:pathLst>
                <a:path w="10897870" h="29210">
                  <a:moveTo>
                    <a:pt x="10897870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10897870" y="2921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99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708660" y="437642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79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99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708660" y="440690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79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97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708660" y="443738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79">
                  <a:moveTo>
                    <a:pt x="10897870" y="0"/>
                  </a:moveTo>
                  <a:lnTo>
                    <a:pt x="0" y="0"/>
                  </a:lnTo>
                  <a:lnTo>
                    <a:pt x="0" y="30480"/>
                  </a:lnTo>
                  <a:lnTo>
                    <a:pt x="10897870" y="3048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96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708660" y="4467860"/>
              <a:ext cx="10897870" cy="29209"/>
            </a:xfrm>
            <a:custGeom>
              <a:avLst/>
              <a:gdLst/>
              <a:ahLst/>
              <a:cxnLst/>
              <a:rect l="l" t="t" r="r" b="b"/>
              <a:pathLst>
                <a:path w="10897870" h="29210">
                  <a:moveTo>
                    <a:pt x="10897870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10897870" y="2921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95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708660" y="449707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79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94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708660" y="4527550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79">
                  <a:moveTo>
                    <a:pt x="10897870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10897870" y="30479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93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708660" y="4558030"/>
              <a:ext cx="10897870" cy="29209"/>
            </a:xfrm>
            <a:custGeom>
              <a:avLst/>
              <a:gdLst/>
              <a:ahLst/>
              <a:cxnLst/>
              <a:rect l="l" t="t" r="r" b="b"/>
              <a:pathLst>
                <a:path w="10897870" h="29210">
                  <a:moveTo>
                    <a:pt x="10897870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10897870" y="2921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92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708660" y="4587239"/>
              <a:ext cx="10897870" cy="30480"/>
            </a:xfrm>
            <a:custGeom>
              <a:avLst/>
              <a:gdLst/>
              <a:ahLst/>
              <a:cxnLst/>
              <a:rect l="l" t="t" r="r" b="b"/>
              <a:pathLst>
                <a:path w="10897870" h="30479">
                  <a:moveTo>
                    <a:pt x="10897870" y="0"/>
                  </a:moveTo>
                  <a:lnTo>
                    <a:pt x="0" y="0"/>
                  </a:lnTo>
                  <a:lnTo>
                    <a:pt x="0" y="30480"/>
                  </a:lnTo>
                  <a:lnTo>
                    <a:pt x="10897870" y="30480"/>
                  </a:lnTo>
                  <a:lnTo>
                    <a:pt x="10897870" y="0"/>
                  </a:lnTo>
                  <a:close/>
                </a:path>
              </a:pathLst>
            </a:custGeom>
            <a:solidFill>
              <a:srgbClr val="91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0" name="object 160"/>
          <p:cNvSpPr txBox="1"/>
          <p:nvPr/>
        </p:nvSpPr>
        <p:spPr>
          <a:xfrm>
            <a:off x="709930" y="2207260"/>
            <a:ext cx="10896600" cy="2409190"/>
          </a:xfrm>
          <a:prstGeom prst="rect">
            <a:avLst/>
          </a:prstGeom>
          <a:ln w="9344">
            <a:solidFill>
              <a:srgbClr val="00CC97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70"/>
              </a:spcBef>
            </a:pPr>
            <a:r>
              <a:rPr sz="3400" b="1" dirty="0">
                <a:latin typeface="Century Gothic"/>
                <a:cs typeface="Century Gothic"/>
              </a:rPr>
              <a:t>+</a:t>
            </a:r>
            <a:r>
              <a:rPr sz="3400" b="1" spc="-35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Typically</a:t>
            </a:r>
            <a:r>
              <a:rPr sz="3400" spc="-20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good</a:t>
            </a:r>
            <a:r>
              <a:rPr sz="3400" spc="-15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for</a:t>
            </a:r>
            <a:r>
              <a:rPr sz="3400" spc="-15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“Salt</a:t>
            </a:r>
            <a:r>
              <a:rPr sz="3400" spc="-20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&amp;</a:t>
            </a:r>
            <a:r>
              <a:rPr sz="3400" spc="-20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pepper”</a:t>
            </a:r>
            <a:r>
              <a:rPr sz="3400" spc="-20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noise</a:t>
            </a:r>
            <a:r>
              <a:rPr sz="3400" spc="-10" dirty="0">
                <a:latin typeface="Century Gothic"/>
                <a:cs typeface="Century Gothic"/>
              </a:rPr>
              <a:t> removal</a:t>
            </a:r>
            <a:endParaRPr sz="3400">
              <a:latin typeface="Century Gothic"/>
              <a:cs typeface="Century Gothic"/>
            </a:endParaRPr>
          </a:p>
          <a:p>
            <a:pPr marL="90170">
              <a:lnSpc>
                <a:spcPct val="100000"/>
              </a:lnSpc>
              <a:spcBef>
                <a:spcPts val="3000"/>
              </a:spcBef>
            </a:pPr>
            <a:r>
              <a:rPr sz="3400" b="1" dirty="0">
                <a:latin typeface="Century Gothic"/>
                <a:cs typeface="Century Gothic"/>
              </a:rPr>
              <a:t>+</a:t>
            </a:r>
            <a:r>
              <a:rPr sz="3400" b="1" spc="-45" dirty="0">
                <a:latin typeface="Century Gothic"/>
                <a:cs typeface="Century Gothic"/>
              </a:rPr>
              <a:t> </a:t>
            </a:r>
            <a:r>
              <a:rPr sz="3400" dirty="0">
                <a:latin typeface="Century Gothic"/>
                <a:cs typeface="Century Gothic"/>
              </a:rPr>
              <a:t>Eliminates</a:t>
            </a:r>
            <a:r>
              <a:rPr sz="3400" spc="-20" dirty="0">
                <a:latin typeface="Century Gothic"/>
                <a:cs typeface="Century Gothic"/>
              </a:rPr>
              <a:t> </a:t>
            </a:r>
            <a:r>
              <a:rPr sz="3400" spc="-10" dirty="0">
                <a:latin typeface="Century Gothic"/>
                <a:cs typeface="Century Gothic"/>
              </a:rPr>
              <a:t>noise</a:t>
            </a:r>
            <a:endParaRPr sz="3400">
              <a:latin typeface="Century Gothic"/>
              <a:cs typeface="Century Gothic"/>
            </a:endParaRPr>
          </a:p>
          <a:p>
            <a:pPr marL="90170">
              <a:lnSpc>
                <a:spcPct val="100000"/>
              </a:lnSpc>
              <a:spcBef>
                <a:spcPts val="2990"/>
              </a:spcBef>
            </a:pPr>
            <a:r>
              <a:rPr sz="3400" b="1" dirty="0">
                <a:latin typeface="Century Gothic"/>
                <a:cs typeface="Century Gothic"/>
              </a:rPr>
              <a:t>+</a:t>
            </a:r>
            <a:r>
              <a:rPr sz="3400" b="1" spc="20" dirty="0">
                <a:latin typeface="Century Gothic"/>
                <a:cs typeface="Century Gothic"/>
              </a:rPr>
              <a:t> </a:t>
            </a:r>
            <a:r>
              <a:rPr sz="3400" spc="-10" dirty="0">
                <a:latin typeface="Century Gothic"/>
                <a:cs typeface="Century Gothic"/>
              </a:rPr>
              <a:t>Edge-preserving</a:t>
            </a:r>
            <a:endParaRPr sz="3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890" y="64769"/>
            <a:ext cx="11971019" cy="830997"/>
          </a:xfrm>
        </p:spPr>
        <p:txBody>
          <a:bodyPr/>
          <a:lstStyle/>
          <a:p>
            <a:endParaRPr lang="en-US"/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816" t="3656" r="2816" b="8597"/>
          <a:stretch/>
        </p:blipFill>
        <p:spPr bwMode="auto">
          <a:xfrm>
            <a:off x="-57500" y="575523"/>
            <a:ext cx="12704583" cy="8358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64725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890" y="64769"/>
            <a:ext cx="11971019" cy="830997"/>
          </a:xfrm>
        </p:spPr>
        <p:txBody>
          <a:bodyPr/>
          <a:lstStyle/>
          <a:p>
            <a:endParaRPr lang="en-US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93"/>
          <a:stretch/>
        </p:blipFill>
        <p:spPr bwMode="auto">
          <a:xfrm>
            <a:off x="177800" y="228600"/>
            <a:ext cx="12943237" cy="868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515397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3003530" cy="9752330"/>
          </a:xfrm>
          <a:custGeom>
            <a:avLst/>
            <a:gdLst/>
            <a:ahLst/>
            <a:cxnLst/>
            <a:rect l="l" t="t" r="r" b="b"/>
            <a:pathLst>
              <a:path w="13003530" h="9752330">
                <a:moveTo>
                  <a:pt x="13003530" y="0"/>
                </a:moveTo>
                <a:lnTo>
                  <a:pt x="0" y="0"/>
                </a:lnTo>
                <a:lnTo>
                  <a:pt x="0" y="9752330"/>
                </a:lnTo>
                <a:lnTo>
                  <a:pt x="13003530" y="9752330"/>
                </a:lnTo>
                <a:lnTo>
                  <a:pt x="13003530" y="0"/>
                </a:lnTo>
                <a:close/>
              </a:path>
            </a:pathLst>
          </a:custGeom>
          <a:solidFill>
            <a:srgbClr val="FFEE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8929" y="2437129"/>
            <a:ext cx="12344400" cy="556563"/>
          </a:xfrm>
          <a:prstGeom prst="rect">
            <a:avLst/>
          </a:prstGeom>
          <a:solidFill>
            <a:srgbClr val="FFEEB0"/>
          </a:solidFill>
          <a:ln w="9344">
            <a:solidFill>
              <a:srgbClr val="000000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777875" indent="-651510">
              <a:lnSpc>
                <a:spcPct val="100000"/>
              </a:lnSpc>
              <a:spcBef>
                <a:spcPts val="500"/>
              </a:spcBef>
              <a:buAutoNum type="arabicParenBoth"/>
              <a:tabLst>
                <a:tab pos="778510" algn="l"/>
              </a:tabLst>
            </a:pPr>
            <a:r>
              <a:rPr sz="3200" b="1" dirty="0">
                <a:latin typeface="Century Gothic"/>
                <a:cs typeface="Century Gothic"/>
              </a:rPr>
              <a:t>File</a:t>
            </a:r>
            <a:r>
              <a:rPr sz="3200" b="1" spc="-10" dirty="0">
                <a:latin typeface="Century Gothic"/>
                <a:cs typeface="Century Gothic"/>
              </a:rPr>
              <a:t> </a:t>
            </a:r>
            <a:r>
              <a:rPr sz="3200" b="1" dirty="0">
                <a:latin typeface="Century Gothic"/>
                <a:cs typeface="Century Gothic"/>
              </a:rPr>
              <a:t>-</a:t>
            </a:r>
            <a:r>
              <a:rPr sz="3200" b="1" spc="-5" dirty="0">
                <a:latin typeface="Century Gothic"/>
                <a:cs typeface="Century Gothic"/>
              </a:rPr>
              <a:t> </a:t>
            </a:r>
            <a:r>
              <a:rPr sz="3200" b="1" dirty="0">
                <a:latin typeface="Century Gothic"/>
                <a:cs typeface="Century Gothic"/>
              </a:rPr>
              <a:t>Open</a:t>
            </a:r>
            <a:r>
              <a:rPr sz="3200" b="1" spc="-5" dirty="0">
                <a:latin typeface="Century Gothic"/>
                <a:cs typeface="Century Gothic"/>
              </a:rPr>
              <a:t> </a:t>
            </a:r>
            <a:r>
              <a:rPr sz="3200" b="1" dirty="0">
                <a:latin typeface="Century Gothic"/>
                <a:cs typeface="Century Gothic"/>
              </a:rPr>
              <a:t>Samples –</a:t>
            </a:r>
            <a:r>
              <a:rPr sz="3200" b="1" spc="-5" dirty="0">
                <a:latin typeface="Century Gothic"/>
                <a:cs typeface="Century Gothic"/>
              </a:rPr>
              <a:t> </a:t>
            </a:r>
            <a:r>
              <a:rPr lang="da-DK" sz="3200" b="1" spc="-10" dirty="0">
                <a:latin typeface="Century Gothic"/>
                <a:cs typeface="Century Gothic"/>
              </a:rPr>
              <a:t>Neuron</a:t>
            </a:r>
            <a:endParaRPr sz="3200" dirty="0">
              <a:latin typeface="Century Gothic"/>
              <a:cs typeface="Century Gothic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24257" y="4365397"/>
            <a:ext cx="12348210" cy="4263390"/>
            <a:chOff x="324257" y="4365397"/>
            <a:chExt cx="12348210" cy="42633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1087" y="4409847"/>
              <a:ext cx="12310972" cy="42185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27660" y="4370069"/>
              <a:ext cx="12301220" cy="4210050"/>
            </a:xfrm>
            <a:custGeom>
              <a:avLst/>
              <a:gdLst/>
              <a:ahLst/>
              <a:cxnLst/>
              <a:rect l="l" t="t" r="r" b="b"/>
              <a:pathLst>
                <a:path w="12301220" h="4210050">
                  <a:moveTo>
                    <a:pt x="12301220" y="0"/>
                  </a:moveTo>
                  <a:lnTo>
                    <a:pt x="0" y="0"/>
                  </a:lnTo>
                  <a:lnTo>
                    <a:pt x="0" y="4210050"/>
                  </a:lnTo>
                  <a:lnTo>
                    <a:pt x="12301220" y="4210050"/>
                  </a:lnTo>
                  <a:lnTo>
                    <a:pt x="123012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8930" y="4370069"/>
              <a:ext cx="12299950" cy="4208780"/>
            </a:xfrm>
            <a:custGeom>
              <a:avLst/>
              <a:gdLst/>
              <a:ahLst/>
              <a:cxnLst/>
              <a:rect l="l" t="t" r="r" b="b"/>
              <a:pathLst>
                <a:path w="12299950" h="4208780">
                  <a:moveTo>
                    <a:pt x="6149340" y="4208780"/>
                  </a:moveTo>
                  <a:lnTo>
                    <a:pt x="0" y="4208780"/>
                  </a:lnTo>
                  <a:lnTo>
                    <a:pt x="0" y="0"/>
                  </a:lnTo>
                  <a:lnTo>
                    <a:pt x="12299950" y="0"/>
                  </a:lnTo>
                  <a:lnTo>
                    <a:pt x="12299950" y="4208780"/>
                  </a:lnTo>
                  <a:lnTo>
                    <a:pt x="6149340" y="4208780"/>
                  </a:lnTo>
                  <a:close/>
                </a:path>
              </a:pathLst>
            </a:custGeom>
            <a:ln w="9344">
              <a:solidFill>
                <a:srgbClr val="F8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06400" y="4166869"/>
            <a:ext cx="11983085" cy="2953373"/>
          </a:xfrm>
          <a:prstGeom prst="rect">
            <a:avLst/>
          </a:prstGeom>
        </p:spPr>
        <p:txBody>
          <a:bodyPr vert="horz" wrap="square" lIns="0" tIns="250190" rIns="0" bIns="0" rtlCol="0">
            <a:spAutoFit/>
          </a:bodyPr>
          <a:lstStyle/>
          <a:p>
            <a:pPr marL="663575" indent="-651510">
              <a:lnSpc>
                <a:spcPct val="100000"/>
              </a:lnSpc>
              <a:spcBef>
                <a:spcPts val="1970"/>
              </a:spcBef>
              <a:buAutoNum type="arabicParenBoth"/>
              <a:tabLst>
                <a:tab pos="664210" algn="l"/>
              </a:tabLst>
            </a:pPr>
            <a:r>
              <a:rPr sz="3200" b="1" dirty="0">
                <a:latin typeface="Century Gothic"/>
                <a:cs typeface="Century Gothic"/>
              </a:rPr>
              <a:t>Convolve</a:t>
            </a:r>
            <a:r>
              <a:rPr sz="3200" b="1" spc="-15" dirty="0">
                <a:latin typeface="Century Gothic"/>
                <a:cs typeface="Century Gothic"/>
              </a:rPr>
              <a:t> </a:t>
            </a:r>
            <a:r>
              <a:rPr sz="3200" b="1" dirty="0">
                <a:latin typeface="Century Gothic"/>
                <a:cs typeface="Century Gothic"/>
              </a:rPr>
              <a:t>a</a:t>
            </a:r>
            <a:r>
              <a:rPr sz="3200" b="1" spc="-10" dirty="0">
                <a:latin typeface="Century Gothic"/>
                <a:cs typeface="Century Gothic"/>
              </a:rPr>
              <a:t> </a:t>
            </a:r>
            <a:r>
              <a:rPr sz="3200" b="1" dirty="0">
                <a:latin typeface="Century Gothic"/>
                <a:cs typeface="Century Gothic"/>
              </a:rPr>
              <a:t>simple</a:t>
            </a:r>
            <a:r>
              <a:rPr sz="3200" b="1" spc="-5" dirty="0">
                <a:latin typeface="Century Gothic"/>
                <a:cs typeface="Century Gothic"/>
              </a:rPr>
              <a:t> </a:t>
            </a:r>
            <a:r>
              <a:rPr sz="3200" b="1" dirty="0">
                <a:latin typeface="Century Gothic"/>
                <a:cs typeface="Century Gothic"/>
              </a:rPr>
              <a:t>binary</a:t>
            </a:r>
            <a:r>
              <a:rPr sz="3200" b="1" spc="-5" dirty="0">
                <a:latin typeface="Century Gothic"/>
                <a:cs typeface="Century Gothic"/>
              </a:rPr>
              <a:t> </a:t>
            </a:r>
            <a:r>
              <a:rPr sz="3200" b="1" spc="-10" dirty="0">
                <a:latin typeface="Century Gothic"/>
                <a:cs typeface="Century Gothic"/>
              </a:rPr>
              <a:t>image</a:t>
            </a:r>
            <a:endParaRPr sz="3200" dirty="0">
              <a:latin typeface="Century Gothic"/>
              <a:cs typeface="Century Gothic"/>
            </a:endParaRPr>
          </a:p>
          <a:p>
            <a:pPr marL="444500" lvl="1" indent="-431800">
              <a:lnSpc>
                <a:spcPct val="100000"/>
              </a:lnSpc>
              <a:spcBef>
                <a:spcPts val="1870"/>
              </a:spcBef>
              <a:buFont typeface="Wingdings"/>
              <a:buChar char=""/>
              <a:tabLst>
                <a:tab pos="444500" algn="l"/>
              </a:tabLst>
            </a:pPr>
            <a:r>
              <a:rPr sz="3200" dirty="0">
                <a:latin typeface="Century Gothic"/>
                <a:cs typeface="Century Gothic"/>
              </a:rPr>
              <a:t>Process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–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Filters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–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Convolve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(play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with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different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kernels)</a:t>
            </a:r>
            <a:endParaRPr sz="32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sz="3200" b="1" dirty="0">
                <a:latin typeface="Century Gothic"/>
                <a:cs typeface="Century Gothic"/>
              </a:rPr>
              <a:t>(2)</a:t>
            </a:r>
            <a:r>
              <a:rPr sz="3200" b="1" spc="-10" dirty="0">
                <a:latin typeface="Century Gothic"/>
                <a:cs typeface="Century Gothic"/>
              </a:rPr>
              <a:t> </a:t>
            </a:r>
            <a:r>
              <a:rPr sz="3200" b="1" dirty="0">
                <a:latin typeface="Century Gothic"/>
                <a:cs typeface="Century Gothic"/>
              </a:rPr>
              <a:t>Noisy sample </a:t>
            </a:r>
            <a:r>
              <a:rPr sz="3200" b="1" spc="-10" dirty="0">
                <a:latin typeface="Century Gothic"/>
                <a:cs typeface="Century Gothic"/>
              </a:rPr>
              <a:t>image</a:t>
            </a:r>
            <a:endParaRPr sz="3200" dirty="0">
              <a:latin typeface="Century Gothic"/>
              <a:cs typeface="Century Gothic"/>
            </a:endParaRPr>
          </a:p>
          <a:p>
            <a:pPr marL="444500" indent="-431800">
              <a:lnSpc>
                <a:spcPct val="100000"/>
              </a:lnSpc>
              <a:spcBef>
                <a:spcPts val="1870"/>
              </a:spcBef>
              <a:buFont typeface="Wingdings"/>
              <a:buChar char=""/>
              <a:tabLst>
                <a:tab pos="444500" algn="l"/>
              </a:tabLst>
            </a:pPr>
            <a:r>
              <a:rPr sz="3200" dirty="0">
                <a:latin typeface="Century Gothic"/>
                <a:cs typeface="Century Gothic"/>
              </a:rPr>
              <a:t>Mean</a:t>
            </a:r>
            <a:r>
              <a:rPr sz="3200" spc="-2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and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Median</a:t>
            </a:r>
            <a:r>
              <a:rPr sz="3200" spc="-2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Filter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(change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pixel</a:t>
            </a:r>
            <a:r>
              <a:rPr sz="3200" spc="-25" dirty="0">
                <a:latin typeface="Century Gothic"/>
                <a:cs typeface="Century Gothic"/>
              </a:rPr>
              <a:t> number,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kernel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size)</a:t>
            </a:r>
            <a:endParaRPr sz="3200" dirty="0">
              <a:latin typeface="Century Gothic"/>
              <a:cs typeface="Century Gothic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532787" y="1408430"/>
            <a:ext cx="9917430" cy="669290"/>
            <a:chOff x="2532787" y="1408430"/>
            <a:chExt cx="9917430" cy="66929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32787" y="1424940"/>
              <a:ext cx="9917022" cy="65277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537460" y="1408429"/>
              <a:ext cx="9907270" cy="16510"/>
            </a:xfrm>
            <a:custGeom>
              <a:avLst/>
              <a:gdLst/>
              <a:ahLst/>
              <a:cxnLst/>
              <a:rect l="l" t="t" r="r" b="b"/>
              <a:pathLst>
                <a:path w="9907270" h="16509">
                  <a:moveTo>
                    <a:pt x="99072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6510"/>
                  </a:lnTo>
                  <a:lnTo>
                    <a:pt x="9907270" y="16510"/>
                  </a:lnTo>
                  <a:lnTo>
                    <a:pt x="9907270" y="7620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D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37459" y="142494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9907269" y="761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DE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37459" y="143256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DD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37459" y="144018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90">
                  <a:moveTo>
                    <a:pt x="99072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9907269" y="889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DC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537459" y="144907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DB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537459" y="145669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9907269" y="761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DA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37459" y="146431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90">
                  <a:moveTo>
                    <a:pt x="99072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9907269" y="889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D9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37459" y="147320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D8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37459" y="148082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D7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537459" y="148844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90">
                  <a:moveTo>
                    <a:pt x="9907269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9907269" y="888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D6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537459" y="149733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D5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537459" y="150495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90">
                  <a:moveTo>
                    <a:pt x="99072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9907269" y="889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D4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537459" y="151384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9907269" y="761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D3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537459" y="152146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D2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537459" y="152908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90">
                  <a:moveTo>
                    <a:pt x="99072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9907269" y="889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D1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537459" y="153797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D0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537459" y="154559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9907269" y="761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CF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537459" y="155321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90">
                  <a:moveTo>
                    <a:pt x="99072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9907269" y="889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CE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537459" y="156210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CD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537460" y="1569719"/>
              <a:ext cx="9907270" cy="16510"/>
            </a:xfrm>
            <a:custGeom>
              <a:avLst/>
              <a:gdLst/>
              <a:ahLst/>
              <a:cxnLst/>
              <a:rect l="l" t="t" r="r" b="b"/>
              <a:pathLst>
                <a:path w="9907270" h="16509">
                  <a:moveTo>
                    <a:pt x="99072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6510"/>
                  </a:lnTo>
                  <a:lnTo>
                    <a:pt x="9907270" y="16510"/>
                  </a:lnTo>
                  <a:lnTo>
                    <a:pt x="9907270" y="7620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CC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37459" y="158623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CA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537459" y="159385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C9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537459" y="160147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90">
                  <a:moveTo>
                    <a:pt x="9907269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9907269" y="888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C8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537459" y="161036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C7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537459" y="161798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C6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537459" y="162560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89">
                  <a:moveTo>
                    <a:pt x="99072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9907269" y="889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C5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537459" y="163449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9907269" y="761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C4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37459" y="164211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C3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537459" y="164973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89">
                  <a:moveTo>
                    <a:pt x="99072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9907269" y="889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C2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537459" y="165862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C1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537459" y="166624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9907269" y="761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C0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537459" y="167386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89">
                  <a:moveTo>
                    <a:pt x="99072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9907269" y="889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BF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537459" y="168275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BE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537459" y="169037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BD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537459" y="169799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89">
                  <a:moveTo>
                    <a:pt x="9907269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9907269" y="888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BC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537459" y="170688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BB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537459" y="171450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89">
                  <a:moveTo>
                    <a:pt x="99072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9907269" y="889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BA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537459" y="172339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9907269" y="761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B9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537459" y="173101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B8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537459" y="173863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89">
                  <a:moveTo>
                    <a:pt x="99072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9907269" y="889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B7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537459" y="174752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B6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537459" y="175514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9907269" y="761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B5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537459" y="176276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89">
                  <a:moveTo>
                    <a:pt x="99072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9907269" y="889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B4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537459" y="177165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B3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537459" y="177927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B2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537459" y="178689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89">
                  <a:moveTo>
                    <a:pt x="9907269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9907269" y="888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B1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537459" y="179578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B0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537459" y="180340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AF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537459" y="181102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89">
                  <a:moveTo>
                    <a:pt x="9907269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9907269" y="888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AE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537459" y="181991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AD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537459" y="182753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AC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537459" y="183515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89">
                  <a:moveTo>
                    <a:pt x="99072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9907269" y="889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AB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537459" y="184404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9907269" y="761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AA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537459" y="185166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A9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537459" y="185928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89">
                  <a:moveTo>
                    <a:pt x="99072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9907269" y="889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A8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537459" y="186817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A7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537459" y="187579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9907269" y="761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A6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537459" y="188341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89">
                  <a:moveTo>
                    <a:pt x="99072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9907269" y="889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A5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537459" y="189230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A4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537459" y="189992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89">
                  <a:moveTo>
                    <a:pt x="9907269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9907269" y="888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A3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537459" y="190881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A2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537459" y="191643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A1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537459" y="192405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89">
                  <a:moveTo>
                    <a:pt x="99072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9907269" y="889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A0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537459" y="193294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9907269" y="761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9F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537459" y="194056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9E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537459" y="194818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89">
                  <a:moveTo>
                    <a:pt x="99072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9907269" y="889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9D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537459" y="195707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9C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2537459" y="196469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9907269" y="761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9B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2537459" y="197231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89">
                  <a:moveTo>
                    <a:pt x="99072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9907269" y="889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9A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537459" y="198120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99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2537459" y="198882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99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2537459" y="199644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89">
                  <a:moveTo>
                    <a:pt x="9907269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9907269" y="888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97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2537459" y="200533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96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2537459" y="201295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95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2537459" y="202057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89">
                  <a:moveTo>
                    <a:pt x="9907269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9907269" y="888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94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2537459" y="202946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93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2537459" y="203708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92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2537459" y="204470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89">
                  <a:moveTo>
                    <a:pt x="99072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9907269" y="889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91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0" name="object 90"/>
          <p:cNvGrpSpPr/>
          <p:nvPr/>
        </p:nvGrpSpPr>
        <p:grpSpPr>
          <a:xfrm>
            <a:off x="304800" y="151129"/>
            <a:ext cx="12292330" cy="2209800"/>
            <a:chOff x="304800" y="151129"/>
            <a:chExt cx="12292330" cy="2209800"/>
          </a:xfrm>
        </p:grpSpPr>
        <p:sp>
          <p:nvSpPr>
            <p:cNvPr id="91" name="object 91"/>
            <p:cNvSpPr/>
            <p:nvPr/>
          </p:nvSpPr>
          <p:spPr>
            <a:xfrm>
              <a:off x="328929" y="1141729"/>
              <a:ext cx="12268200" cy="0"/>
            </a:xfrm>
            <a:custGeom>
              <a:avLst/>
              <a:gdLst/>
              <a:ahLst/>
              <a:cxnLst/>
              <a:rect l="l" t="t" r="r" b="b"/>
              <a:pathLst>
                <a:path w="12268200">
                  <a:moveTo>
                    <a:pt x="0" y="0"/>
                  </a:moveTo>
                  <a:lnTo>
                    <a:pt x="12268200" y="0"/>
                  </a:lnTo>
                </a:path>
              </a:pathLst>
            </a:custGeom>
            <a:ln w="50676">
              <a:solidFill>
                <a:srgbClr val="2C2C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4800" y="151129"/>
              <a:ext cx="2075180" cy="2209800"/>
            </a:xfrm>
            <a:prstGeom prst="rect">
              <a:avLst/>
            </a:prstGeom>
          </p:spPr>
        </p:pic>
      </p:grpSp>
      <p:sp>
        <p:nvSpPr>
          <p:cNvPr id="93" name="object 93"/>
          <p:cNvSpPr txBox="1"/>
          <p:nvPr/>
        </p:nvSpPr>
        <p:spPr>
          <a:xfrm>
            <a:off x="2537460" y="1409700"/>
            <a:ext cx="9907270" cy="642620"/>
          </a:xfrm>
          <a:prstGeom prst="rect">
            <a:avLst/>
          </a:prstGeom>
          <a:ln w="9344">
            <a:solidFill>
              <a:srgbClr val="00CC97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3600" dirty="0">
                <a:latin typeface="Century Gothic"/>
                <a:cs typeface="Century Gothic"/>
              </a:rPr>
              <a:t>Simple</a:t>
            </a:r>
            <a:r>
              <a:rPr sz="3600" spc="-1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Image</a:t>
            </a:r>
            <a:r>
              <a:rPr sz="3600" spc="-15" dirty="0">
                <a:latin typeface="Century Gothic"/>
                <a:cs typeface="Century Gothic"/>
              </a:rPr>
              <a:t> </a:t>
            </a:r>
            <a:r>
              <a:rPr sz="3600" spc="-10" dirty="0">
                <a:latin typeface="Century Gothic"/>
                <a:cs typeface="Century Gothic"/>
              </a:rPr>
              <a:t>Filtering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95" name="Title 94">
            <a:extLst>
              <a:ext uri="{FF2B5EF4-FFF2-40B4-BE49-F238E27FC236}">
                <a16:creationId xmlns:a16="http://schemas.microsoft.com/office/drawing/2014/main" id="{4B9BCD35-303E-1160-07B2-B8F43D81E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634365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10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dirty="0"/>
              <a:t>“Image</a:t>
            </a:r>
            <a:r>
              <a:rPr spc="-5" dirty="0"/>
              <a:t> </a:t>
            </a:r>
            <a:r>
              <a:rPr spc="-10" dirty="0"/>
              <a:t>Segmentation”?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28929" y="1370330"/>
            <a:ext cx="12401550" cy="8046720"/>
            <a:chOff x="328929" y="1370330"/>
            <a:chExt cx="12401550" cy="80467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8929" y="1370330"/>
              <a:ext cx="6327140" cy="43434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91377" y="5128667"/>
              <a:ext cx="6238694" cy="42879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27697" y="2152650"/>
              <a:ext cx="4317592" cy="5588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512049" y="2131060"/>
              <a:ext cx="4309110" cy="551180"/>
            </a:xfrm>
            <a:custGeom>
              <a:avLst/>
              <a:gdLst/>
              <a:ahLst/>
              <a:cxnLst/>
              <a:rect l="l" t="t" r="r" b="b"/>
              <a:pathLst>
                <a:path w="4309109" h="551180">
                  <a:moveTo>
                    <a:pt x="4309109" y="0"/>
                  </a:moveTo>
                  <a:lnTo>
                    <a:pt x="0" y="0"/>
                  </a:lnTo>
                  <a:lnTo>
                    <a:pt x="0" y="551180"/>
                  </a:lnTo>
                  <a:lnTo>
                    <a:pt x="4309109" y="551180"/>
                  </a:lnTo>
                  <a:lnTo>
                    <a:pt x="43091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513319" y="2131060"/>
            <a:ext cx="4306570" cy="549910"/>
          </a:xfrm>
          <a:prstGeom prst="rect">
            <a:avLst/>
          </a:prstGeom>
          <a:ln w="9344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3600" dirty="0">
                <a:latin typeface="Century Gothic"/>
                <a:cs typeface="Century Gothic"/>
              </a:rPr>
              <a:t>“Greyscale”</a:t>
            </a:r>
            <a:r>
              <a:rPr sz="3600" spc="-35" dirty="0">
                <a:latin typeface="Century Gothic"/>
                <a:cs typeface="Century Gothic"/>
              </a:rPr>
              <a:t> </a:t>
            </a:r>
            <a:r>
              <a:rPr sz="3600" spc="-10" dirty="0">
                <a:latin typeface="Century Gothic"/>
                <a:cs typeface="Century Gothic"/>
              </a:rPr>
              <a:t>image</a:t>
            </a:r>
            <a:endParaRPr sz="3600">
              <a:latin typeface="Century Gothic"/>
              <a:cs typeface="Century Gothic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80059" y="7750809"/>
            <a:ext cx="5741670" cy="580390"/>
            <a:chOff x="480059" y="7750809"/>
            <a:chExt cx="5741670" cy="58039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6569" y="7771129"/>
              <a:ext cx="5725160" cy="55966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80059" y="7750809"/>
              <a:ext cx="5716270" cy="551180"/>
            </a:xfrm>
            <a:custGeom>
              <a:avLst/>
              <a:gdLst/>
              <a:ahLst/>
              <a:cxnLst/>
              <a:rect l="l" t="t" r="r" b="b"/>
              <a:pathLst>
                <a:path w="5716270" h="551179">
                  <a:moveTo>
                    <a:pt x="5716270" y="0"/>
                  </a:moveTo>
                  <a:lnTo>
                    <a:pt x="0" y="0"/>
                  </a:lnTo>
                  <a:lnTo>
                    <a:pt x="0" y="551180"/>
                  </a:lnTo>
                  <a:lnTo>
                    <a:pt x="5716270" y="551180"/>
                  </a:lnTo>
                  <a:lnTo>
                    <a:pt x="57162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80059" y="7752080"/>
            <a:ext cx="5715000" cy="548640"/>
          </a:xfrm>
          <a:prstGeom prst="rect">
            <a:avLst/>
          </a:prstGeom>
          <a:ln w="9344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0489">
              <a:lnSpc>
                <a:spcPct val="100000"/>
              </a:lnSpc>
            </a:pPr>
            <a:r>
              <a:rPr sz="3600" dirty="0">
                <a:latin typeface="Century Gothic"/>
                <a:cs typeface="Century Gothic"/>
              </a:rPr>
              <a:t>Foreground</a:t>
            </a:r>
            <a:r>
              <a:rPr sz="3600" spc="-30" dirty="0">
                <a:latin typeface="Century Gothic"/>
                <a:cs typeface="Century Gothic"/>
              </a:rPr>
              <a:t> </a:t>
            </a:r>
            <a:r>
              <a:rPr sz="3600" spc="-10" dirty="0">
                <a:latin typeface="Century Gothic"/>
                <a:cs typeface="Century Gothic"/>
              </a:rPr>
              <a:t>background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035550" y="5831839"/>
            <a:ext cx="1389380" cy="720090"/>
          </a:xfrm>
          <a:custGeom>
            <a:avLst/>
            <a:gdLst/>
            <a:ahLst/>
            <a:cxnLst/>
            <a:rect l="l" t="t" r="r" b="b"/>
            <a:pathLst>
              <a:path w="1389379" h="720090">
                <a:moveTo>
                  <a:pt x="1389380" y="720090"/>
                </a:moveTo>
                <a:lnTo>
                  <a:pt x="1235710" y="514350"/>
                </a:lnTo>
                <a:lnTo>
                  <a:pt x="1201407" y="582955"/>
                </a:lnTo>
                <a:lnTo>
                  <a:pt x="34290" y="0"/>
                </a:lnTo>
                <a:lnTo>
                  <a:pt x="17780" y="34290"/>
                </a:lnTo>
                <a:lnTo>
                  <a:pt x="0" y="68580"/>
                </a:lnTo>
                <a:lnTo>
                  <a:pt x="1167117" y="651535"/>
                </a:lnTo>
                <a:lnTo>
                  <a:pt x="1132840" y="720090"/>
                </a:lnTo>
                <a:lnTo>
                  <a:pt x="1389380" y="7200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28929" y="1141730"/>
            <a:ext cx="12268200" cy="0"/>
          </a:xfrm>
          <a:custGeom>
            <a:avLst/>
            <a:gdLst/>
            <a:ahLst/>
            <a:cxnLst/>
            <a:rect l="l" t="t" r="r" b="b"/>
            <a:pathLst>
              <a:path w="12268200">
                <a:moveTo>
                  <a:pt x="0" y="0"/>
                </a:moveTo>
                <a:lnTo>
                  <a:pt x="12268200" y="0"/>
                </a:lnTo>
              </a:path>
            </a:pathLst>
          </a:custGeom>
          <a:ln w="50676">
            <a:solidFill>
              <a:srgbClr val="2C2C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8929" y="1370330"/>
            <a:ext cx="12401550" cy="8122920"/>
            <a:chOff x="328929" y="1370330"/>
            <a:chExt cx="12401550" cy="81229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8929" y="1370330"/>
              <a:ext cx="6327140" cy="43434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53607" y="5246777"/>
              <a:ext cx="6176464" cy="424606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414010" y="5833109"/>
              <a:ext cx="1010919" cy="642620"/>
            </a:xfrm>
            <a:custGeom>
              <a:avLst/>
              <a:gdLst/>
              <a:ahLst/>
              <a:cxnLst/>
              <a:rect l="l" t="t" r="r" b="b"/>
              <a:pathLst>
                <a:path w="1010920" h="642620">
                  <a:moveTo>
                    <a:pt x="1010920" y="642620"/>
                  </a:moveTo>
                  <a:lnTo>
                    <a:pt x="875030" y="424180"/>
                  </a:lnTo>
                  <a:lnTo>
                    <a:pt x="835558" y="488848"/>
                  </a:lnTo>
                  <a:lnTo>
                    <a:pt x="39370" y="0"/>
                  </a:lnTo>
                  <a:lnTo>
                    <a:pt x="20320" y="33020"/>
                  </a:lnTo>
                  <a:lnTo>
                    <a:pt x="0" y="64770"/>
                  </a:lnTo>
                  <a:lnTo>
                    <a:pt x="795197" y="554977"/>
                  </a:lnTo>
                  <a:lnTo>
                    <a:pt x="755650" y="619772"/>
                  </a:lnTo>
                  <a:lnTo>
                    <a:pt x="1010920" y="642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96099" y="1924050"/>
              <a:ext cx="5725159" cy="5588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880860" y="1902460"/>
              <a:ext cx="5716270" cy="551180"/>
            </a:xfrm>
            <a:custGeom>
              <a:avLst/>
              <a:gdLst/>
              <a:ahLst/>
              <a:cxnLst/>
              <a:rect l="l" t="t" r="r" b="b"/>
              <a:pathLst>
                <a:path w="5716270" h="551180">
                  <a:moveTo>
                    <a:pt x="5716270" y="0"/>
                  </a:moveTo>
                  <a:lnTo>
                    <a:pt x="0" y="0"/>
                  </a:lnTo>
                  <a:lnTo>
                    <a:pt x="0" y="551180"/>
                  </a:lnTo>
                  <a:lnTo>
                    <a:pt x="5716270" y="551180"/>
                  </a:lnTo>
                  <a:lnTo>
                    <a:pt x="57162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880859" y="1902460"/>
            <a:ext cx="5715000" cy="549910"/>
          </a:xfrm>
          <a:prstGeom prst="rect">
            <a:avLst/>
          </a:prstGeom>
          <a:ln w="9344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6690">
              <a:lnSpc>
                <a:spcPct val="100000"/>
              </a:lnSpc>
            </a:pPr>
            <a:r>
              <a:rPr sz="3600" dirty="0">
                <a:latin typeface="Century Gothic"/>
                <a:cs typeface="Century Gothic"/>
              </a:rPr>
              <a:t>“Scalar</a:t>
            </a:r>
            <a:r>
              <a:rPr sz="3600" spc="-3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Intensity”</a:t>
            </a:r>
            <a:r>
              <a:rPr sz="3600" spc="-15" dirty="0">
                <a:latin typeface="Century Gothic"/>
                <a:cs typeface="Century Gothic"/>
              </a:rPr>
              <a:t> </a:t>
            </a:r>
            <a:r>
              <a:rPr sz="3600" spc="-10" dirty="0">
                <a:latin typeface="Century Gothic"/>
                <a:cs typeface="Century Gothic"/>
              </a:rPr>
              <a:t>image</a:t>
            </a:r>
            <a:endParaRPr sz="3600">
              <a:latin typeface="Century Gothic"/>
              <a:cs typeface="Century Gothic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080260" y="7846059"/>
            <a:ext cx="4255770" cy="641350"/>
            <a:chOff x="2080260" y="7846059"/>
            <a:chExt cx="4255770" cy="64135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95907" y="7867649"/>
              <a:ext cx="4240122" cy="61976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080260" y="7846059"/>
              <a:ext cx="4230370" cy="612140"/>
            </a:xfrm>
            <a:custGeom>
              <a:avLst/>
              <a:gdLst/>
              <a:ahLst/>
              <a:cxnLst/>
              <a:rect l="l" t="t" r="r" b="b"/>
              <a:pathLst>
                <a:path w="4230370" h="612140">
                  <a:moveTo>
                    <a:pt x="4230370" y="0"/>
                  </a:moveTo>
                  <a:lnTo>
                    <a:pt x="0" y="0"/>
                  </a:lnTo>
                  <a:lnTo>
                    <a:pt x="0" y="612140"/>
                  </a:lnTo>
                  <a:lnTo>
                    <a:pt x="4230370" y="612140"/>
                  </a:lnTo>
                  <a:lnTo>
                    <a:pt x="42303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081529" y="7847330"/>
            <a:ext cx="4229100" cy="609600"/>
          </a:xfrm>
          <a:prstGeom prst="rect">
            <a:avLst/>
          </a:prstGeom>
          <a:ln w="9344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21005">
              <a:lnSpc>
                <a:spcPct val="100000"/>
              </a:lnSpc>
            </a:pPr>
            <a:r>
              <a:rPr sz="3600" dirty="0">
                <a:latin typeface="Century Gothic"/>
                <a:cs typeface="Century Gothic"/>
              </a:rPr>
              <a:t>“Binary”</a:t>
            </a:r>
            <a:r>
              <a:rPr sz="3600" spc="-10" dirty="0">
                <a:latin typeface="Century Gothic"/>
                <a:cs typeface="Century Gothic"/>
              </a:rPr>
              <a:t> image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634365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10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dirty="0"/>
              <a:t>“Image</a:t>
            </a:r>
            <a:r>
              <a:rPr spc="-5" dirty="0"/>
              <a:t> </a:t>
            </a:r>
            <a:r>
              <a:rPr spc="-10" dirty="0"/>
              <a:t>Segmentation”?</a:t>
            </a:r>
          </a:p>
        </p:txBody>
      </p:sp>
      <p:sp>
        <p:nvSpPr>
          <p:cNvPr id="14" name="object 14"/>
          <p:cNvSpPr/>
          <p:nvPr/>
        </p:nvSpPr>
        <p:spPr>
          <a:xfrm>
            <a:off x="328929" y="1141730"/>
            <a:ext cx="12268200" cy="0"/>
          </a:xfrm>
          <a:custGeom>
            <a:avLst/>
            <a:gdLst/>
            <a:ahLst/>
            <a:cxnLst/>
            <a:rect l="l" t="t" r="r" b="b"/>
            <a:pathLst>
              <a:path w="12268200">
                <a:moveTo>
                  <a:pt x="0" y="0"/>
                </a:moveTo>
                <a:lnTo>
                  <a:pt x="12268200" y="0"/>
                </a:lnTo>
              </a:path>
            </a:pathLst>
          </a:custGeom>
          <a:ln w="50676">
            <a:solidFill>
              <a:srgbClr val="2C2C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62930" y="5294629"/>
            <a:ext cx="1752600" cy="228600"/>
          </a:xfrm>
          <a:custGeom>
            <a:avLst/>
            <a:gdLst/>
            <a:ahLst/>
            <a:cxnLst/>
            <a:rect l="l" t="t" r="r" b="b"/>
            <a:pathLst>
              <a:path w="1752600" h="228600">
                <a:moveTo>
                  <a:pt x="1752600" y="11430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152400"/>
                </a:lnTo>
                <a:lnTo>
                  <a:pt x="1524000" y="152400"/>
                </a:lnTo>
                <a:lnTo>
                  <a:pt x="1524000" y="228600"/>
                </a:lnTo>
                <a:lnTo>
                  <a:pt x="175260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433059" y="1826260"/>
            <a:ext cx="5740400" cy="580390"/>
            <a:chOff x="5433059" y="1826260"/>
            <a:chExt cx="5740400" cy="5803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48299" y="1847850"/>
              <a:ext cx="5725159" cy="5588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433059" y="1826260"/>
              <a:ext cx="5716270" cy="551180"/>
            </a:xfrm>
            <a:custGeom>
              <a:avLst/>
              <a:gdLst/>
              <a:ahLst/>
              <a:cxnLst/>
              <a:rect l="l" t="t" r="r" b="b"/>
              <a:pathLst>
                <a:path w="5716270" h="551180">
                  <a:moveTo>
                    <a:pt x="5716270" y="0"/>
                  </a:moveTo>
                  <a:lnTo>
                    <a:pt x="0" y="0"/>
                  </a:lnTo>
                  <a:lnTo>
                    <a:pt x="0" y="551180"/>
                  </a:lnTo>
                  <a:lnTo>
                    <a:pt x="5716270" y="551180"/>
                  </a:lnTo>
                  <a:lnTo>
                    <a:pt x="57162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433059" y="1827529"/>
            <a:ext cx="5715000" cy="548640"/>
          </a:xfrm>
          <a:prstGeom prst="rect">
            <a:avLst/>
          </a:prstGeom>
          <a:ln w="9344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ct val="100000"/>
              </a:lnSpc>
            </a:pPr>
            <a:r>
              <a:rPr sz="3600" dirty="0">
                <a:latin typeface="Century Gothic"/>
                <a:cs typeface="Century Gothic"/>
              </a:rPr>
              <a:t>“Scalar</a:t>
            </a:r>
            <a:r>
              <a:rPr sz="3600" spc="-3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Intensity”</a:t>
            </a:r>
            <a:r>
              <a:rPr sz="3600" spc="-15" dirty="0">
                <a:latin typeface="Century Gothic"/>
                <a:cs typeface="Century Gothic"/>
              </a:rPr>
              <a:t> </a:t>
            </a:r>
            <a:r>
              <a:rPr sz="3600" spc="-10" dirty="0">
                <a:latin typeface="Century Gothic"/>
                <a:cs typeface="Century Gothic"/>
              </a:rPr>
              <a:t>image</a:t>
            </a:r>
            <a:endParaRPr sz="3600">
              <a:latin typeface="Century Gothic"/>
              <a:cs typeface="Century Gothic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147060" y="8074659"/>
            <a:ext cx="4255770" cy="641350"/>
            <a:chOff x="3147060" y="8074659"/>
            <a:chExt cx="4255770" cy="64135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62707" y="8096249"/>
              <a:ext cx="4240122" cy="61976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47060" y="8074659"/>
              <a:ext cx="4230370" cy="612140"/>
            </a:xfrm>
            <a:custGeom>
              <a:avLst/>
              <a:gdLst/>
              <a:ahLst/>
              <a:cxnLst/>
              <a:rect l="l" t="t" r="r" b="b"/>
              <a:pathLst>
                <a:path w="4230370" h="612140">
                  <a:moveTo>
                    <a:pt x="4230370" y="0"/>
                  </a:moveTo>
                  <a:lnTo>
                    <a:pt x="0" y="0"/>
                  </a:lnTo>
                  <a:lnTo>
                    <a:pt x="0" y="612140"/>
                  </a:lnTo>
                  <a:lnTo>
                    <a:pt x="4230370" y="612140"/>
                  </a:lnTo>
                  <a:lnTo>
                    <a:pt x="42303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148329" y="8075930"/>
            <a:ext cx="4229100" cy="609600"/>
          </a:xfrm>
          <a:prstGeom prst="rect">
            <a:avLst/>
          </a:prstGeom>
          <a:ln w="9344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21640">
              <a:lnSpc>
                <a:spcPct val="100000"/>
              </a:lnSpc>
            </a:pPr>
            <a:r>
              <a:rPr sz="3600" dirty="0">
                <a:latin typeface="Century Gothic"/>
                <a:cs typeface="Century Gothic"/>
              </a:rPr>
              <a:t>“Binary”</a:t>
            </a:r>
            <a:r>
              <a:rPr sz="3600" spc="-10" dirty="0">
                <a:latin typeface="Century Gothic"/>
                <a:cs typeface="Century Gothic"/>
              </a:rPr>
              <a:t> image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139189" y="114300"/>
            <a:ext cx="107251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10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dirty="0"/>
              <a:t>“Image</a:t>
            </a:r>
            <a:r>
              <a:rPr spc="-5" dirty="0"/>
              <a:t> </a:t>
            </a:r>
            <a:r>
              <a:rPr spc="-10" dirty="0"/>
              <a:t>Segmentation”?</a:t>
            </a:r>
          </a:p>
        </p:txBody>
      </p:sp>
      <p:sp>
        <p:nvSpPr>
          <p:cNvPr id="12" name="object 12"/>
          <p:cNvSpPr/>
          <p:nvPr/>
        </p:nvSpPr>
        <p:spPr>
          <a:xfrm>
            <a:off x="328929" y="1141730"/>
            <a:ext cx="12268200" cy="0"/>
          </a:xfrm>
          <a:custGeom>
            <a:avLst/>
            <a:gdLst/>
            <a:ahLst/>
            <a:cxnLst/>
            <a:rect l="l" t="t" r="r" b="b"/>
            <a:pathLst>
              <a:path w="12268200">
                <a:moveTo>
                  <a:pt x="0" y="0"/>
                </a:moveTo>
                <a:lnTo>
                  <a:pt x="12268200" y="0"/>
                </a:lnTo>
              </a:path>
            </a:pathLst>
          </a:custGeom>
          <a:ln w="50676">
            <a:solidFill>
              <a:srgbClr val="2C2C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314098" y="1432333"/>
          <a:ext cx="4557394" cy="4338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0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3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31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72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1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3700" spc="-25" dirty="0">
                          <a:latin typeface="Arial"/>
                          <a:cs typeface="Arial"/>
                        </a:rPr>
                        <a:t>65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3700" spc="-25" dirty="0">
                          <a:latin typeface="Arial"/>
                          <a:cs typeface="Arial"/>
                        </a:rPr>
                        <a:t>13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3700" spc="-25" dirty="0">
                          <a:latin typeface="Arial"/>
                          <a:cs typeface="Arial"/>
                        </a:rPr>
                        <a:t>55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2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55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2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3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3700" spc="-25" dirty="0">
                          <a:latin typeface="Arial"/>
                          <a:cs typeface="Arial"/>
                        </a:rPr>
                        <a:t>34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2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1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4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0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3700" spc="-25" dirty="0">
                          <a:latin typeface="Arial"/>
                          <a:cs typeface="Arial"/>
                        </a:rPr>
                        <a:t>31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1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2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55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1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3700" spc="-25" dirty="0">
                          <a:latin typeface="Arial"/>
                          <a:cs typeface="Arial"/>
                        </a:rPr>
                        <a:t>33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3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3700" spc="-25" dirty="0">
                          <a:latin typeface="Arial"/>
                          <a:cs typeface="Arial"/>
                        </a:rPr>
                        <a:t>54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3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18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3700" spc="-25" dirty="0">
                          <a:latin typeface="Arial"/>
                          <a:cs typeface="Arial"/>
                        </a:rPr>
                        <a:t>56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3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2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1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3700" spc="-25" dirty="0">
                          <a:latin typeface="Arial"/>
                          <a:cs typeface="Arial"/>
                        </a:rPr>
                        <a:t>34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7977913" y="5013733"/>
          <a:ext cx="4551677" cy="43364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9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2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8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1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9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71855">
                <a:tc>
                  <a:txBody>
                    <a:bodyPr/>
                    <a:lstStyle/>
                    <a:p>
                      <a:pPr marR="316865" algn="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0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8770" algn="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1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6230" algn="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1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1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0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869">
                <a:tc>
                  <a:txBody>
                    <a:bodyPr/>
                    <a:lstStyle/>
                    <a:p>
                      <a:pPr marR="31686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0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877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0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623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1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0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0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1694">
                <a:tc>
                  <a:txBody>
                    <a:bodyPr/>
                    <a:lstStyle/>
                    <a:p>
                      <a:pPr marR="31686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0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877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0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623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1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0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0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5505">
                <a:tc>
                  <a:txBody>
                    <a:bodyPr/>
                    <a:lstStyle/>
                    <a:p>
                      <a:pPr marR="31686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0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877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1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623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0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1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0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2490">
                <a:tc>
                  <a:txBody>
                    <a:bodyPr/>
                    <a:lstStyle/>
                    <a:p>
                      <a:pPr marR="316865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1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8770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0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6230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0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0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3700" dirty="0">
                          <a:latin typeface="Arial"/>
                          <a:cs typeface="Arial"/>
                        </a:rPr>
                        <a:t>1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91530" y="5294629"/>
            <a:ext cx="914400" cy="228600"/>
          </a:xfrm>
          <a:custGeom>
            <a:avLst/>
            <a:gdLst/>
            <a:ahLst/>
            <a:cxnLst/>
            <a:rect l="l" t="t" r="r" b="b"/>
            <a:pathLst>
              <a:path w="914400" h="228600">
                <a:moveTo>
                  <a:pt x="914400" y="114300"/>
                </a:moveTo>
                <a:lnTo>
                  <a:pt x="684517" y="0"/>
                </a:lnTo>
                <a:lnTo>
                  <a:pt x="684517" y="76200"/>
                </a:lnTo>
                <a:lnTo>
                  <a:pt x="0" y="76200"/>
                </a:lnTo>
                <a:lnTo>
                  <a:pt x="0" y="152400"/>
                </a:lnTo>
                <a:lnTo>
                  <a:pt x="684517" y="152400"/>
                </a:lnTo>
                <a:lnTo>
                  <a:pt x="684517" y="228600"/>
                </a:lnTo>
                <a:lnTo>
                  <a:pt x="91440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737859" y="1521460"/>
            <a:ext cx="5740400" cy="580390"/>
            <a:chOff x="5737859" y="1521460"/>
            <a:chExt cx="5740400" cy="5803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3099" y="1543050"/>
              <a:ext cx="5725159" cy="5588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737859" y="1521460"/>
              <a:ext cx="5716270" cy="551180"/>
            </a:xfrm>
            <a:custGeom>
              <a:avLst/>
              <a:gdLst/>
              <a:ahLst/>
              <a:cxnLst/>
              <a:rect l="l" t="t" r="r" b="b"/>
              <a:pathLst>
                <a:path w="5716270" h="551180">
                  <a:moveTo>
                    <a:pt x="5716270" y="0"/>
                  </a:moveTo>
                  <a:lnTo>
                    <a:pt x="0" y="0"/>
                  </a:lnTo>
                  <a:lnTo>
                    <a:pt x="0" y="551180"/>
                  </a:lnTo>
                  <a:lnTo>
                    <a:pt x="5716270" y="551180"/>
                  </a:lnTo>
                  <a:lnTo>
                    <a:pt x="57162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737859" y="1521460"/>
            <a:ext cx="5715000" cy="549910"/>
          </a:xfrm>
          <a:prstGeom prst="rect">
            <a:avLst/>
          </a:prstGeom>
          <a:ln w="9344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ct val="100000"/>
              </a:lnSpc>
            </a:pPr>
            <a:r>
              <a:rPr sz="3600" dirty="0">
                <a:latin typeface="Century Gothic"/>
                <a:cs typeface="Century Gothic"/>
              </a:rPr>
              <a:t>“Scalar</a:t>
            </a:r>
            <a:r>
              <a:rPr sz="3600" spc="-3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Intensity”</a:t>
            </a:r>
            <a:r>
              <a:rPr sz="3600" spc="-15" dirty="0">
                <a:latin typeface="Century Gothic"/>
                <a:cs typeface="Century Gothic"/>
              </a:rPr>
              <a:t> </a:t>
            </a:r>
            <a:r>
              <a:rPr sz="3600" spc="-10" dirty="0">
                <a:latin typeface="Century Gothic"/>
                <a:cs typeface="Century Gothic"/>
              </a:rPr>
              <a:t>image</a:t>
            </a:r>
            <a:endParaRPr sz="3600">
              <a:latin typeface="Century Gothic"/>
              <a:cs typeface="Century Gothic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61260" y="8531859"/>
            <a:ext cx="4255770" cy="641350"/>
            <a:chOff x="2461260" y="8531859"/>
            <a:chExt cx="4255770" cy="64135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76907" y="8553449"/>
              <a:ext cx="4240122" cy="61976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461260" y="8531859"/>
              <a:ext cx="4230370" cy="612140"/>
            </a:xfrm>
            <a:custGeom>
              <a:avLst/>
              <a:gdLst/>
              <a:ahLst/>
              <a:cxnLst/>
              <a:rect l="l" t="t" r="r" b="b"/>
              <a:pathLst>
                <a:path w="4230370" h="612140">
                  <a:moveTo>
                    <a:pt x="4230370" y="0"/>
                  </a:moveTo>
                  <a:lnTo>
                    <a:pt x="0" y="0"/>
                  </a:lnTo>
                  <a:lnTo>
                    <a:pt x="0" y="612140"/>
                  </a:lnTo>
                  <a:lnTo>
                    <a:pt x="4230370" y="612140"/>
                  </a:lnTo>
                  <a:lnTo>
                    <a:pt x="42303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62529" y="8533130"/>
            <a:ext cx="4229100" cy="609600"/>
          </a:xfrm>
          <a:prstGeom prst="rect">
            <a:avLst/>
          </a:prstGeom>
          <a:ln w="9344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98450">
              <a:lnSpc>
                <a:spcPct val="100000"/>
              </a:lnSpc>
            </a:pPr>
            <a:r>
              <a:rPr sz="3600" dirty="0">
                <a:latin typeface="Century Gothic"/>
                <a:cs typeface="Century Gothic"/>
              </a:rPr>
              <a:t>Labeled</a:t>
            </a:r>
            <a:r>
              <a:rPr sz="3600" spc="-10" dirty="0">
                <a:latin typeface="Century Gothic"/>
                <a:cs typeface="Century Gothic"/>
              </a:rPr>
              <a:t> objects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139189" y="114300"/>
            <a:ext cx="107251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10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dirty="0"/>
              <a:t>“Image</a:t>
            </a:r>
            <a:r>
              <a:rPr spc="-5" dirty="0"/>
              <a:t> </a:t>
            </a:r>
            <a:r>
              <a:rPr spc="-10" dirty="0"/>
              <a:t>Segmentation”?</a:t>
            </a:r>
          </a:p>
        </p:txBody>
      </p:sp>
      <p:sp>
        <p:nvSpPr>
          <p:cNvPr id="12" name="object 12"/>
          <p:cNvSpPr/>
          <p:nvPr/>
        </p:nvSpPr>
        <p:spPr>
          <a:xfrm>
            <a:off x="328929" y="1141730"/>
            <a:ext cx="12268200" cy="0"/>
          </a:xfrm>
          <a:custGeom>
            <a:avLst/>
            <a:gdLst/>
            <a:ahLst/>
            <a:cxnLst/>
            <a:rect l="l" t="t" r="r" b="b"/>
            <a:pathLst>
              <a:path w="12268200">
                <a:moveTo>
                  <a:pt x="0" y="0"/>
                </a:moveTo>
                <a:lnTo>
                  <a:pt x="12268200" y="0"/>
                </a:lnTo>
              </a:path>
            </a:pathLst>
          </a:custGeom>
          <a:ln w="50676">
            <a:solidFill>
              <a:srgbClr val="2C2C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8929" y="1446530"/>
            <a:ext cx="5302250" cy="525780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48577" y="3815487"/>
            <a:ext cx="5657034" cy="5608774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509259" y="1369060"/>
            <a:ext cx="6508750" cy="1262380"/>
            <a:chOff x="5509259" y="1369060"/>
            <a:chExt cx="6508750" cy="1262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30849" y="1403350"/>
              <a:ext cx="6487159" cy="122809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509259" y="1369060"/>
              <a:ext cx="6478270" cy="1221740"/>
            </a:xfrm>
            <a:custGeom>
              <a:avLst/>
              <a:gdLst/>
              <a:ahLst/>
              <a:cxnLst/>
              <a:rect l="l" t="t" r="r" b="b"/>
              <a:pathLst>
                <a:path w="6478270" h="1221739">
                  <a:moveTo>
                    <a:pt x="6478270" y="0"/>
                  </a:moveTo>
                  <a:lnTo>
                    <a:pt x="0" y="0"/>
                  </a:lnTo>
                  <a:lnTo>
                    <a:pt x="0" y="1221740"/>
                  </a:lnTo>
                  <a:lnTo>
                    <a:pt x="6478270" y="1221740"/>
                  </a:lnTo>
                  <a:lnTo>
                    <a:pt x="64782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510529" y="1370330"/>
            <a:ext cx="6477000" cy="1219200"/>
          </a:xfrm>
          <a:prstGeom prst="rect">
            <a:avLst/>
          </a:prstGeom>
          <a:ln w="9344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35660" marR="754380" indent="-115570">
              <a:lnSpc>
                <a:spcPct val="100000"/>
              </a:lnSpc>
            </a:pPr>
            <a:r>
              <a:rPr sz="3200" dirty="0">
                <a:latin typeface="Century Gothic"/>
                <a:cs typeface="Century Gothic"/>
              </a:rPr>
              <a:t>High</a:t>
            </a:r>
            <a:r>
              <a:rPr sz="3200" spc="2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Information</a:t>
            </a:r>
            <a:r>
              <a:rPr sz="3200" spc="2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Content </a:t>
            </a:r>
            <a:r>
              <a:rPr sz="3200" dirty="0">
                <a:latin typeface="Century Gothic"/>
                <a:cs typeface="Century Gothic"/>
              </a:rPr>
              <a:t>65536</a:t>
            </a:r>
            <a:r>
              <a:rPr sz="3200" spc="-3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pixels,</a:t>
            </a:r>
            <a:r>
              <a:rPr sz="3200" spc="-10" dirty="0">
                <a:latin typeface="Century Gothic"/>
                <a:cs typeface="Century Gothic"/>
              </a:rPr>
              <a:t> 0-</a:t>
            </a:r>
            <a:r>
              <a:rPr sz="3200" dirty="0">
                <a:latin typeface="Century Gothic"/>
                <a:cs typeface="Century Gothic"/>
              </a:rPr>
              <a:t>255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value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10530" y="4837429"/>
            <a:ext cx="1676400" cy="228600"/>
          </a:xfrm>
          <a:custGeom>
            <a:avLst/>
            <a:gdLst/>
            <a:ahLst/>
            <a:cxnLst/>
            <a:rect l="l" t="t" r="r" b="b"/>
            <a:pathLst>
              <a:path w="1676400" h="228600">
                <a:moveTo>
                  <a:pt x="1676400" y="114300"/>
                </a:moveTo>
                <a:lnTo>
                  <a:pt x="1447800" y="0"/>
                </a:lnTo>
                <a:lnTo>
                  <a:pt x="1447800" y="76200"/>
                </a:lnTo>
                <a:lnTo>
                  <a:pt x="0" y="76200"/>
                </a:lnTo>
                <a:lnTo>
                  <a:pt x="0" y="152400"/>
                </a:lnTo>
                <a:lnTo>
                  <a:pt x="1447800" y="152400"/>
                </a:lnTo>
                <a:lnTo>
                  <a:pt x="1447800" y="228600"/>
                </a:lnTo>
                <a:lnTo>
                  <a:pt x="167640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784859" y="4332377"/>
            <a:ext cx="11821160" cy="5158105"/>
            <a:chOff x="784859" y="4332377"/>
            <a:chExt cx="11821160" cy="515810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5777" y="4332377"/>
              <a:ext cx="5199834" cy="51579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6857" y="6812280"/>
              <a:ext cx="6258152" cy="267716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84859" y="6779260"/>
              <a:ext cx="6249670" cy="2669540"/>
            </a:xfrm>
            <a:custGeom>
              <a:avLst/>
              <a:gdLst/>
              <a:ahLst/>
              <a:cxnLst/>
              <a:rect l="l" t="t" r="r" b="b"/>
              <a:pathLst>
                <a:path w="6249670" h="2669540">
                  <a:moveTo>
                    <a:pt x="6249670" y="0"/>
                  </a:moveTo>
                  <a:lnTo>
                    <a:pt x="0" y="0"/>
                  </a:lnTo>
                  <a:lnTo>
                    <a:pt x="0" y="2669540"/>
                  </a:lnTo>
                  <a:lnTo>
                    <a:pt x="6249670" y="2669540"/>
                  </a:lnTo>
                  <a:lnTo>
                    <a:pt x="62496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319177" y="1360577"/>
            <a:ext cx="5196205" cy="4930775"/>
            <a:chOff x="319177" y="1360577"/>
            <a:chExt cx="5196205" cy="4930775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9177" y="1360577"/>
              <a:ext cx="4973774" cy="493059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281930" y="1979930"/>
              <a:ext cx="228600" cy="2540"/>
            </a:xfrm>
            <a:custGeom>
              <a:avLst/>
              <a:gdLst/>
              <a:ahLst/>
              <a:cxnLst/>
              <a:rect l="l" t="t" r="r" b="b"/>
              <a:pathLst>
                <a:path w="228600" h="2539">
                  <a:moveTo>
                    <a:pt x="0" y="0"/>
                  </a:moveTo>
                  <a:lnTo>
                    <a:pt x="228600" y="254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139189" y="114300"/>
            <a:ext cx="107251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10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dirty="0"/>
              <a:t>“Image</a:t>
            </a:r>
            <a:r>
              <a:rPr spc="-5" dirty="0"/>
              <a:t> </a:t>
            </a:r>
            <a:r>
              <a:rPr spc="-10" dirty="0"/>
              <a:t>Segmentation”?</a:t>
            </a:r>
          </a:p>
        </p:txBody>
      </p:sp>
      <p:sp>
        <p:nvSpPr>
          <p:cNvPr id="15" name="object 15"/>
          <p:cNvSpPr/>
          <p:nvPr/>
        </p:nvSpPr>
        <p:spPr>
          <a:xfrm>
            <a:off x="328929" y="1141730"/>
            <a:ext cx="12268200" cy="0"/>
          </a:xfrm>
          <a:custGeom>
            <a:avLst/>
            <a:gdLst/>
            <a:ahLst/>
            <a:cxnLst/>
            <a:rect l="l" t="t" r="r" b="b"/>
            <a:pathLst>
              <a:path w="12268200">
                <a:moveTo>
                  <a:pt x="0" y="0"/>
                </a:moveTo>
                <a:lnTo>
                  <a:pt x="12268200" y="0"/>
                </a:lnTo>
              </a:path>
            </a:pathLst>
          </a:custGeom>
          <a:ln w="50676">
            <a:solidFill>
              <a:srgbClr val="2C2C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86130" y="6780530"/>
            <a:ext cx="6248400" cy="2667000"/>
          </a:xfrm>
          <a:prstGeom prst="rect">
            <a:avLst/>
          </a:prstGeom>
          <a:ln w="9344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59055">
              <a:lnSpc>
                <a:spcPct val="100000"/>
              </a:lnSpc>
            </a:pPr>
            <a:r>
              <a:rPr sz="3200" dirty="0">
                <a:latin typeface="Century Gothic"/>
                <a:cs typeface="Century Gothic"/>
              </a:rPr>
              <a:t>Lower Information</a:t>
            </a:r>
            <a:r>
              <a:rPr sz="3200" spc="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Content,</a:t>
            </a:r>
            <a:r>
              <a:rPr sz="3200" spc="20" dirty="0">
                <a:latin typeface="Century Gothic"/>
                <a:cs typeface="Century Gothic"/>
              </a:rPr>
              <a:t> </a:t>
            </a:r>
            <a:r>
              <a:rPr sz="3200" spc="-25" dirty="0">
                <a:latin typeface="Century Gothic"/>
                <a:cs typeface="Century Gothic"/>
              </a:rPr>
              <a:t>but </a:t>
            </a:r>
            <a:r>
              <a:rPr sz="3200" dirty="0">
                <a:latin typeface="Century Gothic"/>
                <a:cs typeface="Century Gothic"/>
              </a:rPr>
              <a:t>easier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to </a:t>
            </a:r>
            <a:r>
              <a:rPr sz="3200" spc="-10" dirty="0">
                <a:latin typeface="Century Gothic"/>
                <a:cs typeface="Century Gothic"/>
              </a:rPr>
              <a:t>interpret</a:t>
            </a:r>
            <a:endParaRPr sz="3200">
              <a:latin typeface="Century Gothic"/>
              <a:cs typeface="Century Gothic"/>
            </a:endParaRPr>
          </a:p>
          <a:p>
            <a:pPr>
              <a:lnSpc>
                <a:spcPts val="3829"/>
              </a:lnSpc>
            </a:pPr>
            <a:r>
              <a:rPr sz="3200" dirty="0">
                <a:latin typeface="Century Gothic"/>
                <a:cs typeface="Century Gothic"/>
              </a:rPr>
              <a:t>biological</a:t>
            </a:r>
            <a:r>
              <a:rPr sz="3200" spc="-3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meaning…</a:t>
            </a:r>
            <a:endParaRPr sz="3200">
              <a:latin typeface="Century Gothic"/>
              <a:cs typeface="Century Gothic"/>
            </a:endParaRPr>
          </a:p>
          <a:p>
            <a:pPr marR="718820">
              <a:lnSpc>
                <a:spcPct val="100000"/>
              </a:lnSpc>
            </a:pPr>
            <a:r>
              <a:rPr sz="3200" dirty="0">
                <a:latin typeface="Century Gothic"/>
                <a:cs typeface="Century Gothic"/>
              </a:rPr>
              <a:t>45</a:t>
            </a:r>
            <a:r>
              <a:rPr sz="3200" spc="-3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“objects”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with</a:t>
            </a:r>
            <a:r>
              <a:rPr sz="3200" spc="-10" dirty="0">
                <a:latin typeface="Century Gothic"/>
                <a:cs typeface="Century Gothic"/>
              </a:rPr>
              <a:t> properties: </a:t>
            </a:r>
            <a:r>
              <a:rPr sz="3200" dirty="0">
                <a:latin typeface="Century Gothic"/>
                <a:cs typeface="Century Gothic"/>
              </a:rPr>
              <a:t>size,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shape,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intensity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spc="-20" dirty="0">
                <a:latin typeface="Century Gothic"/>
                <a:cs typeface="Century Gothic"/>
              </a:rPr>
              <a:t>etc.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034530" y="8114030"/>
            <a:ext cx="381000" cy="38100"/>
          </a:xfrm>
          <a:custGeom>
            <a:avLst/>
            <a:gdLst/>
            <a:ahLst/>
            <a:cxnLst/>
            <a:rect l="l" t="t" r="r" b="b"/>
            <a:pathLst>
              <a:path w="381000" h="38100">
                <a:moveTo>
                  <a:pt x="0" y="0"/>
                </a:moveTo>
                <a:lnTo>
                  <a:pt x="381000" y="3810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6360" y="-21590"/>
            <a:ext cx="8235315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0815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“Thresholding” </a:t>
            </a:r>
            <a:r>
              <a:rPr dirty="0"/>
              <a:t>(Intensity</a:t>
            </a:r>
            <a:r>
              <a:rPr spc="-25" dirty="0"/>
              <a:t> </a:t>
            </a:r>
            <a:r>
              <a:rPr dirty="0"/>
              <a:t>Histogram</a:t>
            </a:r>
            <a:r>
              <a:rPr spc="-10" dirty="0"/>
              <a:t> Split)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648450" y="2359660"/>
            <a:ext cx="5953760" cy="2768600"/>
            <a:chOff x="6648450" y="2359660"/>
            <a:chExt cx="5953760" cy="2768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48450" y="2374900"/>
              <a:ext cx="5953759" cy="27533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652247" y="2359659"/>
              <a:ext cx="5945505" cy="111760"/>
            </a:xfrm>
            <a:custGeom>
              <a:avLst/>
              <a:gdLst/>
              <a:ahLst/>
              <a:cxnLst/>
              <a:rect l="l" t="t" r="r" b="b"/>
              <a:pathLst>
                <a:path w="5945505" h="111760">
                  <a:moveTo>
                    <a:pt x="5944882" y="0"/>
                  </a:moveTo>
                  <a:lnTo>
                    <a:pt x="0" y="0"/>
                  </a:lnTo>
                  <a:lnTo>
                    <a:pt x="0" y="55880"/>
                  </a:lnTo>
                  <a:lnTo>
                    <a:pt x="0" y="111760"/>
                  </a:lnTo>
                  <a:lnTo>
                    <a:pt x="5944882" y="111760"/>
                  </a:lnTo>
                  <a:lnTo>
                    <a:pt x="5944882" y="55880"/>
                  </a:lnTo>
                  <a:lnTo>
                    <a:pt x="5944882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52260" y="2471420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80">
                  <a:moveTo>
                    <a:pt x="5944870" y="0"/>
                  </a:moveTo>
                  <a:lnTo>
                    <a:pt x="0" y="0"/>
                  </a:lnTo>
                  <a:lnTo>
                    <a:pt x="0" y="55879"/>
                  </a:lnTo>
                  <a:lnTo>
                    <a:pt x="5944870" y="55879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52260" y="2527300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80">
                  <a:moveTo>
                    <a:pt x="5944870" y="0"/>
                  </a:moveTo>
                  <a:lnTo>
                    <a:pt x="0" y="0"/>
                  </a:lnTo>
                  <a:lnTo>
                    <a:pt x="0" y="55879"/>
                  </a:lnTo>
                  <a:lnTo>
                    <a:pt x="5944870" y="55879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52260" y="2583180"/>
              <a:ext cx="5944870" cy="57150"/>
            </a:xfrm>
            <a:custGeom>
              <a:avLst/>
              <a:gdLst/>
              <a:ahLst/>
              <a:cxnLst/>
              <a:rect l="l" t="t" r="r" b="b"/>
              <a:pathLst>
                <a:path w="5944870" h="57150">
                  <a:moveTo>
                    <a:pt x="5944870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5944870" y="57150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52260" y="2640330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80">
                  <a:moveTo>
                    <a:pt x="5944870" y="0"/>
                  </a:moveTo>
                  <a:lnTo>
                    <a:pt x="0" y="0"/>
                  </a:lnTo>
                  <a:lnTo>
                    <a:pt x="0" y="55879"/>
                  </a:lnTo>
                  <a:lnTo>
                    <a:pt x="5944870" y="55879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652260" y="2696210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80">
                  <a:moveTo>
                    <a:pt x="5944870" y="0"/>
                  </a:moveTo>
                  <a:lnTo>
                    <a:pt x="0" y="0"/>
                  </a:lnTo>
                  <a:lnTo>
                    <a:pt x="0" y="55880"/>
                  </a:lnTo>
                  <a:lnTo>
                    <a:pt x="5944870" y="55880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652260" y="2752090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80">
                  <a:moveTo>
                    <a:pt x="5944870" y="0"/>
                  </a:moveTo>
                  <a:lnTo>
                    <a:pt x="0" y="0"/>
                  </a:lnTo>
                  <a:lnTo>
                    <a:pt x="0" y="55879"/>
                  </a:lnTo>
                  <a:lnTo>
                    <a:pt x="5944870" y="55879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652260" y="2807970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80">
                  <a:moveTo>
                    <a:pt x="5944870" y="0"/>
                  </a:moveTo>
                  <a:lnTo>
                    <a:pt x="0" y="0"/>
                  </a:lnTo>
                  <a:lnTo>
                    <a:pt x="0" y="55879"/>
                  </a:lnTo>
                  <a:lnTo>
                    <a:pt x="5944870" y="55879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652260" y="2863850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80">
                  <a:moveTo>
                    <a:pt x="5944870" y="0"/>
                  </a:moveTo>
                  <a:lnTo>
                    <a:pt x="0" y="0"/>
                  </a:lnTo>
                  <a:lnTo>
                    <a:pt x="0" y="55879"/>
                  </a:lnTo>
                  <a:lnTo>
                    <a:pt x="5944870" y="55879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652260" y="2919730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80">
                  <a:moveTo>
                    <a:pt x="5944870" y="0"/>
                  </a:moveTo>
                  <a:lnTo>
                    <a:pt x="0" y="0"/>
                  </a:lnTo>
                  <a:lnTo>
                    <a:pt x="0" y="55879"/>
                  </a:lnTo>
                  <a:lnTo>
                    <a:pt x="5944870" y="55879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652260" y="2975610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80">
                  <a:moveTo>
                    <a:pt x="5944870" y="0"/>
                  </a:moveTo>
                  <a:lnTo>
                    <a:pt x="0" y="0"/>
                  </a:lnTo>
                  <a:lnTo>
                    <a:pt x="0" y="55880"/>
                  </a:lnTo>
                  <a:lnTo>
                    <a:pt x="5944870" y="55880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652260" y="3031490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80">
                  <a:moveTo>
                    <a:pt x="5944870" y="0"/>
                  </a:moveTo>
                  <a:lnTo>
                    <a:pt x="0" y="0"/>
                  </a:lnTo>
                  <a:lnTo>
                    <a:pt x="0" y="55879"/>
                  </a:lnTo>
                  <a:lnTo>
                    <a:pt x="5944870" y="55879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652260" y="3087370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80">
                  <a:moveTo>
                    <a:pt x="5944870" y="0"/>
                  </a:moveTo>
                  <a:lnTo>
                    <a:pt x="0" y="0"/>
                  </a:lnTo>
                  <a:lnTo>
                    <a:pt x="0" y="55879"/>
                  </a:lnTo>
                  <a:lnTo>
                    <a:pt x="5944870" y="55879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652260" y="3143250"/>
              <a:ext cx="5944870" cy="57150"/>
            </a:xfrm>
            <a:custGeom>
              <a:avLst/>
              <a:gdLst/>
              <a:ahLst/>
              <a:cxnLst/>
              <a:rect l="l" t="t" r="r" b="b"/>
              <a:pathLst>
                <a:path w="5944870" h="57150">
                  <a:moveTo>
                    <a:pt x="5944870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5944870" y="57150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2260" y="3200400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79">
                  <a:moveTo>
                    <a:pt x="5944870" y="0"/>
                  </a:moveTo>
                  <a:lnTo>
                    <a:pt x="0" y="0"/>
                  </a:lnTo>
                  <a:lnTo>
                    <a:pt x="0" y="55879"/>
                  </a:lnTo>
                  <a:lnTo>
                    <a:pt x="5944870" y="55879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652260" y="3256280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79">
                  <a:moveTo>
                    <a:pt x="5944870" y="0"/>
                  </a:moveTo>
                  <a:lnTo>
                    <a:pt x="0" y="0"/>
                  </a:lnTo>
                  <a:lnTo>
                    <a:pt x="0" y="55880"/>
                  </a:lnTo>
                  <a:lnTo>
                    <a:pt x="5944870" y="55880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652260" y="3312160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79">
                  <a:moveTo>
                    <a:pt x="5944870" y="0"/>
                  </a:moveTo>
                  <a:lnTo>
                    <a:pt x="0" y="0"/>
                  </a:lnTo>
                  <a:lnTo>
                    <a:pt x="0" y="55879"/>
                  </a:lnTo>
                  <a:lnTo>
                    <a:pt x="5944870" y="55879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652260" y="3368040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79">
                  <a:moveTo>
                    <a:pt x="5944870" y="0"/>
                  </a:moveTo>
                  <a:lnTo>
                    <a:pt x="0" y="0"/>
                  </a:lnTo>
                  <a:lnTo>
                    <a:pt x="0" y="55880"/>
                  </a:lnTo>
                  <a:lnTo>
                    <a:pt x="5944870" y="55880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652260" y="3423920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79">
                  <a:moveTo>
                    <a:pt x="5944870" y="0"/>
                  </a:moveTo>
                  <a:lnTo>
                    <a:pt x="0" y="0"/>
                  </a:lnTo>
                  <a:lnTo>
                    <a:pt x="0" y="55879"/>
                  </a:lnTo>
                  <a:lnTo>
                    <a:pt x="5944870" y="55879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652260" y="3479800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79">
                  <a:moveTo>
                    <a:pt x="5944870" y="0"/>
                  </a:moveTo>
                  <a:lnTo>
                    <a:pt x="0" y="0"/>
                  </a:lnTo>
                  <a:lnTo>
                    <a:pt x="0" y="55879"/>
                  </a:lnTo>
                  <a:lnTo>
                    <a:pt x="5944870" y="55879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652260" y="3535680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79">
                  <a:moveTo>
                    <a:pt x="5944870" y="0"/>
                  </a:moveTo>
                  <a:lnTo>
                    <a:pt x="0" y="0"/>
                  </a:lnTo>
                  <a:lnTo>
                    <a:pt x="0" y="55880"/>
                  </a:lnTo>
                  <a:lnTo>
                    <a:pt x="5944870" y="55880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652260" y="3591560"/>
              <a:ext cx="5944870" cy="57150"/>
            </a:xfrm>
            <a:custGeom>
              <a:avLst/>
              <a:gdLst/>
              <a:ahLst/>
              <a:cxnLst/>
              <a:rect l="l" t="t" r="r" b="b"/>
              <a:pathLst>
                <a:path w="5944870" h="57150">
                  <a:moveTo>
                    <a:pt x="5944870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5944870" y="57150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652260" y="3648710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79">
                  <a:moveTo>
                    <a:pt x="5944870" y="0"/>
                  </a:moveTo>
                  <a:lnTo>
                    <a:pt x="0" y="0"/>
                  </a:lnTo>
                  <a:lnTo>
                    <a:pt x="0" y="55879"/>
                  </a:lnTo>
                  <a:lnTo>
                    <a:pt x="5944870" y="55879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652260" y="3704590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79">
                  <a:moveTo>
                    <a:pt x="5944870" y="0"/>
                  </a:moveTo>
                  <a:lnTo>
                    <a:pt x="0" y="0"/>
                  </a:lnTo>
                  <a:lnTo>
                    <a:pt x="0" y="55880"/>
                  </a:lnTo>
                  <a:lnTo>
                    <a:pt x="5944870" y="55880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652260" y="3760470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79">
                  <a:moveTo>
                    <a:pt x="5944870" y="0"/>
                  </a:moveTo>
                  <a:lnTo>
                    <a:pt x="0" y="0"/>
                  </a:lnTo>
                  <a:lnTo>
                    <a:pt x="0" y="55879"/>
                  </a:lnTo>
                  <a:lnTo>
                    <a:pt x="5944870" y="55879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652260" y="3816350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79">
                  <a:moveTo>
                    <a:pt x="5944870" y="0"/>
                  </a:moveTo>
                  <a:lnTo>
                    <a:pt x="0" y="0"/>
                  </a:lnTo>
                  <a:lnTo>
                    <a:pt x="0" y="55879"/>
                  </a:lnTo>
                  <a:lnTo>
                    <a:pt x="5944870" y="55879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652260" y="3872230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79">
                  <a:moveTo>
                    <a:pt x="5944870" y="0"/>
                  </a:moveTo>
                  <a:lnTo>
                    <a:pt x="0" y="0"/>
                  </a:lnTo>
                  <a:lnTo>
                    <a:pt x="0" y="55880"/>
                  </a:lnTo>
                  <a:lnTo>
                    <a:pt x="5944870" y="55880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652260" y="3928110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79">
                  <a:moveTo>
                    <a:pt x="5944870" y="0"/>
                  </a:moveTo>
                  <a:lnTo>
                    <a:pt x="0" y="0"/>
                  </a:lnTo>
                  <a:lnTo>
                    <a:pt x="0" y="55879"/>
                  </a:lnTo>
                  <a:lnTo>
                    <a:pt x="5944870" y="55879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652260" y="3983990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79">
                  <a:moveTo>
                    <a:pt x="5944870" y="0"/>
                  </a:moveTo>
                  <a:lnTo>
                    <a:pt x="0" y="0"/>
                  </a:lnTo>
                  <a:lnTo>
                    <a:pt x="0" y="55880"/>
                  </a:lnTo>
                  <a:lnTo>
                    <a:pt x="5944870" y="55880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652260" y="4039870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79">
                  <a:moveTo>
                    <a:pt x="5944870" y="0"/>
                  </a:moveTo>
                  <a:lnTo>
                    <a:pt x="0" y="0"/>
                  </a:lnTo>
                  <a:lnTo>
                    <a:pt x="0" y="55879"/>
                  </a:lnTo>
                  <a:lnTo>
                    <a:pt x="5944870" y="55879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652260" y="4095750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79">
                  <a:moveTo>
                    <a:pt x="5944870" y="0"/>
                  </a:moveTo>
                  <a:lnTo>
                    <a:pt x="0" y="0"/>
                  </a:lnTo>
                  <a:lnTo>
                    <a:pt x="0" y="55879"/>
                  </a:lnTo>
                  <a:lnTo>
                    <a:pt x="5944870" y="55879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652260" y="4151630"/>
              <a:ext cx="5944870" cy="57150"/>
            </a:xfrm>
            <a:custGeom>
              <a:avLst/>
              <a:gdLst/>
              <a:ahLst/>
              <a:cxnLst/>
              <a:rect l="l" t="t" r="r" b="b"/>
              <a:pathLst>
                <a:path w="5944870" h="57150">
                  <a:moveTo>
                    <a:pt x="5944870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5944870" y="57150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652247" y="4208779"/>
              <a:ext cx="5945505" cy="111760"/>
            </a:xfrm>
            <a:custGeom>
              <a:avLst/>
              <a:gdLst/>
              <a:ahLst/>
              <a:cxnLst/>
              <a:rect l="l" t="t" r="r" b="b"/>
              <a:pathLst>
                <a:path w="5945505" h="111760">
                  <a:moveTo>
                    <a:pt x="5944882" y="0"/>
                  </a:moveTo>
                  <a:lnTo>
                    <a:pt x="0" y="0"/>
                  </a:lnTo>
                  <a:lnTo>
                    <a:pt x="0" y="55880"/>
                  </a:lnTo>
                  <a:lnTo>
                    <a:pt x="0" y="111760"/>
                  </a:lnTo>
                  <a:lnTo>
                    <a:pt x="5944882" y="111760"/>
                  </a:lnTo>
                  <a:lnTo>
                    <a:pt x="5944882" y="55880"/>
                  </a:lnTo>
                  <a:lnTo>
                    <a:pt x="594488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652260" y="4320539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79">
                  <a:moveTo>
                    <a:pt x="5944870" y="0"/>
                  </a:moveTo>
                  <a:lnTo>
                    <a:pt x="0" y="0"/>
                  </a:lnTo>
                  <a:lnTo>
                    <a:pt x="0" y="55880"/>
                  </a:lnTo>
                  <a:lnTo>
                    <a:pt x="5944870" y="55880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652260" y="4376420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79">
                  <a:moveTo>
                    <a:pt x="5944870" y="0"/>
                  </a:moveTo>
                  <a:lnTo>
                    <a:pt x="0" y="0"/>
                  </a:lnTo>
                  <a:lnTo>
                    <a:pt x="0" y="55879"/>
                  </a:lnTo>
                  <a:lnTo>
                    <a:pt x="5944870" y="55879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652260" y="4432300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79">
                  <a:moveTo>
                    <a:pt x="5944870" y="0"/>
                  </a:moveTo>
                  <a:lnTo>
                    <a:pt x="0" y="0"/>
                  </a:lnTo>
                  <a:lnTo>
                    <a:pt x="0" y="55879"/>
                  </a:lnTo>
                  <a:lnTo>
                    <a:pt x="5944870" y="55879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652260" y="4488180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79">
                  <a:moveTo>
                    <a:pt x="5944870" y="0"/>
                  </a:moveTo>
                  <a:lnTo>
                    <a:pt x="0" y="0"/>
                  </a:lnTo>
                  <a:lnTo>
                    <a:pt x="0" y="55880"/>
                  </a:lnTo>
                  <a:lnTo>
                    <a:pt x="5944870" y="55880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652260" y="4544060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79">
                  <a:moveTo>
                    <a:pt x="5944870" y="0"/>
                  </a:moveTo>
                  <a:lnTo>
                    <a:pt x="0" y="0"/>
                  </a:lnTo>
                  <a:lnTo>
                    <a:pt x="0" y="55879"/>
                  </a:lnTo>
                  <a:lnTo>
                    <a:pt x="5944870" y="55879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652260" y="4599939"/>
              <a:ext cx="5944870" cy="57150"/>
            </a:xfrm>
            <a:custGeom>
              <a:avLst/>
              <a:gdLst/>
              <a:ahLst/>
              <a:cxnLst/>
              <a:rect l="l" t="t" r="r" b="b"/>
              <a:pathLst>
                <a:path w="5944870" h="57150">
                  <a:moveTo>
                    <a:pt x="5944870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5944870" y="57150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652260" y="4657089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79">
                  <a:moveTo>
                    <a:pt x="5944870" y="0"/>
                  </a:moveTo>
                  <a:lnTo>
                    <a:pt x="0" y="0"/>
                  </a:lnTo>
                  <a:lnTo>
                    <a:pt x="0" y="55880"/>
                  </a:lnTo>
                  <a:lnTo>
                    <a:pt x="5944870" y="55880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652260" y="4712970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79">
                  <a:moveTo>
                    <a:pt x="5944870" y="0"/>
                  </a:moveTo>
                  <a:lnTo>
                    <a:pt x="0" y="0"/>
                  </a:lnTo>
                  <a:lnTo>
                    <a:pt x="0" y="55879"/>
                  </a:lnTo>
                  <a:lnTo>
                    <a:pt x="5944870" y="55879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652260" y="4768850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79">
                  <a:moveTo>
                    <a:pt x="5944870" y="0"/>
                  </a:moveTo>
                  <a:lnTo>
                    <a:pt x="0" y="0"/>
                  </a:lnTo>
                  <a:lnTo>
                    <a:pt x="0" y="55879"/>
                  </a:lnTo>
                  <a:lnTo>
                    <a:pt x="5944870" y="55879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652260" y="4824730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79">
                  <a:moveTo>
                    <a:pt x="5944870" y="0"/>
                  </a:moveTo>
                  <a:lnTo>
                    <a:pt x="0" y="0"/>
                  </a:lnTo>
                  <a:lnTo>
                    <a:pt x="0" y="55880"/>
                  </a:lnTo>
                  <a:lnTo>
                    <a:pt x="5944870" y="55880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652260" y="4880610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79">
                  <a:moveTo>
                    <a:pt x="5944870" y="0"/>
                  </a:moveTo>
                  <a:lnTo>
                    <a:pt x="0" y="0"/>
                  </a:lnTo>
                  <a:lnTo>
                    <a:pt x="0" y="55879"/>
                  </a:lnTo>
                  <a:lnTo>
                    <a:pt x="5944870" y="55879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652260" y="4936489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79">
                  <a:moveTo>
                    <a:pt x="5944870" y="0"/>
                  </a:moveTo>
                  <a:lnTo>
                    <a:pt x="0" y="0"/>
                  </a:lnTo>
                  <a:lnTo>
                    <a:pt x="0" y="55880"/>
                  </a:lnTo>
                  <a:lnTo>
                    <a:pt x="5944870" y="55880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652260" y="4992370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79">
                  <a:moveTo>
                    <a:pt x="5944870" y="0"/>
                  </a:moveTo>
                  <a:lnTo>
                    <a:pt x="0" y="0"/>
                  </a:lnTo>
                  <a:lnTo>
                    <a:pt x="0" y="55879"/>
                  </a:lnTo>
                  <a:lnTo>
                    <a:pt x="5944870" y="55879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652260" y="5048250"/>
              <a:ext cx="5944870" cy="55880"/>
            </a:xfrm>
            <a:custGeom>
              <a:avLst/>
              <a:gdLst/>
              <a:ahLst/>
              <a:cxnLst/>
              <a:rect l="l" t="t" r="r" b="b"/>
              <a:pathLst>
                <a:path w="5944870" h="55879">
                  <a:moveTo>
                    <a:pt x="5944870" y="0"/>
                  </a:moveTo>
                  <a:lnTo>
                    <a:pt x="0" y="0"/>
                  </a:lnTo>
                  <a:lnTo>
                    <a:pt x="0" y="55879"/>
                  </a:lnTo>
                  <a:lnTo>
                    <a:pt x="5944870" y="55879"/>
                  </a:lnTo>
                  <a:lnTo>
                    <a:pt x="5944870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653530" y="2360929"/>
            <a:ext cx="5943600" cy="27432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160655">
              <a:lnSpc>
                <a:spcPct val="100000"/>
              </a:lnSpc>
            </a:pPr>
            <a:r>
              <a:rPr sz="3600" dirty="0">
                <a:latin typeface="Century Gothic"/>
                <a:cs typeface="Century Gothic"/>
              </a:rPr>
              <a:t>Clear</a:t>
            </a:r>
            <a:r>
              <a:rPr sz="3600" spc="-2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difference</a:t>
            </a:r>
            <a:r>
              <a:rPr sz="3600" spc="-10" dirty="0">
                <a:latin typeface="Century Gothic"/>
                <a:cs typeface="Century Gothic"/>
              </a:rPr>
              <a:t> between </a:t>
            </a:r>
            <a:r>
              <a:rPr sz="3600" dirty="0">
                <a:latin typeface="Century Gothic"/>
                <a:cs typeface="Century Gothic"/>
              </a:rPr>
              <a:t>foreground</a:t>
            </a:r>
            <a:r>
              <a:rPr sz="3600" spc="-50" dirty="0">
                <a:latin typeface="Century Gothic"/>
                <a:cs typeface="Century Gothic"/>
              </a:rPr>
              <a:t> </a:t>
            </a:r>
            <a:r>
              <a:rPr sz="3600" spc="-25" dirty="0">
                <a:latin typeface="Century Gothic"/>
                <a:cs typeface="Century Gothic"/>
              </a:rPr>
              <a:t>and </a:t>
            </a:r>
            <a:r>
              <a:rPr sz="3600" spc="-10" dirty="0">
                <a:latin typeface="Century Gothic"/>
                <a:cs typeface="Century Gothic"/>
              </a:rPr>
              <a:t>background?</a:t>
            </a:r>
            <a:endParaRPr sz="36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2790"/>
              </a:spcBef>
            </a:pPr>
            <a:r>
              <a:rPr sz="3600" dirty="0">
                <a:latin typeface="Century Gothic"/>
                <a:cs typeface="Century Gothic"/>
              </a:rPr>
              <a:t>Image</a:t>
            </a:r>
            <a:r>
              <a:rPr sz="3600" spc="-1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not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very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spc="-10" dirty="0">
                <a:latin typeface="Century Gothic"/>
                <a:cs typeface="Century Gothic"/>
              </a:rPr>
              <a:t>noisy?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7987030" y="5485129"/>
            <a:ext cx="228600" cy="1066800"/>
          </a:xfrm>
          <a:custGeom>
            <a:avLst/>
            <a:gdLst/>
            <a:ahLst/>
            <a:cxnLst/>
            <a:rect l="l" t="t" r="r" b="b"/>
            <a:pathLst>
              <a:path w="228600" h="1066800">
                <a:moveTo>
                  <a:pt x="228600" y="836930"/>
                </a:moveTo>
                <a:lnTo>
                  <a:pt x="152400" y="836930"/>
                </a:lnTo>
                <a:lnTo>
                  <a:pt x="152400" y="0"/>
                </a:lnTo>
                <a:lnTo>
                  <a:pt x="76200" y="0"/>
                </a:lnTo>
                <a:lnTo>
                  <a:pt x="76200" y="836930"/>
                </a:lnTo>
                <a:lnTo>
                  <a:pt x="0" y="836930"/>
                </a:lnTo>
                <a:lnTo>
                  <a:pt x="114300" y="1066800"/>
                </a:lnTo>
                <a:lnTo>
                  <a:pt x="228600" y="8369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4" name="object 5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8929" y="2360929"/>
            <a:ext cx="5382260" cy="3695700"/>
          </a:xfrm>
          <a:prstGeom prst="rect">
            <a:avLst/>
          </a:prstGeom>
        </p:spPr>
      </p:pic>
      <p:grpSp>
        <p:nvGrpSpPr>
          <p:cNvPr id="55" name="object 55"/>
          <p:cNvGrpSpPr/>
          <p:nvPr/>
        </p:nvGrpSpPr>
        <p:grpSpPr>
          <a:xfrm>
            <a:off x="323850" y="7007859"/>
            <a:ext cx="12330430" cy="1701800"/>
            <a:chOff x="323850" y="7007859"/>
            <a:chExt cx="12330430" cy="1701800"/>
          </a:xfrm>
        </p:grpSpPr>
        <p:pic>
          <p:nvPicPr>
            <p:cNvPr id="56" name="object 5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3850" y="7023099"/>
              <a:ext cx="12330430" cy="1686560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327660" y="7007859"/>
              <a:ext cx="12322810" cy="41910"/>
            </a:xfrm>
            <a:custGeom>
              <a:avLst/>
              <a:gdLst/>
              <a:ahLst/>
              <a:cxnLst/>
              <a:rect l="l" t="t" r="r" b="b"/>
              <a:pathLst>
                <a:path w="12322810" h="41909">
                  <a:moveTo>
                    <a:pt x="1232281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41910"/>
                  </a:lnTo>
                  <a:lnTo>
                    <a:pt x="12322810" y="41910"/>
                  </a:lnTo>
                  <a:lnTo>
                    <a:pt x="12322810" y="20320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D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27660" y="7049769"/>
              <a:ext cx="12322810" cy="20320"/>
            </a:xfrm>
            <a:custGeom>
              <a:avLst/>
              <a:gdLst/>
              <a:ahLst/>
              <a:cxnLst/>
              <a:rect l="l" t="t" r="r" b="b"/>
              <a:pathLst>
                <a:path w="12322810" h="20320">
                  <a:moveTo>
                    <a:pt x="12322810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12322810" y="2031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DE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27660" y="7070089"/>
              <a:ext cx="12322810" cy="21590"/>
            </a:xfrm>
            <a:custGeom>
              <a:avLst/>
              <a:gdLst/>
              <a:ahLst/>
              <a:cxnLst/>
              <a:rect l="l" t="t" r="r" b="b"/>
              <a:pathLst>
                <a:path w="12322810" h="21590">
                  <a:moveTo>
                    <a:pt x="1232281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12322810" y="2158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DD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27660" y="7091679"/>
              <a:ext cx="12322810" cy="20320"/>
            </a:xfrm>
            <a:custGeom>
              <a:avLst/>
              <a:gdLst/>
              <a:ahLst/>
              <a:cxnLst/>
              <a:rect l="l" t="t" r="r" b="b"/>
              <a:pathLst>
                <a:path w="12322810" h="20320">
                  <a:moveTo>
                    <a:pt x="1232281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12322810" y="20320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DC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27660" y="7111999"/>
              <a:ext cx="12322810" cy="21590"/>
            </a:xfrm>
            <a:custGeom>
              <a:avLst/>
              <a:gdLst/>
              <a:ahLst/>
              <a:cxnLst/>
              <a:rect l="l" t="t" r="r" b="b"/>
              <a:pathLst>
                <a:path w="12322810" h="21590">
                  <a:moveTo>
                    <a:pt x="1232281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12322810" y="2158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DB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27660" y="7133589"/>
              <a:ext cx="12322810" cy="20320"/>
            </a:xfrm>
            <a:custGeom>
              <a:avLst/>
              <a:gdLst/>
              <a:ahLst/>
              <a:cxnLst/>
              <a:rect l="l" t="t" r="r" b="b"/>
              <a:pathLst>
                <a:path w="12322810" h="20320">
                  <a:moveTo>
                    <a:pt x="12322810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12322810" y="2031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DA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27660" y="7153909"/>
              <a:ext cx="12322810" cy="21590"/>
            </a:xfrm>
            <a:custGeom>
              <a:avLst/>
              <a:gdLst/>
              <a:ahLst/>
              <a:cxnLst/>
              <a:rect l="l" t="t" r="r" b="b"/>
              <a:pathLst>
                <a:path w="12322810" h="21590">
                  <a:moveTo>
                    <a:pt x="1232281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2322810" y="21590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D9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27660" y="7175499"/>
              <a:ext cx="12322810" cy="20320"/>
            </a:xfrm>
            <a:custGeom>
              <a:avLst/>
              <a:gdLst/>
              <a:ahLst/>
              <a:cxnLst/>
              <a:rect l="l" t="t" r="r" b="b"/>
              <a:pathLst>
                <a:path w="12322810" h="20320">
                  <a:moveTo>
                    <a:pt x="12322810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12322810" y="2031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D8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27660" y="7195819"/>
              <a:ext cx="12322810" cy="21590"/>
            </a:xfrm>
            <a:custGeom>
              <a:avLst/>
              <a:gdLst/>
              <a:ahLst/>
              <a:cxnLst/>
              <a:rect l="l" t="t" r="r" b="b"/>
              <a:pathLst>
                <a:path w="12322810" h="21590">
                  <a:moveTo>
                    <a:pt x="1232281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12322810" y="2158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D7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27660" y="7217409"/>
              <a:ext cx="12322810" cy="21590"/>
            </a:xfrm>
            <a:custGeom>
              <a:avLst/>
              <a:gdLst/>
              <a:ahLst/>
              <a:cxnLst/>
              <a:rect l="l" t="t" r="r" b="b"/>
              <a:pathLst>
                <a:path w="12322810" h="21590">
                  <a:moveTo>
                    <a:pt x="1232281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2322810" y="21590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D6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27660" y="7238999"/>
              <a:ext cx="12322810" cy="20320"/>
            </a:xfrm>
            <a:custGeom>
              <a:avLst/>
              <a:gdLst/>
              <a:ahLst/>
              <a:cxnLst/>
              <a:rect l="l" t="t" r="r" b="b"/>
              <a:pathLst>
                <a:path w="12322810" h="20320">
                  <a:moveTo>
                    <a:pt x="12322810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12322810" y="2031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D5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27660" y="7259319"/>
              <a:ext cx="12322810" cy="21590"/>
            </a:xfrm>
            <a:custGeom>
              <a:avLst/>
              <a:gdLst/>
              <a:ahLst/>
              <a:cxnLst/>
              <a:rect l="l" t="t" r="r" b="b"/>
              <a:pathLst>
                <a:path w="12322810" h="21590">
                  <a:moveTo>
                    <a:pt x="1232281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12322810" y="2158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D4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27660" y="7280909"/>
              <a:ext cx="12322810" cy="20320"/>
            </a:xfrm>
            <a:custGeom>
              <a:avLst/>
              <a:gdLst/>
              <a:ahLst/>
              <a:cxnLst/>
              <a:rect l="l" t="t" r="r" b="b"/>
              <a:pathLst>
                <a:path w="12322810" h="20320">
                  <a:moveTo>
                    <a:pt x="1232281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12322810" y="20320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D3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27660" y="7301229"/>
              <a:ext cx="12322810" cy="21590"/>
            </a:xfrm>
            <a:custGeom>
              <a:avLst/>
              <a:gdLst/>
              <a:ahLst/>
              <a:cxnLst/>
              <a:rect l="l" t="t" r="r" b="b"/>
              <a:pathLst>
                <a:path w="12322810" h="21590">
                  <a:moveTo>
                    <a:pt x="1232281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2322810" y="21590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D2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27660" y="7322819"/>
              <a:ext cx="12322810" cy="20320"/>
            </a:xfrm>
            <a:custGeom>
              <a:avLst/>
              <a:gdLst/>
              <a:ahLst/>
              <a:cxnLst/>
              <a:rect l="l" t="t" r="r" b="b"/>
              <a:pathLst>
                <a:path w="12322810" h="20320">
                  <a:moveTo>
                    <a:pt x="12322810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12322810" y="2031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D1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27660" y="7343139"/>
              <a:ext cx="12322810" cy="21590"/>
            </a:xfrm>
            <a:custGeom>
              <a:avLst/>
              <a:gdLst/>
              <a:ahLst/>
              <a:cxnLst/>
              <a:rect l="l" t="t" r="r" b="b"/>
              <a:pathLst>
                <a:path w="12322810" h="21590">
                  <a:moveTo>
                    <a:pt x="1232281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12322810" y="2158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D0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27660" y="7364729"/>
              <a:ext cx="12322810" cy="20320"/>
            </a:xfrm>
            <a:custGeom>
              <a:avLst/>
              <a:gdLst/>
              <a:ahLst/>
              <a:cxnLst/>
              <a:rect l="l" t="t" r="r" b="b"/>
              <a:pathLst>
                <a:path w="12322810" h="20320">
                  <a:moveTo>
                    <a:pt x="1232281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12322810" y="20320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CF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27660" y="7385049"/>
              <a:ext cx="12322810" cy="21590"/>
            </a:xfrm>
            <a:custGeom>
              <a:avLst/>
              <a:gdLst/>
              <a:ahLst/>
              <a:cxnLst/>
              <a:rect l="l" t="t" r="r" b="b"/>
              <a:pathLst>
                <a:path w="12322810" h="21590">
                  <a:moveTo>
                    <a:pt x="1232281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12322810" y="2158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CE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27660" y="7406639"/>
              <a:ext cx="12322810" cy="20320"/>
            </a:xfrm>
            <a:custGeom>
              <a:avLst/>
              <a:gdLst/>
              <a:ahLst/>
              <a:cxnLst/>
              <a:rect l="l" t="t" r="r" b="b"/>
              <a:pathLst>
                <a:path w="12322810" h="20320">
                  <a:moveTo>
                    <a:pt x="12322810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12322810" y="2031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CD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27660" y="7426959"/>
              <a:ext cx="12322810" cy="41910"/>
            </a:xfrm>
            <a:custGeom>
              <a:avLst/>
              <a:gdLst/>
              <a:ahLst/>
              <a:cxnLst/>
              <a:rect l="l" t="t" r="r" b="b"/>
              <a:pathLst>
                <a:path w="12322810" h="41909">
                  <a:moveTo>
                    <a:pt x="1232281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41910"/>
                  </a:lnTo>
                  <a:lnTo>
                    <a:pt x="12322810" y="41910"/>
                  </a:lnTo>
                  <a:lnTo>
                    <a:pt x="12322810" y="21590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CC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27660" y="7468869"/>
              <a:ext cx="12322810" cy="21590"/>
            </a:xfrm>
            <a:custGeom>
              <a:avLst/>
              <a:gdLst/>
              <a:ahLst/>
              <a:cxnLst/>
              <a:rect l="l" t="t" r="r" b="b"/>
              <a:pathLst>
                <a:path w="12322810" h="21590">
                  <a:moveTo>
                    <a:pt x="1232281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12322810" y="2158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CA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27660" y="7490459"/>
              <a:ext cx="12322810" cy="20320"/>
            </a:xfrm>
            <a:custGeom>
              <a:avLst/>
              <a:gdLst/>
              <a:ahLst/>
              <a:cxnLst/>
              <a:rect l="l" t="t" r="r" b="b"/>
              <a:pathLst>
                <a:path w="12322810" h="20320">
                  <a:moveTo>
                    <a:pt x="1232281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12322810" y="20320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C9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27660" y="7510779"/>
              <a:ext cx="12322810" cy="21590"/>
            </a:xfrm>
            <a:custGeom>
              <a:avLst/>
              <a:gdLst/>
              <a:ahLst/>
              <a:cxnLst/>
              <a:rect l="l" t="t" r="r" b="b"/>
              <a:pathLst>
                <a:path w="12322810" h="21590">
                  <a:moveTo>
                    <a:pt x="1232281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2322810" y="21590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C8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27660" y="7532369"/>
              <a:ext cx="12322810" cy="20320"/>
            </a:xfrm>
            <a:custGeom>
              <a:avLst/>
              <a:gdLst/>
              <a:ahLst/>
              <a:cxnLst/>
              <a:rect l="l" t="t" r="r" b="b"/>
              <a:pathLst>
                <a:path w="12322810" h="20320">
                  <a:moveTo>
                    <a:pt x="12322810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12322810" y="2031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C7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27660" y="7552689"/>
              <a:ext cx="12322810" cy="21590"/>
            </a:xfrm>
            <a:custGeom>
              <a:avLst/>
              <a:gdLst/>
              <a:ahLst/>
              <a:cxnLst/>
              <a:rect l="l" t="t" r="r" b="b"/>
              <a:pathLst>
                <a:path w="12322810" h="21590">
                  <a:moveTo>
                    <a:pt x="1232281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12322810" y="2158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C6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27660" y="7574279"/>
              <a:ext cx="12322810" cy="20320"/>
            </a:xfrm>
            <a:custGeom>
              <a:avLst/>
              <a:gdLst/>
              <a:ahLst/>
              <a:cxnLst/>
              <a:rect l="l" t="t" r="r" b="b"/>
              <a:pathLst>
                <a:path w="12322810" h="20320">
                  <a:moveTo>
                    <a:pt x="1232281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12322810" y="20320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C5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27660" y="7594599"/>
              <a:ext cx="12322810" cy="21590"/>
            </a:xfrm>
            <a:custGeom>
              <a:avLst/>
              <a:gdLst/>
              <a:ahLst/>
              <a:cxnLst/>
              <a:rect l="l" t="t" r="r" b="b"/>
              <a:pathLst>
                <a:path w="12322810" h="21590">
                  <a:moveTo>
                    <a:pt x="1232281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12322810" y="2158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C4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27660" y="7616189"/>
              <a:ext cx="12322810" cy="20320"/>
            </a:xfrm>
            <a:custGeom>
              <a:avLst/>
              <a:gdLst/>
              <a:ahLst/>
              <a:cxnLst/>
              <a:rect l="l" t="t" r="r" b="b"/>
              <a:pathLst>
                <a:path w="12322810" h="20320">
                  <a:moveTo>
                    <a:pt x="12322810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12322810" y="2031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C3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27660" y="7636509"/>
              <a:ext cx="12322810" cy="21590"/>
            </a:xfrm>
            <a:custGeom>
              <a:avLst/>
              <a:gdLst/>
              <a:ahLst/>
              <a:cxnLst/>
              <a:rect l="l" t="t" r="r" b="b"/>
              <a:pathLst>
                <a:path w="12322810" h="21590">
                  <a:moveTo>
                    <a:pt x="1232281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2322810" y="21590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C2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27660" y="7658099"/>
              <a:ext cx="12322810" cy="20320"/>
            </a:xfrm>
            <a:custGeom>
              <a:avLst/>
              <a:gdLst/>
              <a:ahLst/>
              <a:cxnLst/>
              <a:rect l="l" t="t" r="r" b="b"/>
              <a:pathLst>
                <a:path w="12322810" h="20320">
                  <a:moveTo>
                    <a:pt x="12322810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12322810" y="2031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C1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27660" y="7678419"/>
              <a:ext cx="12322810" cy="21590"/>
            </a:xfrm>
            <a:custGeom>
              <a:avLst/>
              <a:gdLst/>
              <a:ahLst/>
              <a:cxnLst/>
              <a:rect l="l" t="t" r="r" b="b"/>
              <a:pathLst>
                <a:path w="12322810" h="21590">
                  <a:moveTo>
                    <a:pt x="1232281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12322810" y="2158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C0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27660" y="7700009"/>
              <a:ext cx="12322810" cy="20320"/>
            </a:xfrm>
            <a:custGeom>
              <a:avLst/>
              <a:gdLst/>
              <a:ahLst/>
              <a:cxnLst/>
              <a:rect l="l" t="t" r="r" b="b"/>
              <a:pathLst>
                <a:path w="12322810" h="20320">
                  <a:moveTo>
                    <a:pt x="1232281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12322810" y="20320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BF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27660" y="7720329"/>
              <a:ext cx="12322810" cy="21590"/>
            </a:xfrm>
            <a:custGeom>
              <a:avLst/>
              <a:gdLst/>
              <a:ahLst/>
              <a:cxnLst/>
              <a:rect l="l" t="t" r="r" b="b"/>
              <a:pathLst>
                <a:path w="12322810" h="21590">
                  <a:moveTo>
                    <a:pt x="1232281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2322810" y="21590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BE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27660" y="7741919"/>
              <a:ext cx="12322810" cy="20320"/>
            </a:xfrm>
            <a:custGeom>
              <a:avLst/>
              <a:gdLst/>
              <a:ahLst/>
              <a:cxnLst/>
              <a:rect l="l" t="t" r="r" b="b"/>
              <a:pathLst>
                <a:path w="12322810" h="20320">
                  <a:moveTo>
                    <a:pt x="12322810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12322810" y="2031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BD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327660" y="7762239"/>
              <a:ext cx="12322810" cy="21590"/>
            </a:xfrm>
            <a:custGeom>
              <a:avLst/>
              <a:gdLst/>
              <a:ahLst/>
              <a:cxnLst/>
              <a:rect l="l" t="t" r="r" b="b"/>
              <a:pathLst>
                <a:path w="12322810" h="21590">
                  <a:moveTo>
                    <a:pt x="1232281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12322810" y="2158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BC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327660" y="7783829"/>
              <a:ext cx="12322810" cy="21590"/>
            </a:xfrm>
            <a:custGeom>
              <a:avLst/>
              <a:gdLst/>
              <a:ahLst/>
              <a:cxnLst/>
              <a:rect l="l" t="t" r="r" b="b"/>
              <a:pathLst>
                <a:path w="12322810" h="21590">
                  <a:moveTo>
                    <a:pt x="1232281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2322810" y="21590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BB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327660" y="7805419"/>
              <a:ext cx="12322810" cy="20320"/>
            </a:xfrm>
            <a:custGeom>
              <a:avLst/>
              <a:gdLst/>
              <a:ahLst/>
              <a:cxnLst/>
              <a:rect l="l" t="t" r="r" b="b"/>
              <a:pathLst>
                <a:path w="12322810" h="20320">
                  <a:moveTo>
                    <a:pt x="12322810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12322810" y="2031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BA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327660" y="7825739"/>
              <a:ext cx="12322810" cy="21590"/>
            </a:xfrm>
            <a:custGeom>
              <a:avLst/>
              <a:gdLst/>
              <a:ahLst/>
              <a:cxnLst/>
              <a:rect l="l" t="t" r="r" b="b"/>
              <a:pathLst>
                <a:path w="12322810" h="21590">
                  <a:moveTo>
                    <a:pt x="1232281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12322810" y="2158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B9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327660" y="7847329"/>
              <a:ext cx="12322810" cy="20320"/>
            </a:xfrm>
            <a:custGeom>
              <a:avLst/>
              <a:gdLst/>
              <a:ahLst/>
              <a:cxnLst/>
              <a:rect l="l" t="t" r="r" b="b"/>
              <a:pathLst>
                <a:path w="12322810" h="20320">
                  <a:moveTo>
                    <a:pt x="1232281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12322810" y="20320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B8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327660" y="7867649"/>
              <a:ext cx="12322810" cy="21590"/>
            </a:xfrm>
            <a:custGeom>
              <a:avLst/>
              <a:gdLst/>
              <a:ahLst/>
              <a:cxnLst/>
              <a:rect l="l" t="t" r="r" b="b"/>
              <a:pathLst>
                <a:path w="12322810" h="21590">
                  <a:moveTo>
                    <a:pt x="1232281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12322810" y="2158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B7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327660" y="7889239"/>
              <a:ext cx="12322810" cy="20320"/>
            </a:xfrm>
            <a:custGeom>
              <a:avLst/>
              <a:gdLst/>
              <a:ahLst/>
              <a:cxnLst/>
              <a:rect l="l" t="t" r="r" b="b"/>
              <a:pathLst>
                <a:path w="12322810" h="20320">
                  <a:moveTo>
                    <a:pt x="12322810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12322810" y="2031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B6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327660" y="7909559"/>
              <a:ext cx="12322810" cy="21590"/>
            </a:xfrm>
            <a:custGeom>
              <a:avLst/>
              <a:gdLst/>
              <a:ahLst/>
              <a:cxnLst/>
              <a:rect l="l" t="t" r="r" b="b"/>
              <a:pathLst>
                <a:path w="12322810" h="21590">
                  <a:moveTo>
                    <a:pt x="1232281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2322810" y="21590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B5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327660" y="7931149"/>
              <a:ext cx="12322810" cy="20320"/>
            </a:xfrm>
            <a:custGeom>
              <a:avLst/>
              <a:gdLst/>
              <a:ahLst/>
              <a:cxnLst/>
              <a:rect l="l" t="t" r="r" b="b"/>
              <a:pathLst>
                <a:path w="12322810" h="20320">
                  <a:moveTo>
                    <a:pt x="12322810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12322810" y="2031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B4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327660" y="7951469"/>
              <a:ext cx="12322810" cy="21590"/>
            </a:xfrm>
            <a:custGeom>
              <a:avLst/>
              <a:gdLst/>
              <a:ahLst/>
              <a:cxnLst/>
              <a:rect l="l" t="t" r="r" b="b"/>
              <a:pathLst>
                <a:path w="12322810" h="21590">
                  <a:moveTo>
                    <a:pt x="1232281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12322810" y="2158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B3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327660" y="7973059"/>
              <a:ext cx="12322810" cy="20320"/>
            </a:xfrm>
            <a:custGeom>
              <a:avLst/>
              <a:gdLst/>
              <a:ahLst/>
              <a:cxnLst/>
              <a:rect l="l" t="t" r="r" b="b"/>
              <a:pathLst>
                <a:path w="12322810" h="20320">
                  <a:moveTo>
                    <a:pt x="1232281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12322810" y="20320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B2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327660" y="7993379"/>
              <a:ext cx="12322810" cy="21590"/>
            </a:xfrm>
            <a:custGeom>
              <a:avLst/>
              <a:gdLst/>
              <a:ahLst/>
              <a:cxnLst/>
              <a:rect l="l" t="t" r="r" b="b"/>
              <a:pathLst>
                <a:path w="12322810" h="21590">
                  <a:moveTo>
                    <a:pt x="1232281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2322810" y="21590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B1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327660" y="8014969"/>
              <a:ext cx="12322810" cy="20320"/>
            </a:xfrm>
            <a:custGeom>
              <a:avLst/>
              <a:gdLst/>
              <a:ahLst/>
              <a:cxnLst/>
              <a:rect l="l" t="t" r="r" b="b"/>
              <a:pathLst>
                <a:path w="12322810" h="20320">
                  <a:moveTo>
                    <a:pt x="12322810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12322810" y="2031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B0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27660" y="8035289"/>
              <a:ext cx="12322810" cy="21590"/>
            </a:xfrm>
            <a:custGeom>
              <a:avLst/>
              <a:gdLst/>
              <a:ahLst/>
              <a:cxnLst/>
              <a:rect l="l" t="t" r="r" b="b"/>
              <a:pathLst>
                <a:path w="12322810" h="21590">
                  <a:moveTo>
                    <a:pt x="1232281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12322810" y="2158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AF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327660" y="8056879"/>
              <a:ext cx="12322810" cy="20320"/>
            </a:xfrm>
            <a:custGeom>
              <a:avLst/>
              <a:gdLst/>
              <a:ahLst/>
              <a:cxnLst/>
              <a:rect l="l" t="t" r="r" b="b"/>
              <a:pathLst>
                <a:path w="12322810" h="20320">
                  <a:moveTo>
                    <a:pt x="1232281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12322810" y="20320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AE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327660" y="8077199"/>
              <a:ext cx="12322810" cy="21590"/>
            </a:xfrm>
            <a:custGeom>
              <a:avLst/>
              <a:gdLst/>
              <a:ahLst/>
              <a:cxnLst/>
              <a:rect l="l" t="t" r="r" b="b"/>
              <a:pathLst>
                <a:path w="12322810" h="21590">
                  <a:moveTo>
                    <a:pt x="1232281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12322810" y="2158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AD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27660" y="8098789"/>
              <a:ext cx="12322810" cy="20320"/>
            </a:xfrm>
            <a:custGeom>
              <a:avLst/>
              <a:gdLst/>
              <a:ahLst/>
              <a:cxnLst/>
              <a:rect l="l" t="t" r="r" b="b"/>
              <a:pathLst>
                <a:path w="12322810" h="20320">
                  <a:moveTo>
                    <a:pt x="12322810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12322810" y="2031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AC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27660" y="8119109"/>
              <a:ext cx="12322810" cy="21590"/>
            </a:xfrm>
            <a:custGeom>
              <a:avLst/>
              <a:gdLst/>
              <a:ahLst/>
              <a:cxnLst/>
              <a:rect l="l" t="t" r="r" b="b"/>
              <a:pathLst>
                <a:path w="12322810" h="21590">
                  <a:moveTo>
                    <a:pt x="1232281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2322810" y="21590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AB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327660" y="8140699"/>
              <a:ext cx="12322810" cy="20320"/>
            </a:xfrm>
            <a:custGeom>
              <a:avLst/>
              <a:gdLst/>
              <a:ahLst/>
              <a:cxnLst/>
              <a:rect l="l" t="t" r="r" b="b"/>
              <a:pathLst>
                <a:path w="12322810" h="20320">
                  <a:moveTo>
                    <a:pt x="12322810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12322810" y="2031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AA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327660" y="8161019"/>
              <a:ext cx="12322810" cy="21590"/>
            </a:xfrm>
            <a:custGeom>
              <a:avLst/>
              <a:gdLst/>
              <a:ahLst/>
              <a:cxnLst/>
              <a:rect l="l" t="t" r="r" b="b"/>
              <a:pathLst>
                <a:path w="12322810" h="21590">
                  <a:moveTo>
                    <a:pt x="1232281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12322810" y="2158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A9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327660" y="8182609"/>
              <a:ext cx="12322810" cy="20320"/>
            </a:xfrm>
            <a:custGeom>
              <a:avLst/>
              <a:gdLst/>
              <a:ahLst/>
              <a:cxnLst/>
              <a:rect l="l" t="t" r="r" b="b"/>
              <a:pathLst>
                <a:path w="12322810" h="20320">
                  <a:moveTo>
                    <a:pt x="1232281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12322810" y="20320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A8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327660" y="8202929"/>
              <a:ext cx="12322810" cy="21590"/>
            </a:xfrm>
            <a:custGeom>
              <a:avLst/>
              <a:gdLst/>
              <a:ahLst/>
              <a:cxnLst/>
              <a:rect l="l" t="t" r="r" b="b"/>
              <a:pathLst>
                <a:path w="12322810" h="21590">
                  <a:moveTo>
                    <a:pt x="1232281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2322810" y="21590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A7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327660" y="8224519"/>
              <a:ext cx="12322810" cy="20320"/>
            </a:xfrm>
            <a:custGeom>
              <a:avLst/>
              <a:gdLst/>
              <a:ahLst/>
              <a:cxnLst/>
              <a:rect l="l" t="t" r="r" b="b"/>
              <a:pathLst>
                <a:path w="12322810" h="20320">
                  <a:moveTo>
                    <a:pt x="12322810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12322810" y="2031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A6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327660" y="8244839"/>
              <a:ext cx="12322810" cy="21590"/>
            </a:xfrm>
            <a:custGeom>
              <a:avLst/>
              <a:gdLst/>
              <a:ahLst/>
              <a:cxnLst/>
              <a:rect l="l" t="t" r="r" b="b"/>
              <a:pathLst>
                <a:path w="12322810" h="21590">
                  <a:moveTo>
                    <a:pt x="1232281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12322810" y="2158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A5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327660" y="8266429"/>
              <a:ext cx="12322810" cy="20320"/>
            </a:xfrm>
            <a:custGeom>
              <a:avLst/>
              <a:gdLst/>
              <a:ahLst/>
              <a:cxnLst/>
              <a:rect l="l" t="t" r="r" b="b"/>
              <a:pathLst>
                <a:path w="12322810" h="20320">
                  <a:moveTo>
                    <a:pt x="1232281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12322810" y="20320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A4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327660" y="8286749"/>
              <a:ext cx="12322810" cy="21590"/>
            </a:xfrm>
            <a:custGeom>
              <a:avLst/>
              <a:gdLst/>
              <a:ahLst/>
              <a:cxnLst/>
              <a:rect l="l" t="t" r="r" b="b"/>
              <a:pathLst>
                <a:path w="12322810" h="21590">
                  <a:moveTo>
                    <a:pt x="1232281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2322810" y="21590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A3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327660" y="8308339"/>
              <a:ext cx="12322810" cy="21590"/>
            </a:xfrm>
            <a:custGeom>
              <a:avLst/>
              <a:gdLst/>
              <a:ahLst/>
              <a:cxnLst/>
              <a:rect l="l" t="t" r="r" b="b"/>
              <a:pathLst>
                <a:path w="12322810" h="21590">
                  <a:moveTo>
                    <a:pt x="1232281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12322810" y="2158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A2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327660" y="8329929"/>
              <a:ext cx="12322810" cy="20320"/>
            </a:xfrm>
            <a:custGeom>
              <a:avLst/>
              <a:gdLst/>
              <a:ahLst/>
              <a:cxnLst/>
              <a:rect l="l" t="t" r="r" b="b"/>
              <a:pathLst>
                <a:path w="12322810" h="20320">
                  <a:moveTo>
                    <a:pt x="1232281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12322810" y="20320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A1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327660" y="8350249"/>
              <a:ext cx="12322810" cy="20320"/>
            </a:xfrm>
            <a:custGeom>
              <a:avLst/>
              <a:gdLst/>
              <a:ahLst/>
              <a:cxnLst/>
              <a:rect l="l" t="t" r="r" b="b"/>
              <a:pathLst>
                <a:path w="12322810" h="20320">
                  <a:moveTo>
                    <a:pt x="12322810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12322810" y="2031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A0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327660" y="8370569"/>
              <a:ext cx="12322810" cy="21590"/>
            </a:xfrm>
            <a:custGeom>
              <a:avLst/>
              <a:gdLst/>
              <a:ahLst/>
              <a:cxnLst/>
              <a:rect l="l" t="t" r="r" b="b"/>
              <a:pathLst>
                <a:path w="12322810" h="21590">
                  <a:moveTo>
                    <a:pt x="1232281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12322810" y="2158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9F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327660" y="8392159"/>
              <a:ext cx="12322810" cy="21590"/>
            </a:xfrm>
            <a:custGeom>
              <a:avLst/>
              <a:gdLst/>
              <a:ahLst/>
              <a:cxnLst/>
              <a:rect l="l" t="t" r="r" b="b"/>
              <a:pathLst>
                <a:path w="12322810" h="21590">
                  <a:moveTo>
                    <a:pt x="1232281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2322810" y="21590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9E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327660" y="8413749"/>
              <a:ext cx="12322810" cy="20320"/>
            </a:xfrm>
            <a:custGeom>
              <a:avLst/>
              <a:gdLst/>
              <a:ahLst/>
              <a:cxnLst/>
              <a:rect l="l" t="t" r="r" b="b"/>
              <a:pathLst>
                <a:path w="12322810" h="20320">
                  <a:moveTo>
                    <a:pt x="12322810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12322810" y="2031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9D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327660" y="8434069"/>
              <a:ext cx="12322810" cy="20320"/>
            </a:xfrm>
            <a:custGeom>
              <a:avLst/>
              <a:gdLst/>
              <a:ahLst/>
              <a:cxnLst/>
              <a:rect l="l" t="t" r="r" b="b"/>
              <a:pathLst>
                <a:path w="12322810" h="20320">
                  <a:moveTo>
                    <a:pt x="12322810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12322810" y="2031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9C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327660" y="8454389"/>
              <a:ext cx="12322810" cy="21590"/>
            </a:xfrm>
            <a:custGeom>
              <a:avLst/>
              <a:gdLst/>
              <a:ahLst/>
              <a:cxnLst/>
              <a:rect l="l" t="t" r="r" b="b"/>
              <a:pathLst>
                <a:path w="12322810" h="21590">
                  <a:moveTo>
                    <a:pt x="1232281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12322810" y="2158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9B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327660" y="8475979"/>
              <a:ext cx="12322810" cy="21590"/>
            </a:xfrm>
            <a:custGeom>
              <a:avLst/>
              <a:gdLst/>
              <a:ahLst/>
              <a:cxnLst/>
              <a:rect l="l" t="t" r="r" b="b"/>
              <a:pathLst>
                <a:path w="12322810" h="21590">
                  <a:moveTo>
                    <a:pt x="1232281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2322810" y="21590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9A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327660" y="8497569"/>
              <a:ext cx="12322810" cy="20320"/>
            </a:xfrm>
            <a:custGeom>
              <a:avLst/>
              <a:gdLst/>
              <a:ahLst/>
              <a:cxnLst/>
              <a:rect l="l" t="t" r="r" b="b"/>
              <a:pathLst>
                <a:path w="12322810" h="20320">
                  <a:moveTo>
                    <a:pt x="12322810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12322810" y="2031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99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327660" y="8517889"/>
              <a:ext cx="12322810" cy="21590"/>
            </a:xfrm>
            <a:custGeom>
              <a:avLst/>
              <a:gdLst/>
              <a:ahLst/>
              <a:cxnLst/>
              <a:rect l="l" t="t" r="r" b="b"/>
              <a:pathLst>
                <a:path w="12322810" h="21590">
                  <a:moveTo>
                    <a:pt x="1232281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12322810" y="2158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99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327660" y="8539479"/>
              <a:ext cx="12322810" cy="20320"/>
            </a:xfrm>
            <a:custGeom>
              <a:avLst/>
              <a:gdLst/>
              <a:ahLst/>
              <a:cxnLst/>
              <a:rect l="l" t="t" r="r" b="b"/>
              <a:pathLst>
                <a:path w="12322810" h="20320">
                  <a:moveTo>
                    <a:pt x="1232281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12322810" y="20320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97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327660" y="8559799"/>
              <a:ext cx="12322810" cy="21590"/>
            </a:xfrm>
            <a:custGeom>
              <a:avLst/>
              <a:gdLst/>
              <a:ahLst/>
              <a:cxnLst/>
              <a:rect l="l" t="t" r="r" b="b"/>
              <a:pathLst>
                <a:path w="12322810" h="21590">
                  <a:moveTo>
                    <a:pt x="1232281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2322810" y="21590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96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327660" y="8581389"/>
              <a:ext cx="12322810" cy="20320"/>
            </a:xfrm>
            <a:custGeom>
              <a:avLst/>
              <a:gdLst/>
              <a:ahLst/>
              <a:cxnLst/>
              <a:rect l="l" t="t" r="r" b="b"/>
              <a:pathLst>
                <a:path w="12322810" h="20320">
                  <a:moveTo>
                    <a:pt x="12322810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12322810" y="2031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95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327660" y="8601709"/>
              <a:ext cx="12322810" cy="21590"/>
            </a:xfrm>
            <a:custGeom>
              <a:avLst/>
              <a:gdLst/>
              <a:ahLst/>
              <a:cxnLst/>
              <a:rect l="l" t="t" r="r" b="b"/>
              <a:pathLst>
                <a:path w="12322810" h="21590">
                  <a:moveTo>
                    <a:pt x="1232281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2322810" y="21590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94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327660" y="8623299"/>
              <a:ext cx="12322810" cy="20320"/>
            </a:xfrm>
            <a:custGeom>
              <a:avLst/>
              <a:gdLst/>
              <a:ahLst/>
              <a:cxnLst/>
              <a:rect l="l" t="t" r="r" b="b"/>
              <a:pathLst>
                <a:path w="12322810" h="20320">
                  <a:moveTo>
                    <a:pt x="12322810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12322810" y="2031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93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327660" y="8643619"/>
              <a:ext cx="12322810" cy="21590"/>
            </a:xfrm>
            <a:custGeom>
              <a:avLst/>
              <a:gdLst/>
              <a:ahLst/>
              <a:cxnLst/>
              <a:rect l="l" t="t" r="r" b="b"/>
              <a:pathLst>
                <a:path w="12322810" h="21590">
                  <a:moveTo>
                    <a:pt x="12322810" y="0"/>
                  </a:moveTo>
                  <a:lnTo>
                    <a:pt x="0" y="0"/>
                  </a:lnTo>
                  <a:lnTo>
                    <a:pt x="0" y="21589"/>
                  </a:lnTo>
                  <a:lnTo>
                    <a:pt x="12322810" y="21589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92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327660" y="8665209"/>
              <a:ext cx="12322810" cy="20320"/>
            </a:xfrm>
            <a:custGeom>
              <a:avLst/>
              <a:gdLst/>
              <a:ahLst/>
              <a:cxnLst/>
              <a:rect l="l" t="t" r="r" b="b"/>
              <a:pathLst>
                <a:path w="12322810" h="20320">
                  <a:moveTo>
                    <a:pt x="1232281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12322810" y="20320"/>
                  </a:lnTo>
                  <a:lnTo>
                    <a:pt x="12322810" y="0"/>
                  </a:lnTo>
                  <a:close/>
                </a:path>
              </a:pathLst>
            </a:custGeom>
            <a:solidFill>
              <a:srgbClr val="91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5" name="object 135"/>
          <p:cNvSpPr txBox="1"/>
          <p:nvPr/>
        </p:nvSpPr>
        <p:spPr>
          <a:xfrm>
            <a:off x="328929" y="7007859"/>
            <a:ext cx="12320270" cy="1677670"/>
          </a:xfrm>
          <a:prstGeom prst="rect">
            <a:avLst/>
          </a:prstGeom>
          <a:ln w="9344">
            <a:solidFill>
              <a:srgbClr val="00CC9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ct val="100000"/>
              </a:lnSpc>
              <a:tabLst>
                <a:tab pos="7495540" algn="l"/>
              </a:tabLst>
            </a:pPr>
            <a:r>
              <a:rPr sz="4000" dirty="0">
                <a:latin typeface="Century Gothic"/>
                <a:cs typeface="Century Gothic"/>
              </a:rPr>
              <a:t>Choose</a:t>
            </a:r>
            <a:r>
              <a:rPr sz="4000" spc="30" dirty="0">
                <a:latin typeface="Century Gothic"/>
                <a:cs typeface="Century Gothic"/>
              </a:rPr>
              <a:t> </a:t>
            </a:r>
            <a:r>
              <a:rPr sz="4000" dirty="0">
                <a:latin typeface="Century Gothic"/>
                <a:cs typeface="Century Gothic"/>
              </a:rPr>
              <a:t>an</a:t>
            </a:r>
            <a:r>
              <a:rPr sz="4000" spc="30" dirty="0">
                <a:latin typeface="Century Gothic"/>
                <a:cs typeface="Century Gothic"/>
              </a:rPr>
              <a:t> </a:t>
            </a:r>
            <a:r>
              <a:rPr sz="4000" dirty="0">
                <a:latin typeface="Century Gothic"/>
                <a:cs typeface="Century Gothic"/>
              </a:rPr>
              <a:t>intermediate</a:t>
            </a:r>
            <a:r>
              <a:rPr sz="4000" spc="30" dirty="0">
                <a:latin typeface="Century Gothic"/>
                <a:cs typeface="Century Gothic"/>
              </a:rPr>
              <a:t> </a:t>
            </a:r>
            <a:r>
              <a:rPr sz="4000" spc="-20" dirty="0">
                <a:latin typeface="Century Gothic"/>
                <a:cs typeface="Century Gothic"/>
              </a:rPr>
              <a:t>grey</a:t>
            </a:r>
            <a:r>
              <a:rPr sz="4000" dirty="0">
                <a:latin typeface="Century Gothic"/>
                <a:cs typeface="Century Gothic"/>
              </a:rPr>
              <a:t>	value</a:t>
            </a:r>
            <a:r>
              <a:rPr sz="4000" spc="-10" dirty="0">
                <a:latin typeface="Century Gothic"/>
                <a:cs typeface="Century Gothic"/>
              </a:rPr>
              <a:t> </a:t>
            </a:r>
            <a:r>
              <a:rPr sz="4000" dirty="0">
                <a:latin typeface="Century Gothic"/>
                <a:cs typeface="Century Gothic"/>
              </a:rPr>
              <a:t>=</a:t>
            </a:r>
            <a:r>
              <a:rPr sz="4000" spc="-5" dirty="0">
                <a:latin typeface="Century Gothic"/>
                <a:cs typeface="Century Gothic"/>
              </a:rPr>
              <a:t> </a:t>
            </a:r>
            <a:r>
              <a:rPr sz="4000" spc="-10" dirty="0">
                <a:latin typeface="Century Gothic"/>
                <a:cs typeface="Century Gothic"/>
              </a:rPr>
              <a:t>“threshold”</a:t>
            </a:r>
            <a:endParaRPr sz="4000">
              <a:latin typeface="Century Gothic"/>
              <a:cs typeface="Century Gothic"/>
            </a:endParaRPr>
          </a:p>
          <a:p>
            <a:pPr marL="902969">
              <a:lnSpc>
                <a:spcPct val="100000"/>
              </a:lnSpc>
              <a:spcBef>
                <a:spcPts val="1320"/>
              </a:spcBef>
            </a:pPr>
            <a:r>
              <a:rPr sz="4000" dirty="0">
                <a:latin typeface="Century Gothic"/>
                <a:cs typeface="Century Gothic"/>
              </a:rPr>
              <a:t>Determines</a:t>
            </a:r>
            <a:r>
              <a:rPr sz="4000" spc="20" dirty="0">
                <a:latin typeface="Century Gothic"/>
                <a:cs typeface="Century Gothic"/>
              </a:rPr>
              <a:t> </a:t>
            </a:r>
            <a:r>
              <a:rPr sz="4000" dirty="0">
                <a:latin typeface="Century Gothic"/>
                <a:cs typeface="Century Gothic"/>
              </a:rPr>
              <a:t>foreground</a:t>
            </a:r>
            <a:r>
              <a:rPr sz="4000" spc="20" dirty="0">
                <a:latin typeface="Century Gothic"/>
                <a:cs typeface="Century Gothic"/>
              </a:rPr>
              <a:t> </a:t>
            </a:r>
            <a:r>
              <a:rPr sz="4000" dirty="0">
                <a:latin typeface="Century Gothic"/>
                <a:cs typeface="Century Gothic"/>
              </a:rPr>
              <a:t>and</a:t>
            </a:r>
            <a:r>
              <a:rPr sz="4000" spc="25" dirty="0">
                <a:latin typeface="Century Gothic"/>
                <a:cs typeface="Century Gothic"/>
              </a:rPr>
              <a:t> </a:t>
            </a:r>
            <a:r>
              <a:rPr sz="4000" spc="-10" dirty="0">
                <a:latin typeface="Century Gothic"/>
                <a:cs typeface="Century Gothic"/>
              </a:rPr>
              <a:t>background.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136" name="object 136"/>
          <p:cNvSpPr/>
          <p:nvPr/>
        </p:nvSpPr>
        <p:spPr>
          <a:xfrm>
            <a:off x="328929" y="1827529"/>
            <a:ext cx="12268200" cy="0"/>
          </a:xfrm>
          <a:custGeom>
            <a:avLst/>
            <a:gdLst/>
            <a:ahLst/>
            <a:cxnLst/>
            <a:rect l="l" t="t" r="r" b="b"/>
            <a:pathLst>
              <a:path w="12268200">
                <a:moveTo>
                  <a:pt x="0" y="0"/>
                </a:moveTo>
                <a:lnTo>
                  <a:pt x="12268200" y="0"/>
                </a:lnTo>
              </a:path>
            </a:pathLst>
          </a:custGeom>
          <a:ln w="50676">
            <a:solidFill>
              <a:srgbClr val="2C2C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34050" y="2207260"/>
            <a:ext cx="6791959" cy="1320800"/>
            <a:chOff x="5734050" y="2207260"/>
            <a:chExt cx="6791959" cy="13208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34050" y="2222500"/>
              <a:ext cx="6791959" cy="130556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737860" y="2207259"/>
              <a:ext cx="6783070" cy="53340"/>
            </a:xfrm>
            <a:custGeom>
              <a:avLst/>
              <a:gdLst/>
              <a:ahLst/>
              <a:cxnLst/>
              <a:rect l="l" t="t" r="r" b="b"/>
              <a:pathLst>
                <a:path w="6783070" h="53339">
                  <a:moveTo>
                    <a:pt x="6783070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0" y="53340"/>
                  </a:lnTo>
                  <a:lnTo>
                    <a:pt x="6783070" y="53340"/>
                  </a:lnTo>
                  <a:lnTo>
                    <a:pt x="6783070" y="26670"/>
                  </a:lnTo>
                  <a:lnTo>
                    <a:pt x="678307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37860" y="2260600"/>
              <a:ext cx="6783070" cy="26670"/>
            </a:xfrm>
            <a:custGeom>
              <a:avLst/>
              <a:gdLst/>
              <a:ahLst/>
              <a:cxnLst/>
              <a:rect l="l" t="t" r="r" b="b"/>
              <a:pathLst>
                <a:path w="6783070" h="26669">
                  <a:moveTo>
                    <a:pt x="6783069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6783069" y="26670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37860" y="2287270"/>
              <a:ext cx="6783070" cy="26670"/>
            </a:xfrm>
            <a:custGeom>
              <a:avLst/>
              <a:gdLst/>
              <a:ahLst/>
              <a:cxnLst/>
              <a:rect l="l" t="t" r="r" b="b"/>
              <a:pathLst>
                <a:path w="6783070" h="26669">
                  <a:moveTo>
                    <a:pt x="6783069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6783069" y="26670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37860" y="2313940"/>
              <a:ext cx="6783070" cy="25400"/>
            </a:xfrm>
            <a:custGeom>
              <a:avLst/>
              <a:gdLst/>
              <a:ahLst/>
              <a:cxnLst/>
              <a:rect l="l" t="t" r="r" b="b"/>
              <a:pathLst>
                <a:path w="6783070" h="25400">
                  <a:moveTo>
                    <a:pt x="6783069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6783069" y="25400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37860" y="2339340"/>
              <a:ext cx="6783070" cy="26670"/>
            </a:xfrm>
            <a:custGeom>
              <a:avLst/>
              <a:gdLst/>
              <a:ahLst/>
              <a:cxnLst/>
              <a:rect l="l" t="t" r="r" b="b"/>
              <a:pathLst>
                <a:path w="6783070" h="26669">
                  <a:moveTo>
                    <a:pt x="6783069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6783069" y="26669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37860" y="2366010"/>
              <a:ext cx="6783070" cy="26670"/>
            </a:xfrm>
            <a:custGeom>
              <a:avLst/>
              <a:gdLst/>
              <a:ahLst/>
              <a:cxnLst/>
              <a:rect l="l" t="t" r="r" b="b"/>
              <a:pathLst>
                <a:path w="6783070" h="26669">
                  <a:moveTo>
                    <a:pt x="6783069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6783069" y="26670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37860" y="2392680"/>
              <a:ext cx="6783070" cy="26670"/>
            </a:xfrm>
            <a:custGeom>
              <a:avLst/>
              <a:gdLst/>
              <a:ahLst/>
              <a:cxnLst/>
              <a:rect l="l" t="t" r="r" b="b"/>
              <a:pathLst>
                <a:path w="6783070" h="26669">
                  <a:moveTo>
                    <a:pt x="6783069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6783069" y="26670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37860" y="2419350"/>
              <a:ext cx="6783070" cy="26670"/>
            </a:xfrm>
            <a:custGeom>
              <a:avLst/>
              <a:gdLst/>
              <a:ahLst/>
              <a:cxnLst/>
              <a:rect l="l" t="t" r="r" b="b"/>
              <a:pathLst>
                <a:path w="6783070" h="26669">
                  <a:moveTo>
                    <a:pt x="6783069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6783069" y="26670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37860" y="2446020"/>
              <a:ext cx="6783070" cy="26670"/>
            </a:xfrm>
            <a:custGeom>
              <a:avLst/>
              <a:gdLst/>
              <a:ahLst/>
              <a:cxnLst/>
              <a:rect l="l" t="t" r="r" b="b"/>
              <a:pathLst>
                <a:path w="6783070" h="26669">
                  <a:moveTo>
                    <a:pt x="6783069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6783069" y="26670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37860" y="2472690"/>
              <a:ext cx="6783070" cy="25400"/>
            </a:xfrm>
            <a:custGeom>
              <a:avLst/>
              <a:gdLst/>
              <a:ahLst/>
              <a:cxnLst/>
              <a:rect l="l" t="t" r="r" b="b"/>
              <a:pathLst>
                <a:path w="6783070" h="25400">
                  <a:moveTo>
                    <a:pt x="6783069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6783069" y="25400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37860" y="2498090"/>
              <a:ext cx="6783070" cy="26670"/>
            </a:xfrm>
            <a:custGeom>
              <a:avLst/>
              <a:gdLst/>
              <a:ahLst/>
              <a:cxnLst/>
              <a:rect l="l" t="t" r="r" b="b"/>
              <a:pathLst>
                <a:path w="6783070" h="26669">
                  <a:moveTo>
                    <a:pt x="6783069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6783069" y="26669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37860" y="2524760"/>
              <a:ext cx="6783070" cy="26670"/>
            </a:xfrm>
            <a:custGeom>
              <a:avLst/>
              <a:gdLst/>
              <a:ahLst/>
              <a:cxnLst/>
              <a:rect l="l" t="t" r="r" b="b"/>
              <a:pathLst>
                <a:path w="6783070" h="26669">
                  <a:moveTo>
                    <a:pt x="6783069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6783069" y="26670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737860" y="2551430"/>
              <a:ext cx="6783070" cy="26670"/>
            </a:xfrm>
            <a:custGeom>
              <a:avLst/>
              <a:gdLst/>
              <a:ahLst/>
              <a:cxnLst/>
              <a:rect l="l" t="t" r="r" b="b"/>
              <a:pathLst>
                <a:path w="6783070" h="26669">
                  <a:moveTo>
                    <a:pt x="6783069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6783069" y="26670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737860" y="2578100"/>
              <a:ext cx="6783070" cy="26670"/>
            </a:xfrm>
            <a:custGeom>
              <a:avLst/>
              <a:gdLst/>
              <a:ahLst/>
              <a:cxnLst/>
              <a:rect l="l" t="t" r="r" b="b"/>
              <a:pathLst>
                <a:path w="6783070" h="26669">
                  <a:moveTo>
                    <a:pt x="6783069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6783069" y="26670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737860" y="2604770"/>
              <a:ext cx="6783070" cy="26670"/>
            </a:xfrm>
            <a:custGeom>
              <a:avLst/>
              <a:gdLst/>
              <a:ahLst/>
              <a:cxnLst/>
              <a:rect l="l" t="t" r="r" b="b"/>
              <a:pathLst>
                <a:path w="6783070" h="26669">
                  <a:moveTo>
                    <a:pt x="6783069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6783069" y="26670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737860" y="2631440"/>
              <a:ext cx="6783070" cy="26670"/>
            </a:xfrm>
            <a:custGeom>
              <a:avLst/>
              <a:gdLst/>
              <a:ahLst/>
              <a:cxnLst/>
              <a:rect l="l" t="t" r="r" b="b"/>
              <a:pathLst>
                <a:path w="6783070" h="26669">
                  <a:moveTo>
                    <a:pt x="6783069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6783069" y="26669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37860" y="2658110"/>
              <a:ext cx="6783070" cy="25400"/>
            </a:xfrm>
            <a:custGeom>
              <a:avLst/>
              <a:gdLst/>
              <a:ahLst/>
              <a:cxnLst/>
              <a:rect l="l" t="t" r="r" b="b"/>
              <a:pathLst>
                <a:path w="6783070" h="25400">
                  <a:moveTo>
                    <a:pt x="6783069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6783069" y="25400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737860" y="2683510"/>
              <a:ext cx="6783070" cy="26670"/>
            </a:xfrm>
            <a:custGeom>
              <a:avLst/>
              <a:gdLst/>
              <a:ahLst/>
              <a:cxnLst/>
              <a:rect l="l" t="t" r="r" b="b"/>
              <a:pathLst>
                <a:path w="6783070" h="26669">
                  <a:moveTo>
                    <a:pt x="6783069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6783069" y="26670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37860" y="2710180"/>
              <a:ext cx="6783070" cy="26670"/>
            </a:xfrm>
            <a:custGeom>
              <a:avLst/>
              <a:gdLst/>
              <a:ahLst/>
              <a:cxnLst/>
              <a:rect l="l" t="t" r="r" b="b"/>
              <a:pathLst>
                <a:path w="6783070" h="26669">
                  <a:moveTo>
                    <a:pt x="6783069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6783069" y="26670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37860" y="2736850"/>
              <a:ext cx="6783070" cy="26670"/>
            </a:xfrm>
            <a:custGeom>
              <a:avLst/>
              <a:gdLst/>
              <a:ahLst/>
              <a:cxnLst/>
              <a:rect l="l" t="t" r="r" b="b"/>
              <a:pathLst>
                <a:path w="6783070" h="26669">
                  <a:moveTo>
                    <a:pt x="6783069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6783069" y="26670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737860" y="2763520"/>
              <a:ext cx="6783070" cy="26670"/>
            </a:xfrm>
            <a:custGeom>
              <a:avLst/>
              <a:gdLst/>
              <a:ahLst/>
              <a:cxnLst/>
              <a:rect l="l" t="t" r="r" b="b"/>
              <a:pathLst>
                <a:path w="6783070" h="26669">
                  <a:moveTo>
                    <a:pt x="6783069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6783069" y="26670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737860" y="2790190"/>
              <a:ext cx="6783070" cy="26670"/>
            </a:xfrm>
            <a:custGeom>
              <a:avLst/>
              <a:gdLst/>
              <a:ahLst/>
              <a:cxnLst/>
              <a:rect l="l" t="t" r="r" b="b"/>
              <a:pathLst>
                <a:path w="6783070" h="26669">
                  <a:moveTo>
                    <a:pt x="6783069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6783069" y="26669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737860" y="2816860"/>
              <a:ext cx="6783070" cy="25400"/>
            </a:xfrm>
            <a:custGeom>
              <a:avLst/>
              <a:gdLst/>
              <a:ahLst/>
              <a:cxnLst/>
              <a:rect l="l" t="t" r="r" b="b"/>
              <a:pathLst>
                <a:path w="6783070" h="25400">
                  <a:moveTo>
                    <a:pt x="6783069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6783069" y="25400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737860" y="2842260"/>
              <a:ext cx="6783070" cy="26670"/>
            </a:xfrm>
            <a:custGeom>
              <a:avLst/>
              <a:gdLst/>
              <a:ahLst/>
              <a:cxnLst/>
              <a:rect l="l" t="t" r="r" b="b"/>
              <a:pathLst>
                <a:path w="6783070" h="26669">
                  <a:moveTo>
                    <a:pt x="6783069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6783069" y="26670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737860" y="2868930"/>
              <a:ext cx="6783070" cy="26670"/>
            </a:xfrm>
            <a:custGeom>
              <a:avLst/>
              <a:gdLst/>
              <a:ahLst/>
              <a:cxnLst/>
              <a:rect l="l" t="t" r="r" b="b"/>
              <a:pathLst>
                <a:path w="6783070" h="26669">
                  <a:moveTo>
                    <a:pt x="6783069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6783069" y="26670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737860" y="2895600"/>
              <a:ext cx="6783070" cy="26670"/>
            </a:xfrm>
            <a:custGeom>
              <a:avLst/>
              <a:gdLst/>
              <a:ahLst/>
              <a:cxnLst/>
              <a:rect l="l" t="t" r="r" b="b"/>
              <a:pathLst>
                <a:path w="6783070" h="26669">
                  <a:moveTo>
                    <a:pt x="6783069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6783069" y="26670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737860" y="2922270"/>
              <a:ext cx="6783070" cy="26670"/>
            </a:xfrm>
            <a:custGeom>
              <a:avLst/>
              <a:gdLst/>
              <a:ahLst/>
              <a:cxnLst/>
              <a:rect l="l" t="t" r="r" b="b"/>
              <a:pathLst>
                <a:path w="6783070" h="26669">
                  <a:moveTo>
                    <a:pt x="6783069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6783069" y="26670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737860" y="2948940"/>
              <a:ext cx="6783070" cy="26670"/>
            </a:xfrm>
            <a:custGeom>
              <a:avLst/>
              <a:gdLst/>
              <a:ahLst/>
              <a:cxnLst/>
              <a:rect l="l" t="t" r="r" b="b"/>
              <a:pathLst>
                <a:path w="6783070" h="26669">
                  <a:moveTo>
                    <a:pt x="6783069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6783069" y="26669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737860" y="2975610"/>
              <a:ext cx="6783070" cy="25400"/>
            </a:xfrm>
            <a:custGeom>
              <a:avLst/>
              <a:gdLst/>
              <a:ahLst/>
              <a:cxnLst/>
              <a:rect l="l" t="t" r="r" b="b"/>
              <a:pathLst>
                <a:path w="6783070" h="25400">
                  <a:moveTo>
                    <a:pt x="6783069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6783069" y="25400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737860" y="3001010"/>
              <a:ext cx="6783070" cy="26670"/>
            </a:xfrm>
            <a:custGeom>
              <a:avLst/>
              <a:gdLst/>
              <a:ahLst/>
              <a:cxnLst/>
              <a:rect l="l" t="t" r="r" b="b"/>
              <a:pathLst>
                <a:path w="6783070" h="26669">
                  <a:moveTo>
                    <a:pt x="6783069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6783069" y="26670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737860" y="3027680"/>
              <a:ext cx="6783070" cy="26670"/>
            </a:xfrm>
            <a:custGeom>
              <a:avLst/>
              <a:gdLst/>
              <a:ahLst/>
              <a:cxnLst/>
              <a:rect l="l" t="t" r="r" b="b"/>
              <a:pathLst>
                <a:path w="6783070" h="26669">
                  <a:moveTo>
                    <a:pt x="6783069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6783069" y="26670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737860" y="3054350"/>
              <a:ext cx="6783070" cy="26670"/>
            </a:xfrm>
            <a:custGeom>
              <a:avLst/>
              <a:gdLst/>
              <a:ahLst/>
              <a:cxnLst/>
              <a:rect l="l" t="t" r="r" b="b"/>
              <a:pathLst>
                <a:path w="6783070" h="26669">
                  <a:moveTo>
                    <a:pt x="6783069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6783069" y="26670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737860" y="3081019"/>
              <a:ext cx="6783070" cy="53340"/>
            </a:xfrm>
            <a:custGeom>
              <a:avLst/>
              <a:gdLst/>
              <a:ahLst/>
              <a:cxnLst/>
              <a:rect l="l" t="t" r="r" b="b"/>
              <a:pathLst>
                <a:path w="6783070" h="53339">
                  <a:moveTo>
                    <a:pt x="6783070" y="0"/>
                  </a:moveTo>
                  <a:lnTo>
                    <a:pt x="0" y="0"/>
                  </a:lnTo>
                  <a:lnTo>
                    <a:pt x="0" y="26682"/>
                  </a:lnTo>
                  <a:lnTo>
                    <a:pt x="0" y="53340"/>
                  </a:lnTo>
                  <a:lnTo>
                    <a:pt x="6783070" y="53340"/>
                  </a:lnTo>
                  <a:lnTo>
                    <a:pt x="6783070" y="26682"/>
                  </a:lnTo>
                  <a:lnTo>
                    <a:pt x="678307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737860" y="3134360"/>
              <a:ext cx="6783070" cy="26670"/>
            </a:xfrm>
            <a:custGeom>
              <a:avLst/>
              <a:gdLst/>
              <a:ahLst/>
              <a:cxnLst/>
              <a:rect l="l" t="t" r="r" b="b"/>
              <a:pathLst>
                <a:path w="6783070" h="26669">
                  <a:moveTo>
                    <a:pt x="6783069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6783069" y="26670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737860" y="3161030"/>
              <a:ext cx="6783070" cy="25400"/>
            </a:xfrm>
            <a:custGeom>
              <a:avLst/>
              <a:gdLst/>
              <a:ahLst/>
              <a:cxnLst/>
              <a:rect l="l" t="t" r="r" b="b"/>
              <a:pathLst>
                <a:path w="6783070" h="25400">
                  <a:moveTo>
                    <a:pt x="6783069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6783069" y="25400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737860" y="3186430"/>
              <a:ext cx="6783070" cy="26670"/>
            </a:xfrm>
            <a:custGeom>
              <a:avLst/>
              <a:gdLst/>
              <a:ahLst/>
              <a:cxnLst/>
              <a:rect l="l" t="t" r="r" b="b"/>
              <a:pathLst>
                <a:path w="6783070" h="26669">
                  <a:moveTo>
                    <a:pt x="6783069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6783069" y="26670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737860" y="3213100"/>
              <a:ext cx="6783070" cy="26670"/>
            </a:xfrm>
            <a:custGeom>
              <a:avLst/>
              <a:gdLst/>
              <a:ahLst/>
              <a:cxnLst/>
              <a:rect l="l" t="t" r="r" b="b"/>
              <a:pathLst>
                <a:path w="6783070" h="26669">
                  <a:moveTo>
                    <a:pt x="6783069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6783069" y="26670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737860" y="3239770"/>
              <a:ext cx="6783070" cy="26670"/>
            </a:xfrm>
            <a:custGeom>
              <a:avLst/>
              <a:gdLst/>
              <a:ahLst/>
              <a:cxnLst/>
              <a:rect l="l" t="t" r="r" b="b"/>
              <a:pathLst>
                <a:path w="6783070" h="26670">
                  <a:moveTo>
                    <a:pt x="6783069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6783069" y="26669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737860" y="3266440"/>
              <a:ext cx="6783070" cy="26670"/>
            </a:xfrm>
            <a:custGeom>
              <a:avLst/>
              <a:gdLst/>
              <a:ahLst/>
              <a:cxnLst/>
              <a:rect l="l" t="t" r="r" b="b"/>
              <a:pathLst>
                <a:path w="6783070" h="26670">
                  <a:moveTo>
                    <a:pt x="6783069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6783069" y="26670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37860" y="3293110"/>
              <a:ext cx="6783070" cy="26670"/>
            </a:xfrm>
            <a:custGeom>
              <a:avLst/>
              <a:gdLst/>
              <a:ahLst/>
              <a:cxnLst/>
              <a:rect l="l" t="t" r="r" b="b"/>
              <a:pathLst>
                <a:path w="6783070" h="26670">
                  <a:moveTo>
                    <a:pt x="6783069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6783069" y="26669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737860" y="3319780"/>
              <a:ext cx="6783070" cy="25400"/>
            </a:xfrm>
            <a:custGeom>
              <a:avLst/>
              <a:gdLst/>
              <a:ahLst/>
              <a:cxnLst/>
              <a:rect l="l" t="t" r="r" b="b"/>
              <a:pathLst>
                <a:path w="6783070" h="25400">
                  <a:moveTo>
                    <a:pt x="6783069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6783069" y="25400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737860" y="3345180"/>
              <a:ext cx="6783070" cy="26670"/>
            </a:xfrm>
            <a:custGeom>
              <a:avLst/>
              <a:gdLst/>
              <a:ahLst/>
              <a:cxnLst/>
              <a:rect l="l" t="t" r="r" b="b"/>
              <a:pathLst>
                <a:path w="6783070" h="26670">
                  <a:moveTo>
                    <a:pt x="6783069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6783069" y="26670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737860" y="3371850"/>
              <a:ext cx="6783070" cy="26670"/>
            </a:xfrm>
            <a:custGeom>
              <a:avLst/>
              <a:gdLst/>
              <a:ahLst/>
              <a:cxnLst/>
              <a:rect l="l" t="t" r="r" b="b"/>
              <a:pathLst>
                <a:path w="6783070" h="26670">
                  <a:moveTo>
                    <a:pt x="6783069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6783069" y="26670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737860" y="3398520"/>
              <a:ext cx="6783070" cy="26670"/>
            </a:xfrm>
            <a:custGeom>
              <a:avLst/>
              <a:gdLst/>
              <a:ahLst/>
              <a:cxnLst/>
              <a:rect l="l" t="t" r="r" b="b"/>
              <a:pathLst>
                <a:path w="6783070" h="26670">
                  <a:moveTo>
                    <a:pt x="6783069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6783069" y="26669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737860" y="3425190"/>
              <a:ext cx="6783070" cy="26670"/>
            </a:xfrm>
            <a:custGeom>
              <a:avLst/>
              <a:gdLst/>
              <a:ahLst/>
              <a:cxnLst/>
              <a:rect l="l" t="t" r="r" b="b"/>
              <a:pathLst>
                <a:path w="6783070" h="26670">
                  <a:moveTo>
                    <a:pt x="6783069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6783069" y="26670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737860" y="3451860"/>
              <a:ext cx="6783070" cy="26670"/>
            </a:xfrm>
            <a:custGeom>
              <a:avLst/>
              <a:gdLst/>
              <a:ahLst/>
              <a:cxnLst/>
              <a:rect l="l" t="t" r="r" b="b"/>
              <a:pathLst>
                <a:path w="6783070" h="26670">
                  <a:moveTo>
                    <a:pt x="6783069" y="0"/>
                  </a:moveTo>
                  <a:lnTo>
                    <a:pt x="0" y="0"/>
                  </a:lnTo>
                  <a:lnTo>
                    <a:pt x="0" y="26669"/>
                  </a:lnTo>
                  <a:lnTo>
                    <a:pt x="6783069" y="26669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737860" y="3478530"/>
              <a:ext cx="6783070" cy="26670"/>
            </a:xfrm>
            <a:custGeom>
              <a:avLst/>
              <a:gdLst/>
              <a:ahLst/>
              <a:cxnLst/>
              <a:rect l="l" t="t" r="r" b="b"/>
              <a:pathLst>
                <a:path w="6783070" h="26670">
                  <a:moveTo>
                    <a:pt x="6783069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6783069" y="26670"/>
                  </a:lnTo>
                  <a:lnTo>
                    <a:pt x="6783069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5739129" y="2208529"/>
            <a:ext cx="6781800" cy="12954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299720">
              <a:lnSpc>
                <a:spcPct val="100000"/>
              </a:lnSpc>
            </a:pPr>
            <a:r>
              <a:rPr sz="3600" dirty="0">
                <a:latin typeface="Century Gothic"/>
                <a:cs typeface="Century Gothic"/>
              </a:rPr>
              <a:t>How</a:t>
            </a:r>
            <a:r>
              <a:rPr sz="3600" spc="-2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to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choose</a:t>
            </a:r>
            <a:r>
              <a:rPr sz="3600" spc="-1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the</a:t>
            </a:r>
            <a:r>
              <a:rPr sz="3600" spc="-1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grey</a:t>
            </a:r>
            <a:r>
              <a:rPr sz="3600" spc="-10" dirty="0">
                <a:latin typeface="Century Gothic"/>
                <a:cs typeface="Century Gothic"/>
              </a:rPr>
              <a:t> level </a:t>
            </a:r>
            <a:r>
              <a:rPr sz="3600" dirty="0">
                <a:latin typeface="Century Gothic"/>
                <a:cs typeface="Century Gothic"/>
              </a:rPr>
              <a:t>for </a:t>
            </a:r>
            <a:r>
              <a:rPr sz="3600" spc="-10" dirty="0">
                <a:latin typeface="Century Gothic"/>
                <a:cs typeface="Century Gothic"/>
              </a:rPr>
              <a:t>thresholding?</a:t>
            </a:r>
            <a:endParaRPr sz="3600">
              <a:latin typeface="Century Gothic"/>
              <a:cs typeface="Century Gothic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043929" y="3864609"/>
            <a:ext cx="6464300" cy="5570220"/>
            <a:chOff x="6043929" y="3864609"/>
            <a:chExt cx="6464300" cy="5570220"/>
          </a:xfrm>
        </p:grpSpPr>
        <p:sp>
          <p:nvSpPr>
            <p:cNvPr id="53" name="object 53"/>
            <p:cNvSpPr/>
            <p:nvPr/>
          </p:nvSpPr>
          <p:spPr>
            <a:xfrm>
              <a:off x="6043930" y="3864609"/>
              <a:ext cx="1174750" cy="1849120"/>
            </a:xfrm>
            <a:custGeom>
              <a:avLst/>
              <a:gdLst/>
              <a:ahLst/>
              <a:cxnLst/>
              <a:rect l="l" t="t" r="r" b="b"/>
              <a:pathLst>
                <a:path w="1174750" h="1849120">
                  <a:moveTo>
                    <a:pt x="1174750" y="40640"/>
                  </a:moveTo>
                  <a:lnTo>
                    <a:pt x="1143000" y="20320"/>
                  </a:lnTo>
                  <a:lnTo>
                    <a:pt x="1109980" y="0"/>
                  </a:lnTo>
                  <a:lnTo>
                    <a:pt x="89217" y="1634705"/>
                  </a:lnTo>
                  <a:lnTo>
                    <a:pt x="24130" y="1593850"/>
                  </a:lnTo>
                  <a:lnTo>
                    <a:pt x="0" y="1849120"/>
                  </a:lnTo>
                  <a:lnTo>
                    <a:pt x="218440" y="1715770"/>
                  </a:lnTo>
                  <a:lnTo>
                    <a:pt x="153987" y="1675345"/>
                  </a:lnTo>
                  <a:lnTo>
                    <a:pt x="1174750" y="406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86929" y="5161279"/>
              <a:ext cx="5321300" cy="4273550"/>
            </a:xfrm>
            <a:prstGeom prst="rect">
              <a:avLst/>
            </a:prstGeom>
          </p:spPr>
        </p:pic>
      </p:grpSp>
      <p:pic>
        <p:nvPicPr>
          <p:cNvPr id="55" name="object 5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8929" y="2208529"/>
            <a:ext cx="4978400" cy="3417570"/>
          </a:xfrm>
          <a:prstGeom prst="rect">
            <a:avLst/>
          </a:prstGeom>
        </p:spPr>
      </p:pic>
      <p:grpSp>
        <p:nvGrpSpPr>
          <p:cNvPr id="56" name="object 56"/>
          <p:cNvGrpSpPr/>
          <p:nvPr/>
        </p:nvGrpSpPr>
        <p:grpSpPr>
          <a:xfrm>
            <a:off x="323850" y="6017259"/>
            <a:ext cx="6410960" cy="2463800"/>
            <a:chOff x="323850" y="6017259"/>
            <a:chExt cx="6410960" cy="2463800"/>
          </a:xfrm>
        </p:grpSpPr>
        <p:pic>
          <p:nvPicPr>
            <p:cNvPr id="57" name="object 5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3850" y="6032499"/>
              <a:ext cx="6410959" cy="2448560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327660" y="6017259"/>
              <a:ext cx="6402070" cy="99060"/>
            </a:xfrm>
            <a:custGeom>
              <a:avLst/>
              <a:gdLst/>
              <a:ahLst/>
              <a:cxnLst/>
              <a:rect l="l" t="t" r="r" b="b"/>
              <a:pathLst>
                <a:path w="6402070" h="99060">
                  <a:moveTo>
                    <a:pt x="6402070" y="0"/>
                  </a:moveTo>
                  <a:lnTo>
                    <a:pt x="0" y="0"/>
                  </a:lnTo>
                  <a:lnTo>
                    <a:pt x="0" y="49530"/>
                  </a:lnTo>
                  <a:lnTo>
                    <a:pt x="0" y="99060"/>
                  </a:lnTo>
                  <a:lnTo>
                    <a:pt x="6402070" y="99060"/>
                  </a:lnTo>
                  <a:lnTo>
                    <a:pt x="6402070" y="49530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27660" y="6116319"/>
              <a:ext cx="6402070" cy="50800"/>
            </a:xfrm>
            <a:custGeom>
              <a:avLst/>
              <a:gdLst/>
              <a:ahLst/>
              <a:cxnLst/>
              <a:rect l="l" t="t" r="r" b="b"/>
              <a:pathLst>
                <a:path w="6402070" h="50800">
                  <a:moveTo>
                    <a:pt x="640207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6402070" y="50800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27660" y="6167119"/>
              <a:ext cx="6402070" cy="49530"/>
            </a:xfrm>
            <a:custGeom>
              <a:avLst/>
              <a:gdLst/>
              <a:ahLst/>
              <a:cxnLst/>
              <a:rect l="l" t="t" r="r" b="b"/>
              <a:pathLst>
                <a:path w="6402070" h="49529">
                  <a:moveTo>
                    <a:pt x="6402070" y="0"/>
                  </a:moveTo>
                  <a:lnTo>
                    <a:pt x="0" y="0"/>
                  </a:lnTo>
                  <a:lnTo>
                    <a:pt x="0" y="49529"/>
                  </a:lnTo>
                  <a:lnTo>
                    <a:pt x="6402070" y="49529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27660" y="6216649"/>
              <a:ext cx="6402070" cy="49530"/>
            </a:xfrm>
            <a:custGeom>
              <a:avLst/>
              <a:gdLst/>
              <a:ahLst/>
              <a:cxnLst/>
              <a:rect l="l" t="t" r="r" b="b"/>
              <a:pathLst>
                <a:path w="6402070" h="49529">
                  <a:moveTo>
                    <a:pt x="6402070" y="0"/>
                  </a:moveTo>
                  <a:lnTo>
                    <a:pt x="0" y="0"/>
                  </a:lnTo>
                  <a:lnTo>
                    <a:pt x="0" y="49529"/>
                  </a:lnTo>
                  <a:lnTo>
                    <a:pt x="6402070" y="49529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27660" y="6266179"/>
              <a:ext cx="6402070" cy="49530"/>
            </a:xfrm>
            <a:custGeom>
              <a:avLst/>
              <a:gdLst/>
              <a:ahLst/>
              <a:cxnLst/>
              <a:rect l="l" t="t" r="r" b="b"/>
              <a:pathLst>
                <a:path w="6402070" h="49529">
                  <a:moveTo>
                    <a:pt x="6402070" y="0"/>
                  </a:moveTo>
                  <a:lnTo>
                    <a:pt x="0" y="0"/>
                  </a:lnTo>
                  <a:lnTo>
                    <a:pt x="0" y="49530"/>
                  </a:lnTo>
                  <a:lnTo>
                    <a:pt x="6402070" y="49530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27660" y="6315709"/>
              <a:ext cx="6402070" cy="50800"/>
            </a:xfrm>
            <a:custGeom>
              <a:avLst/>
              <a:gdLst/>
              <a:ahLst/>
              <a:cxnLst/>
              <a:rect l="l" t="t" r="r" b="b"/>
              <a:pathLst>
                <a:path w="6402070" h="50800">
                  <a:moveTo>
                    <a:pt x="640207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6402070" y="50800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27660" y="6366509"/>
              <a:ext cx="6402070" cy="49530"/>
            </a:xfrm>
            <a:custGeom>
              <a:avLst/>
              <a:gdLst/>
              <a:ahLst/>
              <a:cxnLst/>
              <a:rect l="l" t="t" r="r" b="b"/>
              <a:pathLst>
                <a:path w="6402070" h="49529">
                  <a:moveTo>
                    <a:pt x="6402070" y="0"/>
                  </a:moveTo>
                  <a:lnTo>
                    <a:pt x="0" y="0"/>
                  </a:lnTo>
                  <a:lnTo>
                    <a:pt x="0" y="49529"/>
                  </a:lnTo>
                  <a:lnTo>
                    <a:pt x="6402070" y="49529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27660" y="6416039"/>
              <a:ext cx="6402070" cy="49530"/>
            </a:xfrm>
            <a:custGeom>
              <a:avLst/>
              <a:gdLst/>
              <a:ahLst/>
              <a:cxnLst/>
              <a:rect l="l" t="t" r="r" b="b"/>
              <a:pathLst>
                <a:path w="6402070" h="49529">
                  <a:moveTo>
                    <a:pt x="6402070" y="0"/>
                  </a:moveTo>
                  <a:lnTo>
                    <a:pt x="0" y="0"/>
                  </a:lnTo>
                  <a:lnTo>
                    <a:pt x="0" y="49530"/>
                  </a:lnTo>
                  <a:lnTo>
                    <a:pt x="6402070" y="49530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27660" y="6465569"/>
              <a:ext cx="6402070" cy="49530"/>
            </a:xfrm>
            <a:custGeom>
              <a:avLst/>
              <a:gdLst/>
              <a:ahLst/>
              <a:cxnLst/>
              <a:rect l="l" t="t" r="r" b="b"/>
              <a:pathLst>
                <a:path w="6402070" h="49529">
                  <a:moveTo>
                    <a:pt x="6402070" y="0"/>
                  </a:moveTo>
                  <a:lnTo>
                    <a:pt x="0" y="0"/>
                  </a:lnTo>
                  <a:lnTo>
                    <a:pt x="0" y="49529"/>
                  </a:lnTo>
                  <a:lnTo>
                    <a:pt x="6402070" y="49529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27660" y="6515099"/>
              <a:ext cx="6402070" cy="49530"/>
            </a:xfrm>
            <a:custGeom>
              <a:avLst/>
              <a:gdLst/>
              <a:ahLst/>
              <a:cxnLst/>
              <a:rect l="l" t="t" r="r" b="b"/>
              <a:pathLst>
                <a:path w="6402070" h="49529">
                  <a:moveTo>
                    <a:pt x="6402070" y="0"/>
                  </a:moveTo>
                  <a:lnTo>
                    <a:pt x="0" y="0"/>
                  </a:lnTo>
                  <a:lnTo>
                    <a:pt x="0" y="49530"/>
                  </a:lnTo>
                  <a:lnTo>
                    <a:pt x="6402070" y="49530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27660" y="6564629"/>
              <a:ext cx="6402070" cy="50800"/>
            </a:xfrm>
            <a:custGeom>
              <a:avLst/>
              <a:gdLst/>
              <a:ahLst/>
              <a:cxnLst/>
              <a:rect l="l" t="t" r="r" b="b"/>
              <a:pathLst>
                <a:path w="6402070" h="50800">
                  <a:moveTo>
                    <a:pt x="640207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6402070" y="50800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27660" y="6615429"/>
              <a:ext cx="6402070" cy="49530"/>
            </a:xfrm>
            <a:custGeom>
              <a:avLst/>
              <a:gdLst/>
              <a:ahLst/>
              <a:cxnLst/>
              <a:rect l="l" t="t" r="r" b="b"/>
              <a:pathLst>
                <a:path w="6402070" h="49529">
                  <a:moveTo>
                    <a:pt x="6402070" y="0"/>
                  </a:moveTo>
                  <a:lnTo>
                    <a:pt x="0" y="0"/>
                  </a:lnTo>
                  <a:lnTo>
                    <a:pt x="0" y="49530"/>
                  </a:lnTo>
                  <a:lnTo>
                    <a:pt x="6402070" y="49530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27660" y="6664959"/>
              <a:ext cx="6402070" cy="49530"/>
            </a:xfrm>
            <a:custGeom>
              <a:avLst/>
              <a:gdLst/>
              <a:ahLst/>
              <a:cxnLst/>
              <a:rect l="l" t="t" r="r" b="b"/>
              <a:pathLst>
                <a:path w="6402070" h="49529">
                  <a:moveTo>
                    <a:pt x="6402070" y="0"/>
                  </a:moveTo>
                  <a:lnTo>
                    <a:pt x="0" y="0"/>
                  </a:lnTo>
                  <a:lnTo>
                    <a:pt x="0" y="49530"/>
                  </a:lnTo>
                  <a:lnTo>
                    <a:pt x="6402070" y="49530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27660" y="6714489"/>
              <a:ext cx="6402070" cy="49530"/>
            </a:xfrm>
            <a:custGeom>
              <a:avLst/>
              <a:gdLst/>
              <a:ahLst/>
              <a:cxnLst/>
              <a:rect l="l" t="t" r="r" b="b"/>
              <a:pathLst>
                <a:path w="6402070" h="49529">
                  <a:moveTo>
                    <a:pt x="6402070" y="0"/>
                  </a:moveTo>
                  <a:lnTo>
                    <a:pt x="0" y="0"/>
                  </a:lnTo>
                  <a:lnTo>
                    <a:pt x="0" y="49529"/>
                  </a:lnTo>
                  <a:lnTo>
                    <a:pt x="6402070" y="49529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27660" y="6764019"/>
              <a:ext cx="6402070" cy="49530"/>
            </a:xfrm>
            <a:custGeom>
              <a:avLst/>
              <a:gdLst/>
              <a:ahLst/>
              <a:cxnLst/>
              <a:rect l="l" t="t" r="r" b="b"/>
              <a:pathLst>
                <a:path w="6402070" h="49529">
                  <a:moveTo>
                    <a:pt x="6402070" y="0"/>
                  </a:moveTo>
                  <a:lnTo>
                    <a:pt x="0" y="0"/>
                  </a:lnTo>
                  <a:lnTo>
                    <a:pt x="0" y="49529"/>
                  </a:lnTo>
                  <a:lnTo>
                    <a:pt x="6402070" y="49529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27660" y="6813549"/>
              <a:ext cx="6402070" cy="50800"/>
            </a:xfrm>
            <a:custGeom>
              <a:avLst/>
              <a:gdLst/>
              <a:ahLst/>
              <a:cxnLst/>
              <a:rect l="l" t="t" r="r" b="b"/>
              <a:pathLst>
                <a:path w="6402070" h="50800">
                  <a:moveTo>
                    <a:pt x="640207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6402070" y="50800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27660" y="6864349"/>
              <a:ext cx="6402070" cy="49530"/>
            </a:xfrm>
            <a:custGeom>
              <a:avLst/>
              <a:gdLst/>
              <a:ahLst/>
              <a:cxnLst/>
              <a:rect l="l" t="t" r="r" b="b"/>
              <a:pathLst>
                <a:path w="6402070" h="49529">
                  <a:moveTo>
                    <a:pt x="6402070" y="0"/>
                  </a:moveTo>
                  <a:lnTo>
                    <a:pt x="0" y="0"/>
                  </a:lnTo>
                  <a:lnTo>
                    <a:pt x="0" y="49530"/>
                  </a:lnTo>
                  <a:lnTo>
                    <a:pt x="6402070" y="49530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27660" y="6913879"/>
              <a:ext cx="6402070" cy="49530"/>
            </a:xfrm>
            <a:custGeom>
              <a:avLst/>
              <a:gdLst/>
              <a:ahLst/>
              <a:cxnLst/>
              <a:rect l="l" t="t" r="r" b="b"/>
              <a:pathLst>
                <a:path w="6402070" h="49529">
                  <a:moveTo>
                    <a:pt x="6402070" y="0"/>
                  </a:moveTo>
                  <a:lnTo>
                    <a:pt x="0" y="0"/>
                  </a:lnTo>
                  <a:lnTo>
                    <a:pt x="0" y="49530"/>
                  </a:lnTo>
                  <a:lnTo>
                    <a:pt x="6402070" y="49530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27660" y="6963409"/>
              <a:ext cx="6402070" cy="49530"/>
            </a:xfrm>
            <a:custGeom>
              <a:avLst/>
              <a:gdLst/>
              <a:ahLst/>
              <a:cxnLst/>
              <a:rect l="l" t="t" r="r" b="b"/>
              <a:pathLst>
                <a:path w="6402070" h="49529">
                  <a:moveTo>
                    <a:pt x="6402070" y="0"/>
                  </a:moveTo>
                  <a:lnTo>
                    <a:pt x="0" y="0"/>
                  </a:lnTo>
                  <a:lnTo>
                    <a:pt x="0" y="49530"/>
                  </a:lnTo>
                  <a:lnTo>
                    <a:pt x="6402070" y="49530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27660" y="7012939"/>
              <a:ext cx="6402070" cy="50800"/>
            </a:xfrm>
            <a:custGeom>
              <a:avLst/>
              <a:gdLst/>
              <a:ahLst/>
              <a:cxnLst/>
              <a:rect l="l" t="t" r="r" b="b"/>
              <a:pathLst>
                <a:path w="6402070" h="50800">
                  <a:moveTo>
                    <a:pt x="6402070" y="0"/>
                  </a:moveTo>
                  <a:lnTo>
                    <a:pt x="0" y="0"/>
                  </a:lnTo>
                  <a:lnTo>
                    <a:pt x="0" y="50799"/>
                  </a:lnTo>
                  <a:lnTo>
                    <a:pt x="6402070" y="50799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27660" y="7063739"/>
              <a:ext cx="6402070" cy="49530"/>
            </a:xfrm>
            <a:custGeom>
              <a:avLst/>
              <a:gdLst/>
              <a:ahLst/>
              <a:cxnLst/>
              <a:rect l="l" t="t" r="r" b="b"/>
              <a:pathLst>
                <a:path w="6402070" h="49529">
                  <a:moveTo>
                    <a:pt x="6402070" y="0"/>
                  </a:moveTo>
                  <a:lnTo>
                    <a:pt x="0" y="0"/>
                  </a:lnTo>
                  <a:lnTo>
                    <a:pt x="0" y="49529"/>
                  </a:lnTo>
                  <a:lnTo>
                    <a:pt x="6402070" y="49529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27660" y="7113269"/>
              <a:ext cx="6402070" cy="49530"/>
            </a:xfrm>
            <a:custGeom>
              <a:avLst/>
              <a:gdLst/>
              <a:ahLst/>
              <a:cxnLst/>
              <a:rect l="l" t="t" r="r" b="b"/>
              <a:pathLst>
                <a:path w="6402070" h="49529">
                  <a:moveTo>
                    <a:pt x="6402070" y="0"/>
                  </a:moveTo>
                  <a:lnTo>
                    <a:pt x="0" y="0"/>
                  </a:lnTo>
                  <a:lnTo>
                    <a:pt x="0" y="49529"/>
                  </a:lnTo>
                  <a:lnTo>
                    <a:pt x="6402070" y="49529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27660" y="7162799"/>
              <a:ext cx="6402070" cy="49530"/>
            </a:xfrm>
            <a:custGeom>
              <a:avLst/>
              <a:gdLst/>
              <a:ahLst/>
              <a:cxnLst/>
              <a:rect l="l" t="t" r="r" b="b"/>
              <a:pathLst>
                <a:path w="6402070" h="49529">
                  <a:moveTo>
                    <a:pt x="6402070" y="0"/>
                  </a:moveTo>
                  <a:lnTo>
                    <a:pt x="0" y="0"/>
                  </a:lnTo>
                  <a:lnTo>
                    <a:pt x="0" y="49530"/>
                  </a:lnTo>
                  <a:lnTo>
                    <a:pt x="6402070" y="49530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27660" y="7212329"/>
              <a:ext cx="6402070" cy="49530"/>
            </a:xfrm>
            <a:custGeom>
              <a:avLst/>
              <a:gdLst/>
              <a:ahLst/>
              <a:cxnLst/>
              <a:rect l="l" t="t" r="r" b="b"/>
              <a:pathLst>
                <a:path w="6402070" h="49529">
                  <a:moveTo>
                    <a:pt x="6402070" y="0"/>
                  </a:moveTo>
                  <a:lnTo>
                    <a:pt x="0" y="0"/>
                  </a:lnTo>
                  <a:lnTo>
                    <a:pt x="0" y="49530"/>
                  </a:lnTo>
                  <a:lnTo>
                    <a:pt x="6402070" y="49530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27660" y="7261859"/>
              <a:ext cx="6402070" cy="50800"/>
            </a:xfrm>
            <a:custGeom>
              <a:avLst/>
              <a:gdLst/>
              <a:ahLst/>
              <a:cxnLst/>
              <a:rect l="l" t="t" r="r" b="b"/>
              <a:pathLst>
                <a:path w="6402070" h="50800">
                  <a:moveTo>
                    <a:pt x="640207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6402070" y="50800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27660" y="7312659"/>
              <a:ext cx="6402070" cy="49530"/>
            </a:xfrm>
            <a:custGeom>
              <a:avLst/>
              <a:gdLst/>
              <a:ahLst/>
              <a:cxnLst/>
              <a:rect l="l" t="t" r="r" b="b"/>
              <a:pathLst>
                <a:path w="6402070" h="49529">
                  <a:moveTo>
                    <a:pt x="6402070" y="0"/>
                  </a:moveTo>
                  <a:lnTo>
                    <a:pt x="0" y="0"/>
                  </a:lnTo>
                  <a:lnTo>
                    <a:pt x="0" y="49530"/>
                  </a:lnTo>
                  <a:lnTo>
                    <a:pt x="6402070" y="49530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27660" y="7362189"/>
              <a:ext cx="6402070" cy="49530"/>
            </a:xfrm>
            <a:custGeom>
              <a:avLst/>
              <a:gdLst/>
              <a:ahLst/>
              <a:cxnLst/>
              <a:rect l="l" t="t" r="r" b="b"/>
              <a:pathLst>
                <a:path w="6402070" h="49529">
                  <a:moveTo>
                    <a:pt x="6402070" y="0"/>
                  </a:moveTo>
                  <a:lnTo>
                    <a:pt x="0" y="0"/>
                  </a:lnTo>
                  <a:lnTo>
                    <a:pt x="0" y="49529"/>
                  </a:lnTo>
                  <a:lnTo>
                    <a:pt x="6402070" y="49529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27660" y="7411719"/>
              <a:ext cx="6402070" cy="49530"/>
            </a:xfrm>
            <a:custGeom>
              <a:avLst/>
              <a:gdLst/>
              <a:ahLst/>
              <a:cxnLst/>
              <a:rect l="l" t="t" r="r" b="b"/>
              <a:pathLst>
                <a:path w="6402070" h="49529">
                  <a:moveTo>
                    <a:pt x="6402070" y="0"/>
                  </a:moveTo>
                  <a:lnTo>
                    <a:pt x="0" y="0"/>
                  </a:lnTo>
                  <a:lnTo>
                    <a:pt x="0" y="49529"/>
                  </a:lnTo>
                  <a:lnTo>
                    <a:pt x="6402070" y="49529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27660" y="7461249"/>
              <a:ext cx="6402070" cy="49530"/>
            </a:xfrm>
            <a:custGeom>
              <a:avLst/>
              <a:gdLst/>
              <a:ahLst/>
              <a:cxnLst/>
              <a:rect l="l" t="t" r="r" b="b"/>
              <a:pathLst>
                <a:path w="6402070" h="49529">
                  <a:moveTo>
                    <a:pt x="6402070" y="0"/>
                  </a:moveTo>
                  <a:lnTo>
                    <a:pt x="0" y="0"/>
                  </a:lnTo>
                  <a:lnTo>
                    <a:pt x="0" y="49530"/>
                  </a:lnTo>
                  <a:lnTo>
                    <a:pt x="6402070" y="49530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27660" y="7510779"/>
              <a:ext cx="6402070" cy="50800"/>
            </a:xfrm>
            <a:custGeom>
              <a:avLst/>
              <a:gdLst/>
              <a:ahLst/>
              <a:cxnLst/>
              <a:rect l="l" t="t" r="r" b="b"/>
              <a:pathLst>
                <a:path w="6402070" h="50800">
                  <a:moveTo>
                    <a:pt x="640207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6402070" y="50800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27660" y="7561579"/>
              <a:ext cx="6402070" cy="49530"/>
            </a:xfrm>
            <a:custGeom>
              <a:avLst/>
              <a:gdLst/>
              <a:ahLst/>
              <a:cxnLst/>
              <a:rect l="l" t="t" r="r" b="b"/>
              <a:pathLst>
                <a:path w="6402070" h="49529">
                  <a:moveTo>
                    <a:pt x="6402070" y="0"/>
                  </a:moveTo>
                  <a:lnTo>
                    <a:pt x="0" y="0"/>
                  </a:lnTo>
                  <a:lnTo>
                    <a:pt x="0" y="49530"/>
                  </a:lnTo>
                  <a:lnTo>
                    <a:pt x="6402070" y="49530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27660" y="7611109"/>
              <a:ext cx="6402070" cy="49530"/>
            </a:xfrm>
            <a:custGeom>
              <a:avLst/>
              <a:gdLst/>
              <a:ahLst/>
              <a:cxnLst/>
              <a:rect l="l" t="t" r="r" b="b"/>
              <a:pathLst>
                <a:path w="6402070" h="49529">
                  <a:moveTo>
                    <a:pt x="6402070" y="0"/>
                  </a:moveTo>
                  <a:lnTo>
                    <a:pt x="0" y="0"/>
                  </a:lnTo>
                  <a:lnTo>
                    <a:pt x="0" y="49530"/>
                  </a:lnTo>
                  <a:lnTo>
                    <a:pt x="6402070" y="49530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27660" y="7660639"/>
              <a:ext cx="6402070" cy="100330"/>
            </a:xfrm>
            <a:custGeom>
              <a:avLst/>
              <a:gdLst/>
              <a:ahLst/>
              <a:cxnLst/>
              <a:rect l="l" t="t" r="r" b="b"/>
              <a:pathLst>
                <a:path w="6402070" h="100329">
                  <a:moveTo>
                    <a:pt x="6402070" y="0"/>
                  </a:moveTo>
                  <a:lnTo>
                    <a:pt x="0" y="0"/>
                  </a:lnTo>
                  <a:lnTo>
                    <a:pt x="0" y="49530"/>
                  </a:lnTo>
                  <a:lnTo>
                    <a:pt x="0" y="100330"/>
                  </a:lnTo>
                  <a:lnTo>
                    <a:pt x="6402070" y="100330"/>
                  </a:lnTo>
                  <a:lnTo>
                    <a:pt x="6402070" y="49530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327660" y="7760969"/>
              <a:ext cx="6402070" cy="49530"/>
            </a:xfrm>
            <a:custGeom>
              <a:avLst/>
              <a:gdLst/>
              <a:ahLst/>
              <a:cxnLst/>
              <a:rect l="l" t="t" r="r" b="b"/>
              <a:pathLst>
                <a:path w="6402070" h="49529">
                  <a:moveTo>
                    <a:pt x="6402070" y="0"/>
                  </a:moveTo>
                  <a:lnTo>
                    <a:pt x="0" y="0"/>
                  </a:lnTo>
                  <a:lnTo>
                    <a:pt x="0" y="49529"/>
                  </a:lnTo>
                  <a:lnTo>
                    <a:pt x="6402070" y="49529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327660" y="7810499"/>
              <a:ext cx="6402070" cy="49530"/>
            </a:xfrm>
            <a:custGeom>
              <a:avLst/>
              <a:gdLst/>
              <a:ahLst/>
              <a:cxnLst/>
              <a:rect l="l" t="t" r="r" b="b"/>
              <a:pathLst>
                <a:path w="6402070" h="49529">
                  <a:moveTo>
                    <a:pt x="6402070" y="0"/>
                  </a:moveTo>
                  <a:lnTo>
                    <a:pt x="0" y="0"/>
                  </a:lnTo>
                  <a:lnTo>
                    <a:pt x="0" y="49530"/>
                  </a:lnTo>
                  <a:lnTo>
                    <a:pt x="6402070" y="49530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327660" y="7860029"/>
              <a:ext cx="6402070" cy="49530"/>
            </a:xfrm>
            <a:custGeom>
              <a:avLst/>
              <a:gdLst/>
              <a:ahLst/>
              <a:cxnLst/>
              <a:rect l="l" t="t" r="r" b="b"/>
              <a:pathLst>
                <a:path w="6402070" h="49529">
                  <a:moveTo>
                    <a:pt x="6402070" y="0"/>
                  </a:moveTo>
                  <a:lnTo>
                    <a:pt x="0" y="0"/>
                  </a:lnTo>
                  <a:lnTo>
                    <a:pt x="0" y="49530"/>
                  </a:lnTo>
                  <a:lnTo>
                    <a:pt x="6402070" y="49530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327660" y="7909559"/>
              <a:ext cx="6402070" cy="49530"/>
            </a:xfrm>
            <a:custGeom>
              <a:avLst/>
              <a:gdLst/>
              <a:ahLst/>
              <a:cxnLst/>
              <a:rect l="l" t="t" r="r" b="b"/>
              <a:pathLst>
                <a:path w="6402070" h="49529">
                  <a:moveTo>
                    <a:pt x="6402070" y="0"/>
                  </a:moveTo>
                  <a:lnTo>
                    <a:pt x="0" y="0"/>
                  </a:lnTo>
                  <a:lnTo>
                    <a:pt x="0" y="49530"/>
                  </a:lnTo>
                  <a:lnTo>
                    <a:pt x="6402070" y="49530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327660" y="7959089"/>
              <a:ext cx="6402070" cy="50800"/>
            </a:xfrm>
            <a:custGeom>
              <a:avLst/>
              <a:gdLst/>
              <a:ahLst/>
              <a:cxnLst/>
              <a:rect l="l" t="t" r="r" b="b"/>
              <a:pathLst>
                <a:path w="6402070" h="50800">
                  <a:moveTo>
                    <a:pt x="6402070" y="0"/>
                  </a:moveTo>
                  <a:lnTo>
                    <a:pt x="0" y="0"/>
                  </a:lnTo>
                  <a:lnTo>
                    <a:pt x="0" y="50799"/>
                  </a:lnTo>
                  <a:lnTo>
                    <a:pt x="6402070" y="50799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327660" y="8009889"/>
              <a:ext cx="6402070" cy="49530"/>
            </a:xfrm>
            <a:custGeom>
              <a:avLst/>
              <a:gdLst/>
              <a:ahLst/>
              <a:cxnLst/>
              <a:rect l="l" t="t" r="r" b="b"/>
              <a:pathLst>
                <a:path w="6402070" h="49529">
                  <a:moveTo>
                    <a:pt x="6402070" y="0"/>
                  </a:moveTo>
                  <a:lnTo>
                    <a:pt x="0" y="0"/>
                  </a:lnTo>
                  <a:lnTo>
                    <a:pt x="0" y="49529"/>
                  </a:lnTo>
                  <a:lnTo>
                    <a:pt x="6402070" y="49529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327660" y="8059419"/>
              <a:ext cx="6402070" cy="49530"/>
            </a:xfrm>
            <a:custGeom>
              <a:avLst/>
              <a:gdLst/>
              <a:ahLst/>
              <a:cxnLst/>
              <a:rect l="l" t="t" r="r" b="b"/>
              <a:pathLst>
                <a:path w="6402070" h="49529">
                  <a:moveTo>
                    <a:pt x="6402070" y="0"/>
                  </a:moveTo>
                  <a:lnTo>
                    <a:pt x="0" y="0"/>
                  </a:lnTo>
                  <a:lnTo>
                    <a:pt x="0" y="49529"/>
                  </a:lnTo>
                  <a:lnTo>
                    <a:pt x="6402070" y="49529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327660" y="8108949"/>
              <a:ext cx="6402070" cy="49530"/>
            </a:xfrm>
            <a:custGeom>
              <a:avLst/>
              <a:gdLst/>
              <a:ahLst/>
              <a:cxnLst/>
              <a:rect l="l" t="t" r="r" b="b"/>
              <a:pathLst>
                <a:path w="6402070" h="49529">
                  <a:moveTo>
                    <a:pt x="6402070" y="0"/>
                  </a:moveTo>
                  <a:lnTo>
                    <a:pt x="0" y="0"/>
                  </a:lnTo>
                  <a:lnTo>
                    <a:pt x="0" y="49530"/>
                  </a:lnTo>
                  <a:lnTo>
                    <a:pt x="6402070" y="49530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327660" y="8158479"/>
              <a:ext cx="6402070" cy="50800"/>
            </a:xfrm>
            <a:custGeom>
              <a:avLst/>
              <a:gdLst/>
              <a:ahLst/>
              <a:cxnLst/>
              <a:rect l="l" t="t" r="r" b="b"/>
              <a:pathLst>
                <a:path w="6402070" h="50800">
                  <a:moveTo>
                    <a:pt x="640207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6402070" y="50800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327660" y="8209279"/>
              <a:ext cx="6402070" cy="49530"/>
            </a:xfrm>
            <a:custGeom>
              <a:avLst/>
              <a:gdLst/>
              <a:ahLst/>
              <a:cxnLst/>
              <a:rect l="l" t="t" r="r" b="b"/>
              <a:pathLst>
                <a:path w="6402070" h="49529">
                  <a:moveTo>
                    <a:pt x="6402070" y="0"/>
                  </a:moveTo>
                  <a:lnTo>
                    <a:pt x="0" y="0"/>
                  </a:lnTo>
                  <a:lnTo>
                    <a:pt x="0" y="49530"/>
                  </a:lnTo>
                  <a:lnTo>
                    <a:pt x="6402070" y="49530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327660" y="8258809"/>
              <a:ext cx="6402070" cy="49530"/>
            </a:xfrm>
            <a:custGeom>
              <a:avLst/>
              <a:gdLst/>
              <a:ahLst/>
              <a:cxnLst/>
              <a:rect l="l" t="t" r="r" b="b"/>
              <a:pathLst>
                <a:path w="6402070" h="49529">
                  <a:moveTo>
                    <a:pt x="6402070" y="0"/>
                  </a:moveTo>
                  <a:lnTo>
                    <a:pt x="0" y="0"/>
                  </a:lnTo>
                  <a:lnTo>
                    <a:pt x="0" y="49530"/>
                  </a:lnTo>
                  <a:lnTo>
                    <a:pt x="6402070" y="49530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327660" y="8308339"/>
              <a:ext cx="6402070" cy="49530"/>
            </a:xfrm>
            <a:custGeom>
              <a:avLst/>
              <a:gdLst/>
              <a:ahLst/>
              <a:cxnLst/>
              <a:rect l="l" t="t" r="r" b="b"/>
              <a:pathLst>
                <a:path w="6402070" h="49529">
                  <a:moveTo>
                    <a:pt x="6402070" y="0"/>
                  </a:moveTo>
                  <a:lnTo>
                    <a:pt x="0" y="0"/>
                  </a:lnTo>
                  <a:lnTo>
                    <a:pt x="0" y="49529"/>
                  </a:lnTo>
                  <a:lnTo>
                    <a:pt x="6402070" y="49529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327660" y="8357869"/>
              <a:ext cx="6402070" cy="49530"/>
            </a:xfrm>
            <a:custGeom>
              <a:avLst/>
              <a:gdLst/>
              <a:ahLst/>
              <a:cxnLst/>
              <a:rect l="l" t="t" r="r" b="b"/>
              <a:pathLst>
                <a:path w="6402070" h="49529">
                  <a:moveTo>
                    <a:pt x="6402070" y="0"/>
                  </a:moveTo>
                  <a:lnTo>
                    <a:pt x="0" y="0"/>
                  </a:lnTo>
                  <a:lnTo>
                    <a:pt x="0" y="49529"/>
                  </a:lnTo>
                  <a:lnTo>
                    <a:pt x="6402070" y="49529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27660" y="8407399"/>
              <a:ext cx="6402070" cy="50800"/>
            </a:xfrm>
            <a:custGeom>
              <a:avLst/>
              <a:gdLst/>
              <a:ahLst/>
              <a:cxnLst/>
              <a:rect l="l" t="t" r="r" b="b"/>
              <a:pathLst>
                <a:path w="6402070" h="50800">
                  <a:moveTo>
                    <a:pt x="640207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6402070" y="50800"/>
                  </a:lnTo>
                  <a:lnTo>
                    <a:pt x="6402070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328929" y="6018529"/>
            <a:ext cx="6400800" cy="24384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135890">
              <a:lnSpc>
                <a:spcPct val="100000"/>
              </a:lnSpc>
            </a:pPr>
            <a:r>
              <a:rPr sz="3600" dirty="0">
                <a:latin typeface="Century Gothic"/>
                <a:cs typeface="Century Gothic"/>
              </a:rPr>
              <a:t>Look</a:t>
            </a:r>
            <a:r>
              <a:rPr sz="3600" spc="-2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at</a:t>
            </a:r>
            <a:r>
              <a:rPr sz="3600" spc="-1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pixel</a:t>
            </a:r>
            <a:r>
              <a:rPr sz="3600" spc="-15" dirty="0">
                <a:latin typeface="Century Gothic"/>
                <a:cs typeface="Century Gothic"/>
              </a:rPr>
              <a:t> </a:t>
            </a:r>
            <a:r>
              <a:rPr sz="3600" spc="-10" dirty="0">
                <a:latin typeface="Century Gothic"/>
                <a:cs typeface="Century Gothic"/>
              </a:rPr>
              <a:t>intensity </a:t>
            </a:r>
            <a:r>
              <a:rPr sz="3600" dirty="0">
                <a:latin typeface="Century Gothic"/>
                <a:cs typeface="Century Gothic"/>
              </a:rPr>
              <a:t>histogram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of</a:t>
            </a:r>
            <a:r>
              <a:rPr sz="3600" spc="-10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whole</a:t>
            </a:r>
            <a:r>
              <a:rPr sz="3600" spc="-10" dirty="0">
                <a:latin typeface="Century Gothic"/>
                <a:cs typeface="Century Gothic"/>
              </a:rPr>
              <a:t> image…</a:t>
            </a:r>
            <a:endParaRPr sz="36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5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r>
              <a:rPr sz="3600" dirty="0">
                <a:latin typeface="Century Gothic"/>
                <a:cs typeface="Century Gothic"/>
              </a:rPr>
              <a:t>Is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there</a:t>
            </a:r>
            <a:r>
              <a:rPr sz="3600" spc="-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an obvious </a:t>
            </a:r>
            <a:r>
              <a:rPr sz="3600" spc="-10" dirty="0">
                <a:latin typeface="Century Gothic"/>
                <a:cs typeface="Century Gothic"/>
              </a:rPr>
              <a:t>place?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106" name="object 106"/>
          <p:cNvSpPr txBox="1">
            <a:spLocks noGrp="1"/>
          </p:cNvSpPr>
          <p:nvPr>
            <p:ph type="title"/>
          </p:nvPr>
        </p:nvSpPr>
        <p:spPr>
          <a:xfrm>
            <a:off x="2626360" y="-21590"/>
            <a:ext cx="8235315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0815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“Thresholding” </a:t>
            </a:r>
            <a:r>
              <a:rPr dirty="0"/>
              <a:t>(Intensity</a:t>
            </a:r>
            <a:r>
              <a:rPr spc="-25" dirty="0"/>
              <a:t> </a:t>
            </a:r>
            <a:r>
              <a:rPr dirty="0"/>
              <a:t>Histogram</a:t>
            </a:r>
            <a:r>
              <a:rPr spc="-10" dirty="0"/>
              <a:t> Split)</a:t>
            </a:r>
          </a:p>
        </p:txBody>
      </p:sp>
      <p:sp>
        <p:nvSpPr>
          <p:cNvPr id="107" name="object 107"/>
          <p:cNvSpPr/>
          <p:nvPr/>
        </p:nvSpPr>
        <p:spPr>
          <a:xfrm>
            <a:off x="328929" y="1827529"/>
            <a:ext cx="12268200" cy="0"/>
          </a:xfrm>
          <a:custGeom>
            <a:avLst/>
            <a:gdLst/>
            <a:ahLst/>
            <a:cxnLst/>
            <a:rect l="l" t="t" r="r" b="b"/>
            <a:pathLst>
              <a:path w="12268200">
                <a:moveTo>
                  <a:pt x="0" y="0"/>
                </a:moveTo>
                <a:lnTo>
                  <a:pt x="12268200" y="0"/>
                </a:lnTo>
              </a:path>
            </a:pathLst>
          </a:custGeom>
          <a:ln w="50676">
            <a:solidFill>
              <a:srgbClr val="2C2C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CED6E-163A-D9DC-B273-E817EEBA4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890" y="64769"/>
            <a:ext cx="11971019" cy="677108"/>
          </a:xfrm>
        </p:spPr>
        <p:txBody>
          <a:bodyPr/>
          <a:lstStyle/>
          <a:p>
            <a:r>
              <a:rPr lang="da-DK" sz="4400" spc="-10" dirty="0"/>
              <a:t>“</a:t>
            </a:r>
            <a:r>
              <a:rPr lang="da-DK" sz="4400" spc="-10" dirty="0" err="1"/>
              <a:t>Thresholding</a:t>
            </a:r>
            <a:r>
              <a:rPr lang="da-DK" sz="4400" spc="-10" dirty="0"/>
              <a:t>” </a:t>
            </a:r>
            <a:r>
              <a:rPr lang="da-DK" sz="4400" dirty="0"/>
              <a:t>(</a:t>
            </a:r>
            <a:r>
              <a:rPr lang="da-DK" sz="4400" dirty="0" err="1"/>
              <a:t>Intensity</a:t>
            </a:r>
            <a:r>
              <a:rPr lang="da-DK" sz="4400" spc="-25" dirty="0"/>
              <a:t> </a:t>
            </a:r>
            <a:r>
              <a:rPr lang="da-DK" sz="4400" dirty="0"/>
              <a:t>Histogram</a:t>
            </a:r>
            <a:r>
              <a:rPr lang="da-DK" sz="4400" spc="-10" dirty="0"/>
              <a:t> Split)</a:t>
            </a:r>
            <a:endParaRPr lang="en-US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480E6-6405-D494-6A8A-CC98A227E8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1922B0CE-88C7-6454-008A-A79C760BB683}"/>
              </a:ext>
            </a:extLst>
          </p:cNvPr>
          <p:cNvGrpSpPr/>
          <p:nvPr/>
        </p:nvGrpSpPr>
        <p:grpSpPr>
          <a:xfrm>
            <a:off x="204665" y="1447800"/>
            <a:ext cx="12401550" cy="8046720"/>
            <a:chOff x="328929" y="1370330"/>
            <a:chExt cx="12401550" cy="8046720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85DC1036-7498-3665-F483-037F4F11884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8929" y="1370330"/>
              <a:ext cx="6327140" cy="4343400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5AA9BFCC-1BC1-F9F6-9E15-C2DE1662541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91377" y="5128667"/>
              <a:ext cx="6238694" cy="4287974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717723AD-5016-A3E0-E845-82D53F03014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27697" y="2152650"/>
              <a:ext cx="4317592" cy="55880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36B50BA9-0FED-24E5-82A7-D83169747287}"/>
                </a:ext>
              </a:extLst>
            </p:cNvPr>
            <p:cNvSpPr/>
            <p:nvPr/>
          </p:nvSpPr>
          <p:spPr>
            <a:xfrm>
              <a:off x="7512049" y="2131060"/>
              <a:ext cx="4309110" cy="551180"/>
            </a:xfrm>
            <a:custGeom>
              <a:avLst/>
              <a:gdLst/>
              <a:ahLst/>
              <a:cxnLst/>
              <a:rect l="l" t="t" r="r" b="b"/>
              <a:pathLst>
                <a:path w="4309109" h="551180">
                  <a:moveTo>
                    <a:pt x="4309109" y="0"/>
                  </a:moveTo>
                  <a:lnTo>
                    <a:pt x="0" y="0"/>
                  </a:lnTo>
                  <a:lnTo>
                    <a:pt x="0" y="551180"/>
                  </a:lnTo>
                  <a:lnTo>
                    <a:pt x="4309109" y="551180"/>
                  </a:lnTo>
                  <a:lnTo>
                    <a:pt x="43091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EB7192AB-273A-F35B-BE5F-F338AB66134F}"/>
              </a:ext>
            </a:extLst>
          </p:cNvPr>
          <p:cNvSpPr txBox="1"/>
          <p:nvPr/>
        </p:nvSpPr>
        <p:spPr>
          <a:xfrm>
            <a:off x="7389055" y="2208530"/>
            <a:ext cx="4306570" cy="549910"/>
          </a:xfrm>
          <a:prstGeom prst="rect">
            <a:avLst/>
          </a:prstGeom>
          <a:ln w="9344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3600" dirty="0">
                <a:latin typeface="Century Gothic"/>
                <a:cs typeface="Century Gothic"/>
              </a:rPr>
              <a:t>“Greyscale”</a:t>
            </a:r>
            <a:r>
              <a:rPr sz="3600" spc="-35" dirty="0">
                <a:latin typeface="Century Gothic"/>
                <a:cs typeface="Century Gothic"/>
              </a:rPr>
              <a:t> </a:t>
            </a:r>
            <a:r>
              <a:rPr sz="3600" spc="-10" dirty="0">
                <a:latin typeface="Century Gothic"/>
                <a:cs typeface="Century Gothic"/>
              </a:rPr>
              <a:t>image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10" name="object 12">
            <a:extLst>
              <a:ext uri="{FF2B5EF4-FFF2-40B4-BE49-F238E27FC236}">
                <a16:creationId xmlns:a16="http://schemas.microsoft.com/office/drawing/2014/main" id="{421B2E35-4CB1-E9E5-F632-D2C0E09F9DC0}"/>
              </a:ext>
            </a:extLst>
          </p:cNvPr>
          <p:cNvSpPr txBox="1"/>
          <p:nvPr/>
        </p:nvSpPr>
        <p:spPr>
          <a:xfrm>
            <a:off x="364392" y="7082542"/>
            <a:ext cx="5715000" cy="1661993"/>
          </a:xfrm>
          <a:prstGeom prst="rect">
            <a:avLst/>
          </a:prstGeom>
          <a:ln w="9344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0489">
              <a:lnSpc>
                <a:spcPct val="100000"/>
              </a:lnSpc>
            </a:pPr>
            <a:r>
              <a:rPr lang="da-DK" sz="3600" dirty="0" err="1">
                <a:latin typeface="Century Gothic"/>
                <a:cs typeface="Century Gothic"/>
              </a:rPr>
              <a:t>Create</a:t>
            </a:r>
            <a:r>
              <a:rPr lang="da-DK" sz="3600" dirty="0">
                <a:latin typeface="Century Gothic"/>
                <a:cs typeface="Century Gothic"/>
              </a:rPr>
              <a:t> f</a:t>
            </a:r>
            <a:r>
              <a:rPr sz="3600" dirty="0" err="1">
                <a:latin typeface="Century Gothic"/>
                <a:cs typeface="Century Gothic"/>
              </a:rPr>
              <a:t>oreground</a:t>
            </a:r>
            <a:r>
              <a:rPr sz="3600" spc="-30" dirty="0">
                <a:latin typeface="Century Gothic"/>
                <a:cs typeface="Century Gothic"/>
              </a:rPr>
              <a:t> </a:t>
            </a:r>
            <a:r>
              <a:rPr sz="3600" spc="-10" dirty="0">
                <a:latin typeface="Century Gothic"/>
                <a:cs typeface="Century Gothic"/>
              </a:rPr>
              <a:t>background</a:t>
            </a:r>
            <a:r>
              <a:rPr lang="da-DK" sz="3600" spc="-10" dirty="0">
                <a:latin typeface="Century Gothic"/>
                <a:cs typeface="Century Gothic"/>
              </a:rPr>
              <a:t> </a:t>
            </a:r>
            <a:r>
              <a:rPr lang="da-DK" sz="3600" spc="-10" dirty="0" err="1">
                <a:latin typeface="Century Gothic"/>
                <a:cs typeface="Century Gothic"/>
              </a:rPr>
              <a:t>using</a:t>
            </a:r>
            <a:r>
              <a:rPr lang="da-DK" sz="3600" spc="-10" dirty="0">
                <a:latin typeface="Century Gothic"/>
                <a:cs typeface="Century Gothic"/>
              </a:rPr>
              <a:t>: auto </a:t>
            </a:r>
            <a:r>
              <a:rPr lang="da-DK" sz="3600" spc="-10" dirty="0" err="1">
                <a:latin typeface="Century Gothic"/>
                <a:cs typeface="Century Gothic"/>
              </a:rPr>
              <a:t>threshold</a:t>
            </a:r>
            <a:r>
              <a:rPr lang="da-DK" sz="3600" spc="-10" dirty="0">
                <a:latin typeface="Century Gothic"/>
                <a:cs typeface="Century Gothic"/>
              </a:rPr>
              <a:t> </a:t>
            </a:r>
            <a:r>
              <a:rPr lang="da-DK" sz="3600" spc="-10" dirty="0">
                <a:latin typeface="Century Gothic"/>
                <a:cs typeface="Century Gothic"/>
                <a:sym typeface="Wingdings" panose="05000000000000000000" pitchFamily="2" charset="2"/>
              </a:rPr>
              <a:t> </a:t>
            </a:r>
            <a:r>
              <a:rPr lang="da-DK" sz="3600" spc="-10" dirty="0" err="1">
                <a:latin typeface="Century Gothic"/>
                <a:cs typeface="Century Gothic"/>
                <a:sym typeface="Wingdings" panose="05000000000000000000" pitchFamily="2" charset="2"/>
              </a:rPr>
              <a:t>otsu</a:t>
            </a:r>
            <a:endParaRPr sz="36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46509095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3870" y="43180"/>
            <a:ext cx="944753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4510" marR="5080" indent="-511809">
              <a:lnSpc>
                <a:spcPct val="100000"/>
              </a:lnSpc>
              <a:spcBef>
                <a:spcPts val="100"/>
              </a:spcBef>
            </a:pPr>
            <a:r>
              <a:rPr dirty="0"/>
              <a:t>Computed</a:t>
            </a:r>
            <a:r>
              <a:rPr spc="-20" dirty="0"/>
              <a:t> </a:t>
            </a:r>
            <a:r>
              <a:rPr dirty="0"/>
              <a:t>Global</a:t>
            </a:r>
            <a:r>
              <a:rPr spc="-5" dirty="0"/>
              <a:t> </a:t>
            </a:r>
            <a:r>
              <a:rPr spc="-10" dirty="0"/>
              <a:t>Threshold </a:t>
            </a:r>
            <a:r>
              <a:rPr dirty="0"/>
              <a:t>Objective</a:t>
            </a:r>
            <a:r>
              <a:rPr spc="-10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spc="-10" dirty="0"/>
              <a:t>Reproducible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961787" y="2888387"/>
            <a:ext cx="6658609" cy="3924300"/>
            <a:chOff x="5961787" y="2888387"/>
            <a:chExt cx="6658609" cy="39243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80429" y="2915919"/>
              <a:ext cx="6639559" cy="389635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966459" y="2893059"/>
              <a:ext cx="6630670" cy="3887470"/>
            </a:xfrm>
            <a:custGeom>
              <a:avLst/>
              <a:gdLst/>
              <a:ahLst/>
              <a:cxnLst/>
              <a:rect l="l" t="t" r="r" b="b"/>
              <a:pathLst>
                <a:path w="6630670" h="3887470">
                  <a:moveTo>
                    <a:pt x="6630669" y="0"/>
                  </a:moveTo>
                  <a:lnTo>
                    <a:pt x="0" y="0"/>
                  </a:lnTo>
                  <a:lnTo>
                    <a:pt x="0" y="3887470"/>
                  </a:lnTo>
                  <a:lnTo>
                    <a:pt x="6630669" y="3887470"/>
                  </a:lnTo>
                  <a:lnTo>
                    <a:pt x="66306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66459" y="2893059"/>
              <a:ext cx="6629400" cy="3886200"/>
            </a:xfrm>
            <a:custGeom>
              <a:avLst/>
              <a:gdLst/>
              <a:ahLst/>
              <a:cxnLst/>
              <a:rect l="l" t="t" r="r" b="b"/>
              <a:pathLst>
                <a:path w="6629400" h="3886200">
                  <a:moveTo>
                    <a:pt x="3315969" y="3886200"/>
                  </a:moveTo>
                  <a:lnTo>
                    <a:pt x="0" y="3886200"/>
                  </a:lnTo>
                  <a:lnTo>
                    <a:pt x="0" y="0"/>
                  </a:lnTo>
                  <a:lnTo>
                    <a:pt x="6629400" y="0"/>
                  </a:lnTo>
                  <a:lnTo>
                    <a:pt x="6629400" y="3886200"/>
                  </a:lnTo>
                  <a:lnTo>
                    <a:pt x="3315969" y="3886200"/>
                  </a:lnTo>
                  <a:close/>
                </a:path>
              </a:pathLst>
            </a:custGeom>
            <a:ln w="934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728459" y="2973070"/>
            <a:ext cx="50793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entury Gothic"/>
                <a:cs typeface="Century Gothic"/>
              </a:rPr>
              <a:t>Initial</a:t>
            </a:r>
            <a:r>
              <a:rPr sz="3200" spc="-3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guess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of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Threshold,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spc="-50" dirty="0">
                <a:latin typeface="Century Gothic"/>
                <a:cs typeface="Century Gothic"/>
              </a:rPr>
              <a:t>T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09640" y="3655059"/>
            <a:ext cx="64052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entury Gothic"/>
                <a:cs typeface="Century Gothic"/>
              </a:rPr>
              <a:t>Compute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mean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pixel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intensity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spc="-25" dirty="0">
                <a:latin typeface="Century Gothic"/>
                <a:cs typeface="Century Gothic"/>
              </a:rPr>
              <a:t>of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69329" y="3995420"/>
            <a:ext cx="571055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entury Gothic"/>
                <a:cs typeface="Century Gothic"/>
              </a:rPr>
              <a:t>background</a:t>
            </a:r>
            <a:r>
              <a:rPr sz="3200" spc="-3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and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foreground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41720" y="4677409"/>
            <a:ext cx="6252210" cy="854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ts val="3265"/>
              </a:lnSpc>
              <a:spcBef>
                <a:spcPts val="100"/>
              </a:spcBef>
              <a:tabLst>
                <a:tab pos="1605915" algn="l"/>
              </a:tabLst>
            </a:pPr>
            <a:r>
              <a:rPr sz="3200" dirty="0">
                <a:latin typeface="Century Gothic"/>
                <a:cs typeface="Century Gothic"/>
              </a:rPr>
              <a:t>Tnew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spc="-50" dirty="0">
                <a:latin typeface="Century Gothic"/>
                <a:cs typeface="Century Gothic"/>
              </a:rPr>
              <a:t>=</a:t>
            </a:r>
            <a:r>
              <a:rPr sz="3200" dirty="0">
                <a:latin typeface="Century Gothic"/>
                <a:cs typeface="Century Gothic"/>
              </a:rPr>
              <a:t>	0.5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x (mean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of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foregrnd</a:t>
            </a:r>
            <a:endParaRPr sz="3200">
              <a:latin typeface="Century Gothic"/>
              <a:cs typeface="Century Gothic"/>
            </a:endParaRPr>
          </a:p>
          <a:p>
            <a:pPr marR="114935" algn="ctr">
              <a:lnSpc>
                <a:spcPts val="3265"/>
              </a:lnSpc>
            </a:pPr>
            <a:r>
              <a:rPr sz="3200" dirty="0">
                <a:latin typeface="Century Gothic"/>
                <a:cs typeface="Century Gothic"/>
              </a:rPr>
              <a:t>+ mean of </a:t>
            </a:r>
            <a:r>
              <a:rPr sz="3200" spc="-10" dirty="0">
                <a:latin typeface="Century Gothic"/>
                <a:cs typeface="Century Gothic"/>
              </a:rPr>
              <a:t>bkgrnd)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95109" y="5701029"/>
            <a:ext cx="534543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entury Gothic"/>
                <a:cs typeface="Century Gothic"/>
              </a:rPr>
              <a:t>Iterate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until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Tnew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no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longer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82940" y="6041390"/>
            <a:ext cx="18561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latin typeface="Century Gothic"/>
                <a:cs typeface="Century Gothic"/>
              </a:rPr>
              <a:t>changes.</a:t>
            </a:r>
            <a:endParaRPr sz="3200">
              <a:latin typeface="Century Gothic"/>
              <a:cs typeface="Century Gothic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28929" y="2970529"/>
            <a:ext cx="5417820" cy="3810000"/>
            <a:chOff x="328929" y="2970529"/>
            <a:chExt cx="5417820" cy="381000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2970529"/>
              <a:ext cx="5417820" cy="38100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45489" y="5991859"/>
              <a:ext cx="1311910" cy="624840"/>
            </a:xfrm>
            <a:custGeom>
              <a:avLst/>
              <a:gdLst/>
              <a:ahLst/>
              <a:cxnLst/>
              <a:rect l="l" t="t" r="r" b="b"/>
              <a:pathLst>
                <a:path w="1311910" h="624840">
                  <a:moveTo>
                    <a:pt x="656590" y="0"/>
                  </a:moveTo>
                  <a:lnTo>
                    <a:pt x="721095" y="1391"/>
                  </a:lnTo>
                  <a:lnTo>
                    <a:pt x="783566" y="5487"/>
                  </a:lnTo>
                  <a:lnTo>
                    <a:pt x="843760" y="12172"/>
                  </a:lnTo>
                  <a:lnTo>
                    <a:pt x="901435" y="21329"/>
                  </a:lnTo>
                  <a:lnTo>
                    <a:pt x="956349" y="32842"/>
                  </a:lnTo>
                  <a:lnTo>
                    <a:pt x="1008260" y="46594"/>
                  </a:lnTo>
                  <a:lnTo>
                    <a:pt x="1056927" y="62470"/>
                  </a:lnTo>
                  <a:lnTo>
                    <a:pt x="1102107" y="80353"/>
                  </a:lnTo>
                  <a:lnTo>
                    <a:pt x="1143559" y="100127"/>
                  </a:lnTo>
                  <a:lnTo>
                    <a:pt x="1181040" y="121674"/>
                  </a:lnTo>
                  <a:lnTo>
                    <a:pt x="1214309" y="144880"/>
                  </a:lnTo>
                  <a:lnTo>
                    <a:pt x="1267241" y="195801"/>
                  </a:lnTo>
                  <a:lnTo>
                    <a:pt x="1300420" y="251957"/>
                  </a:lnTo>
                  <a:lnTo>
                    <a:pt x="1311910" y="312419"/>
                  </a:lnTo>
                  <a:lnTo>
                    <a:pt x="1308997" y="343131"/>
                  </a:lnTo>
                  <a:lnTo>
                    <a:pt x="1286421" y="401556"/>
                  </a:lnTo>
                  <a:lnTo>
                    <a:pt x="1243123" y="455211"/>
                  </a:lnTo>
                  <a:lnTo>
                    <a:pt x="1181040" y="503165"/>
                  </a:lnTo>
                  <a:lnTo>
                    <a:pt x="1143559" y="524712"/>
                  </a:lnTo>
                  <a:lnTo>
                    <a:pt x="1102107" y="544486"/>
                  </a:lnTo>
                  <a:lnTo>
                    <a:pt x="1056927" y="562369"/>
                  </a:lnTo>
                  <a:lnTo>
                    <a:pt x="1008260" y="578245"/>
                  </a:lnTo>
                  <a:lnTo>
                    <a:pt x="956349" y="591997"/>
                  </a:lnTo>
                  <a:lnTo>
                    <a:pt x="901435" y="603510"/>
                  </a:lnTo>
                  <a:lnTo>
                    <a:pt x="843760" y="612667"/>
                  </a:lnTo>
                  <a:lnTo>
                    <a:pt x="783566" y="619352"/>
                  </a:lnTo>
                  <a:lnTo>
                    <a:pt x="721095" y="623448"/>
                  </a:lnTo>
                  <a:lnTo>
                    <a:pt x="656590" y="624839"/>
                  </a:lnTo>
                  <a:lnTo>
                    <a:pt x="591873" y="623448"/>
                  </a:lnTo>
                  <a:lnTo>
                    <a:pt x="529216" y="619352"/>
                  </a:lnTo>
                  <a:lnTo>
                    <a:pt x="468859" y="612667"/>
                  </a:lnTo>
                  <a:lnTo>
                    <a:pt x="411042" y="603510"/>
                  </a:lnTo>
                  <a:lnTo>
                    <a:pt x="356007" y="591997"/>
                  </a:lnTo>
                  <a:lnTo>
                    <a:pt x="303993" y="578245"/>
                  </a:lnTo>
                  <a:lnTo>
                    <a:pt x="255240" y="562369"/>
                  </a:lnTo>
                  <a:lnTo>
                    <a:pt x="209990" y="544486"/>
                  </a:lnTo>
                  <a:lnTo>
                    <a:pt x="168482" y="524712"/>
                  </a:lnTo>
                  <a:lnTo>
                    <a:pt x="130957" y="503165"/>
                  </a:lnTo>
                  <a:lnTo>
                    <a:pt x="97656" y="479959"/>
                  </a:lnTo>
                  <a:lnTo>
                    <a:pt x="44684" y="429038"/>
                  </a:lnTo>
                  <a:lnTo>
                    <a:pt x="11491" y="372882"/>
                  </a:lnTo>
                  <a:lnTo>
                    <a:pt x="0" y="312419"/>
                  </a:lnTo>
                  <a:lnTo>
                    <a:pt x="2913" y="281708"/>
                  </a:lnTo>
                  <a:lnTo>
                    <a:pt x="25495" y="223283"/>
                  </a:lnTo>
                  <a:lnTo>
                    <a:pt x="68818" y="169628"/>
                  </a:lnTo>
                  <a:lnTo>
                    <a:pt x="130957" y="121674"/>
                  </a:lnTo>
                  <a:lnTo>
                    <a:pt x="168482" y="100127"/>
                  </a:lnTo>
                  <a:lnTo>
                    <a:pt x="209990" y="80353"/>
                  </a:lnTo>
                  <a:lnTo>
                    <a:pt x="255240" y="62470"/>
                  </a:lnTo>
                  <a:lnTo>
                    <a:pt x="303993" y="46594"/>
                  </a:lnTo>
                  <a:lnTo>
                    <a:pt x="356007" y="32842"/>
                  </a:lnTo>
                  <a:lnTo>
                    <a:pt x="411042" y="21329"/>
                  </a:lnTo>
                  <a:lnTo>
                    <a:pt x="468859" y="12172"/>
                  </a:lnTo>
                  <a:lnTo>
                    <a:pt x="529216" y="5487"/>
                  </a:lnTo>
                  <a:lnTo>
                    <a:pt x="591873" y="1391"/>
                  </a:lnTo>
                  <a:lnTo>
                    <a:pt x="656590" y="0"/>
                  </a:lnTo>
                  <a:close/>
                </a:path>
              </a:pathLst>
            </a:custGeom>
            <a:ln w="63256">
              <a:solidFill>
                <a:srgbClr val="FA1C1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328929" y="7161530"/>
            <a:ext cx="6629400" cy="2343150"/>
            <a:chOff x="328929" y="7161530"/>
            <a:chExt cx="6629400" cy="2343150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8929" y="7161530"/>
              <a:ext cx="6629400" cy="234315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273039" y="8521700"/>
              <a:ext cx="1295400" cy="452120"/>
            </a:xfrm>
            <a:custGeom>
              <a:avLst/>
              <a:gdLst/>
              <a:ahLst/>
              <a:cxnLst/>
              <a:rect l="l" t="t" r="r" b="b"/>
              <a:pathLst>
                <a:path w="1295400" h="452120">
                  <a:moveTo>
                    <a:pt x="647700" y="0"/>
                  </a:moveTo>
                  <a:lnTo>
                    <a:pt x="715458" y="1129"/>
                  </a:lnTo>
                  <a:lnTo>
                    <a:pt x="780908" y="4452"/>
                  </a:lnTo>
                  <a:lnTo>
                    <a:pt x="843765" y="9870"/>
                  </a:lnTo>
                  <a:lnTo>
                    <a:pt x="903743" y="17283"/>
                  </a:lnTo>
                  <a:lnTo>
                    <a:pt x="960559" y="26595"/>
                  </a:lnTo>
                  <a:lnTo>
                    <a:pt x="1013928" y="37705"/>
                  </a:lnTo>
                  <a:lnTo>
                    <a:pt x="1063565" y="50516"/>
                  </a:lnTo>
                  <a:lnTo>
                    <a:pt x="1109186" y="64928"/>
                  </a:lnTo>
                  <a:lnTo>
                    <a:pt x="1150505" y="80844"/>
                  </a:lnTo>
                  <a:lnTo>
                    <a:pt x="1187239" y="98164"/>
                  </a:lnTo>
                  <a:lnTo>
                    <a:pt x="1245810" y="136624"/>
                  </a:lnTo>
                  <a:lnTo>
                    <a:pt x="1282623" y="179518"/>
                  </a:lnTo>
                  <a:lnTo>
                    <a:pt x="1295400" y="226059"/>
                  </a:lnTo>
                  <a:lnTo>
                    <a:pt x="1292158" y="249737"/>
                  </a:lnTo>
                  <a:lnTo>
                    <a:pt x="1267078" y="294553"/>
                  </a:lnTo>
                  <a:lnTo>
                    <a:pt x="1219102" y="335329"/>
                  </a:lnTo>
                  <a:lnTo>
                    <a:pt x="1150505" y="371275"/>
                  </a:lnTo>
                  <a:lnTo>
                    <a:pt x="1109186" y="387191"/>
                  </a:lnTo>
                  <a:lnTo>
                    <a:pt x="1063565" y="401603"/>
                  </a:lnTo>
                  <a:lnTo>
                    <a:pt x="1013928" y="414414"/>
                  </a:lnTo>
                  <a:lnTo>
                    <a:pt x="960559" y="425524"/>
                  </a:lnTo>
                  <a:lnTo>
                    <a:pt x="903743" y="434836"/>
                  </a:lnTo>
                  <a:lnTo>
                    <a:pt x="843765" y="442249"/>
                  </a:lnTo>
                  <a:lnTo>
                    <a:pt x="780908" y="447667"/>
                  </a:lnTo>
                  <a:lnTo>
                    <a:pt x="715458" y="450990"/>
                  </a:lnTo>
                  <a:lnTo>
                    <a:pt x="647700" y="452120"/>
                  </a:lnTo>
                  <a:lnTo>
                    <a:pt x="579941" y="450990"/>
                  </a:lnTo>
                  <a:lnTo>
                    <a:pt x="514491" y="447667"/>
                  </a:lnTo>
                  <a:lnTo>
                    <a:pt x="451634" y="442249"/>
                  </a:lnTo>
                  <a:lnTo>
                    <a:pt x="391656" y="434836"/>
                  </a:lnTo>
                  <a:lnTo>
                    <a:pt x="334840" y="425524"/>
                  </a:lnTo>
                  <a:lnTo>
                    <a:pt x="281471" y="414414"/>
                  </a:lnTo>
                  <a:lnTo>
                    <a:pt x="231834" y="401603"/>
                  </a:lnTo>
                  <a:lnTo>
                    <a:pt x="186213" y="387191"/>
                  </a:lnTo>
                  <a:lnTo>
                    <a:pt x="144894" y="371275"/>
                  </a:lnTo>
                  <a:lnTo>
                    <a:pt x="108160" y="353955"/>
                  </a:lnTo>
                  <a:lnTo>
                    <a:pt x="49589" y="315495"/>
                  </a:lnTo>
                  <a:lnTo>
                    <a:pt x="12776" y="272601"/>
                  </a:lnTo>
                  <a:lnTo>
                    <a:pt x="0" y="226059"/>
                  </a:lnTo>
                  <a:lnTo>
                    <a:pt x="3241" y="202382"/>
                  </a:lnTo>
                  <a:lnTo>
                    <a:pt x="28321" y="157566"/>
                  </a:lnTo>
                  <a:lnTo>
                    <a:pt x="76297" y="116790"/>
                  </a:lnTo>
                  <a:lnTo>
                    <a:pt x="144894" y="80844"/>
                  </a:lnTo>
                  <a:lnTo>
                    <a:pt x="186213" y="64928"/>
                  </a:lnTo>
                  <a:lnTo>
                    <a:pt x="231834" y="50516"/>
                  </a:lnTo>
                  <a:lnTo>
                    <a:pt x="281471" y="37705"/>
                  </a:lnTo>
                  <a:lnTo>
                    <a:pt x="334840" y="26595"/>
                  </a:lnTo>
                  <a:lnTo>
                    <a:pt x="391656" y="17283"/>
                  </a:lnTo>
                  <a:lnTo>
                    <a:pt x="451634" y="9870"/>
                  </a:lnTo>
                  <a:lnTo>
                    <a:pt x="514491" y="4452"/>
                  </a:lnTo>
                  <a:lnTo>
                    <a:pt x="579941" y="1129"/>
                  </a:lnTo>
                  <a:lnTo>
                    <a:pt x="647700" y="0"/>
                  </a:lnTo>
                  <a:close/>
                </a:path>
              </a:pathLst>
            </a:custGeom>
            <a:ln w="63256">
              <a:solidFill>
                <a:srgbClr val="FA1C1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7790588" y="7160259"/>
            <a:ext cx="4850130" cy="2120900"/>
            <a:chOff x="7790588" y="7160259"/>
            <a:chExt cx="4850130" cy="2120900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90588" y="7175499"/>
              <a:ext cx="4849722" cy="210566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795260" y="7160259"/>
              <a:ext cx="4839970" cy="85090"/>
            </a:xfrm>
            <a:custGeom>
              <a:avLst/>
              <a:gdLst/>
              <a:ahLst/>
              <a:cxnLst/>
              <a:rect l="l" t="t" r="r" b="b"/>
              <a:pathLst>
                <a:path w="4839970" h="85090">
                  <a:moveTo>
                    <a:pt x="4839970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0" y="85090"/>
                  </a:lnTo>
                  <a:lnTo>
                    <a:pt x="4839970" y="85090"/>
                  </a:lnTo>
                  <a:lnTo>
                    <a:pt x="4839970" y="41910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795260" y="7245349"/>
              <a:ext cx="4839970" cy="43180"/>
            </a:xfrm>
            <a:custGeom>
              <a:avLst/>
              <a:gdLst/>
              <a:ahLst/>
              <a:cxnLst/>
              <a:rect l="l" t="t" r="r" b="b"/>
              <a:pathLst>
                <a:path w="4839970" h="43179">
                  <a:moveTo>
                    <a:pt x="4839970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4839970" y="43180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795260" y="7288529"/>
              <a:ext cx="4839970" cy="41910"/>
            </a:xfrm>
            <a:custGeom>
              <a:avLst/>
              <a:gdLst/>
              <a:ahLst/>
              <a:cxnLst/>
              <a:rect l="l" t="t" r="r" b="b"/>
              <a:pathLst>
                <a:path w="4839970" h="41909">
                  <a:moveTo>
                    <a:pt x="4839970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4839970" y="41910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795260" y="7330439"/>
              <a:ext cx="4839970" cy="43180"/>
            </a:xfrm>
            <a:custGeom>
              <a:avLst/>
              <a:gdLst/>
              <a:ahLst/>
              <a:cxnLst/>
              <a:rect l="l" t="t" r="r" b="b"/>
              <a:pathLst>
                <a:path w="4839970" h="43179">
                  <a:moveTo>
                    <a:pt x="4839970" y="0"/>
                  </a:moveTo>
                  <a:lnTo>
                    <a:pt x="0" y="0"/>
                  </a:lnTo>
                  <a:lnTo>
                    <a:pt x="0" y="43179"/>
                  </a:lnTo>
                  <a:lnTo>
                    <a:pt x="4839970" y="43179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795260" y="7373619"/>
              <a:ext cx="4839970" cy="43180"/>
            </a:xfrm>
            <a:custGeom>
              <a:avLst/>
              <a:gdLst/>
              <a:ahLst/>
              <a:cxnLst/>
              <a:rect l="l" t="t" r="r" b="b"/>
              <a:pathLst>
                <a:path w="4839970" h="43179">
                  <a:moveTo>
                    <a:pt x="4839970" y="0"/>
                  </a:moveTo>
                  <a:lnTo>
                    <a:pt x="0" y="0"/>
                  </a:lnTo>
                  <a:lnTo>
                    <a:pt x="0" y="43179"/>
                  </a:lnTo>
                  <a:lnTo>
                    <a:pt x="4839970" y="43179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795260" y="7416799"/>
              <a:ext cx="4839970" cy="43180"/>
            </a:xfrm>
            <a:custGeom>
              <a:avLst/>
              <a:gdLst/>
              <a:ahLst/>
              <a:cxnLst/>
              <a:rect l="l" t="t" r="r" b="b"/>
              <a:pathLst>
                <a:path w="4839970" h="43179">
                  <a:moveTo>
                    <a:pt x="4839970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4839970" y="43180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795260" y="7459979"/>
              <a:ext cx="4839970" cy="41910"/>
            </a:xfrm>
            <a:custGeom>
              <a:avLst/>
              <a:gdLst/>
              <a:ahLst/>
              <a:cxnLst/>
              <a:rect l="l" t="t" r="r" b="b"/>
              <a:pathLst>
                <a:path w="4839970" h="41909">
                  <a:moveTo>
                    <a:pt x="4839970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4839970" y="41910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795260" y="7501889"/>
              <a:ext cx="4839970" cy="43180"/>
            </a:xfrm>
            <a:custGeom>
              <a:avLst/>
              <a:gdLst/>
              <a:ahLst/>
              <a:cxnLst/>
              <a:rect l="l" t="t" r="r" b="b"/>
              <a:pathLst>
                <a:path w="4839970" h="43179">
                  <a:moveTo>
                    <a:pt x="4839970" y="0"/>
                  </a:moveTo>
                  <a:lnTo>
                    <a:pt x="0" y="0"/>
                  </a:lnTo>
                  <a:lnTo>
                    <a:pt x="0" y="43179"/>
                  </a:lnTo>
                  <a:lnTo>
                    <a:pt x="4839970" y="43179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795260" y="7545069"/>
              <a:ext cx="4839970" cy="43180"/>
            </a:xfrm>
            <a:custGeom>
              <a:avLst/>
              <a:gdLst/>
              <a:ahLst/>
              <a:cxnLst/>
              <a:rect l="l" t="t" r="r" b="b"/>
              <a:pathLst>
                <a:path w="4839970" h="43179">
                  <a:moveTo>
                    <a:pt x="4839970" y="0"/>
                  </a:moveTo>
                  <a:lnTo>
                    <a:pt x="0" y="0"/>
                  </a:lnTo>
                  <a:lnTo>
                    <a:pt x="0" y="43179"/>
                  </a:lnTo>
                  <a:lnTo>
                    <a:pt x="4839970" y="43179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795260" y="7588249"/>
              <a:ext cx="4839970" cy="41910"/>
            </a:xfrm>
            <a:custGeom>
              <a:avLst/>
              <a:gdLst/>
              <a:ahLst/>
              <a:cxnLst/>
              <a:rect l="l" t="t" r="r" b="b"/>
              <a:pathLst>
                <a:path w="4839970" h="41909">
                  <a:moveTo>
                    <a:pt x="4839970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4839970" y="41910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795260" y="7630159"/>
              <a:ext cx="4839970" cy="43180"/>
            </a:xfrm>
            <a:custGeom>
              <a:avLst/>
              <a:gdLst/>
              <a:ahLst/>
              <a:cxnLst/>
              <a:rect l="l" t="t" r="r" b="b"/>
              <a:pathLst>
                <a:path w="4839970" h="43179">
                  <a:moveTo>
                    <a:pt x="4839970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4839970" y="43180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795260" y="7673339"/>
              <a:ext cx="4839970" cy="43180"/>
            </a:xfrm>
            <a:custGeom>
              <a:avLst/>
              <a:gdLst/>
              <a:ahLst/>
              <a:cxnLst/>
              <a:rect l="l" t="t" r="r" b="b"/>
              <a:pathLst>
                <a:path w="4839970" h="43179">
                  <a:moveTo>
                    <a:pt x="4839970" y="0"/>
                  </a:moveTo>
                  <a:lnTo>
                    <a:pt x="0" y="0"/>
                  </a:lnTo>
                  <a:lnTo>
                    <a:pt x="0" y="43179"/>
                  </a:lnTo>
                  <a:lnTo>
                    <a:pt x="4839970" y="43179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795260" y="7716519"/>
              <a:ext cx="4839970" cy="43180"/>
            </a:xfrm>
            <a:custGeom>
              <a:avLst/>
              <a:gdLst/>
              <a:ahLst/>
              <a:cxnLst/>
              <a:rect l="l" t="t" r="r" b="b"/>
              <a:pathLst>
                <a:path w="4839970" h="43179">
                  <a:moveTo>
                    <a:pt x="4839970" y="0"/>
                  </a:moveTo>
                  <a:lnTo>
                    <a:pt x="0" y="0"/>
                  </a:lnTo>
                  <a:lnTo>
                    <a:pt x="0" y="43179"/>
                  </a:lnTo>
                  <a:lnTo>
                    <a:pt x="4839970" y="43179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795260" y="7759699"/>
              <a:ext cx="4839970" cy="41910"/>
            </a:xfrm>
            <a:custGeom>
              <a:avLst/>
              <a:gdLst/>
              <a:ahLst/>
              <a:cxnLst/>
              <a:rect l="l" t="t" r="r" b="b"/>
              <a:pathLst>
                <a:path w="4839970" h="41909">
                  <a:moveTo>
                    <a:pt x="4839970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4839970" y="41910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795260" y="7801609"/>
              <a:ext cx="4839970" cy="43180"/>
            </a:xfrm>
            <a:custGeom>
              <a:avLst/>
              <a:gdLst/>
              <a:ahLst/>
              <a:cxnLst/>
              <a:rect l="l" t="t" r="r" b="b"/>
              <a:pathLst>
                <a:path w="4839970" h="43179">
                  <a:moveTo>
                    <a:pt x="4839970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4839970" y="43180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795260" y="7844789"/>
              <a:ext cx="4839970" cy="43180"/>
            </a:xfrm>
            <a:custGeom>
              <a:avLst/>
              <a:gdLst/>
              <a:ahLst/>
              <a:cxnLst/>
              <a:rect l="l" t="t" r="r" b="b"/>
              <a:pathLst>
                <a:path w="4839970" h="43179">
                  <a:moveTo>
                    <a:pt x="4839970" y="0"/>
                  </a:moveTo>
                  <a:lnTo>
                    <a:pt x="0" y="0"/>
                  </a:lnTo>
                  <a:lnTo>
                    <a:pt x="0" y="43179"/>
                  </a:lnTo>
                  <a:lnTo>
                    <a:pt x="4839970" y="43179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795260" y="7887969"/>
              <a:ext cx="4839970" cy="41910"/>
            </a:xfrm>
            <a:custGeom>
              <a:avLst/>
              <a:gdLst/>
              <a:ahLst/>
              <a:cxnLst/>
              <a:rect l="l" t="t" r="r" b="b"/>
              <a:pathLst>
                <a:path w="4839970" h="41909">
                  <a:moveTo>
                    <a:pt x="4839970" y="0"/>
                  </a:moveTo>
                  <a:lnTo>
                    <a:pt x="0" y="0"/>
                  </a:lnTo>
                  <a:lnTo>
                    <a:pt x="0" y="41909"/>
                  </a:lnTo>
                  <a:lnTo>
                    <a:pt x="4839970" y="41909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795260" y="7929879"/>
              <a:ext cx="4839970" cy="43180"/>
            </a:xfrm>
            <a:custGeom>
              <a:avLst/>
              <a:gdLst/>
              <a:ahLst/>
              <a:cxnLst/>
              <a:rect l="l" t="t" r="r" b="b"/>
              <a:pathLst>
                <a:path w="4839970" h="43179">
                  <a:moveTo>
                    <a:pt x="4839970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4839970" y="43180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795260" y="7973059"/>
              <a:ext cx="4839970" cy="43180"/>
            </a:xfrm>
            <a:custGeom>
              <a:avLst/>
              <a:gdLst/>
              <a:ahLst/>
              <a:cxnLst/>
              <a:rect l="l" t="t" r="r" b="b"/>
              <a:pathLst>
                <a:path w="4839970" h="43179">
                  <a:moveTo>
                    <a:pt x="4839970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4839970" y="43180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795260" y="8016239"/>
              <a:ext cx="4839970" cy="41910"/>
            </a:xfrm>
            <a:custGeom>
              <a:avLst/>
              <a:gdLst/>
              <a:ahLst/>
              <a:cxnLst/>
              <a:rect l="l" t="t" r="r" b="b"/>
              <a:pathLst>
                <a:path w="4839970" h="41909">
                  <a:moveTo>
                    <a:pt x="4839970" y="0"/>
                  </a:moveTo>
                  <a:lnTo>
                    <a:pt x="0" y="0"/>
                  </a:lnTo>
                  <a:lnTo>
                    <a:pt x="0" y="41909"/>
                  </a:lnTo>
                  <a:lnTo>
                    <a:pt x="4839970" y="41909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795260" y="8058149"/>
              <a:ext cx="4839970" cy="43180"/>
            </a:xfrm>
            <a:custGeom>
              <a:avLst/>
              <a:gdLst/>
              <a:ahLst/>
              <a:cxnLst/>
              <a:rect l="l" t="t" r="r" b="b"/>
              <a:pathLst>
                <a:path w="4839970" h="43179">
                  <a:moveTo>
                    <a:pt x="4839970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4839970" y="43180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795260" y="8101329"/>
              <a:ext cx="4839970" cy="43180"/>
            </a:xfrm>
            <a:custGeom>
              <a:avLst/>
              <a:gdLst/>
              <a:ahLst/>
              <a:cxnLst/>
              <a:rect l="l" t="t" r="r" b="b"/>
              <a:pathLst>
                <a:path w="4839970" h="43179">
                  <a:moveTo>
                    <a:pt x="4839970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4839970" y="43180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795260" y="8144509"/>
              <a:ext cx="4839970" cy="43180"/>
            </a:xfrm>
            <a:custGeom>
              <a:avLst/>
              <a:gdLst/>
              <a:ahLst/>
              <a:cxnLst/>
              <a:rect l="l" t="t" r="r" b="b"/>
              <a:pathLst>
                <a:path w="4839970" h="43179">
                  <a:moveTo>
                    <a:pt x="4839970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4839970" y="43180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795260" y="8187689"/>
              <a:ext cx="4839970" cy="41910"/>
            </a:xfrm>
            <a:custGeom>
              <a:avLst/>
              <a:gdLst/>
              <a:ahLst/>
              <a:cxnLst/>
              <a:rect l="l" t="t" r="r" b="b"/>
              <a:pathLst>
                <a:path w="4839970" h="41909">
                  <a:moveTo>
                    <a:pt x="4839970" y="0"/>
                  </a:moveTo>
                  <a:lnTo>
                    <a:pt x="0" y="0"/>
                  </a:lnTo>
                  <a:lnTo>
                    <a:pt x="0" y="41909"/>
                  </a:lnTo>
                  <a:lnTo>
                    <a:pt x="4839970" y="41909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795260" y="8229599"/>
              <a:ext cx="4839970" cy="43180"/>
            </a:xfrm>
            <a:custGeom>
              <a:avLst/>
              <a:gdLst/>
              <a:ahLst/>
              <a:cxnLst/>
              <a:rect l="l" t="t" r="r" b="b"/>
              <a:pathLst>
                <a:path w="4839970" h="43179">
                  <a:moveTo>
                    <a:pt x="4839970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4839970" y="43180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795260" y="8272779"/>
              <a:ext cx="4839970" cy="43180"/>
            </a:xfrm>
            <a:custGeom>
              <a:avLst/>
              <a:gdLst/>
              <a:ahLst/>
              <a:cxnLst/>
              <a:rect l="l" t="t" r="r" b="b"/>
              <a:pathLst>
                <a:path w="4839970" h="43179">
                  <a:moveTo>
                    <a:pt x="4839970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4839970" y="43180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795260" y="8315959"/>
              <a:ext cx="4839970" cy="41910"/>
            </a:xfrm>
            <a:custGeom>
              <a:avLst/>
              <a:gdLst/>
              <a:ahLst/>
              <a:cxnLst/>
              <a:rect l="l" t="t" r="r" b="b"/>
              <a:pathLst>
                <a:path w="4839970" h="41909">
                  <a:moveTo>
                    <a:pt x="4839970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4839970" y="41910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795260" y="8357869"/>
              <a:ext cx="4839970" cy="43180"/>
            </a:xfrm>
            <a:custGeom>
              <a:avLst/>
              <a:gdLst/>
              <a:ahLst/>
              <a:cxnLst/>
              <a:rect l="l" t="t" r="r" b="b"/>
              <a:pathLst>
                <a:path w="4839970" h="43179">
                  <a:moveTo>
                    <a:pt x="4839970" y="0"/>
                  </a:moveTo>
                  <a:lnTo>
                    <a:pt x="0" y="0"/>
                  </a:lnTo>
                  <a:lnTo>
                    <a:pt x="0" y="43179"/>
                  </a:lnTo>
                  <a:lnTo>
                    <a:pt x="4839970" y="43179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795260" y="8401049"/>
              <a:ext cx="4839970" cy="43180"/>
            </a:xfrm>
            <a:custGeom>
              <a:avLst/>
              <a:gdLst/>
              <a:ahLst/>
              <a:cxnLst/>
              <a:rect l="l" t="t" r="r" b="b"/>
              <a:pathLst>
                <a:path w="4839970" h="43179">
                  <a:moveTo>
                    <a:pt x="4839970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4839970" y="43180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795260" y="8444229"/>
              <a:ext cx="4839970" cy="41910"/>
            </a:xfrm>
            <a:custGeom>
              <a:avLst/>
              <a:gdLst/>
              <a:ahLst/>
              <a:cxnLst/>
              <a:rect l="l" t="t" r="r" b="b"/>
              <a:pathLst>
                <a:path w="4839970" h="41909">
                  <a:moveTo>
                    <a:pt x="4839970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4839970" y="41910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795260" y="8486139"/>
              <a:ext cx="4839970" cy="43180"/>
            </a:xfrm>
            <a:custGeom>
              <a:avLst/>
              <a:gdLst/>
              <a:ahLst/>
              <a:cxnLst/>
              <a:rect l="l" t="t" r="r" b="b"/>
              <a:pathLst>
                <a:path w="4839970" h="43179">
                  <a:moveTo>
                    <a:pt x="4839970" y="0"/>
                  </a:moveTo>
                  <a:lnTo>
                    <a:pt x="0" y="0"/>
                  </a:lnTo>
                  <a:lnTo>
                    <a:pt x="0" y="43179"/>
                  </a:lnTo>
                  <a:lnTo>
                    <a:pt x="4839970" y="43179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795260" y="8529319"/>
              <a:ext cx="4839970" cy="43180"/>
            </a:xfrm>
            <a:custGeom>
              <a:avLst/>
              <a:gdLst/>
              <a:ahLst/>
              <a:cxnLst/>
              <a:rect l="l" t="t" r="r" b="b"/>
              <a:pathLst>
                <a:path w="4839970" h="43179">
                  <a:moveTo>
                    <a:pt x="4839970" y="0"/>
                  </a:moveTo>
                  <a:lnTo>
                    <a:pt x="0" y="0"/>
                  </a:lnTo>
                  <a:lnTo>
                    <a:pt x="0" y="43179"/>
                  </a:lnTo>
                  <a:lnTo>
                    <a:pt x="4839970" y="43179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795260" y="8572499"/>
              <a:ext cx="4839970" cy="85090"/>
            </a:xfrm>
            <a:custGeom>
              <a:avLst/>
              <a:gdLst/>
              <a:ahLst/>
              <a:cxnLst/>
              <a:rect l="l" t="t" r="r" b="b"/>
              <a:pathLst>
                <a:path w="4839970" h="85090">
                  <a:moveTo>
                    <a:pt x="4839970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0" y="85090"/>
                  </a:lnTo>
                  <a:lnTo>
                    <a:pt x="4839970" y="85090"/>
                  </a:lnTo>
                  <a:lnTo>
                    <a:pt x="4839970" y="43180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795260" y="8657589"/>
              <a:ext cx="4839970" cy="43180"/>
            </a:xfrm>
            <a:custGeom>
              <a:avLst/>
              <a:gdLst/>
              <a:ahLst/>
              <a:cxnLst/>
              <a:rect l="l" t="t" r="r" b="b"/>
              <a:pathLst>
                <a:path w="4839970" h="43179">
                  <a:moveTo>
                    <a:pt x="4839970" y="0"/>
                  </a:moveTo>
                  <a:lnTo>
                    <a:pt x="0" y="0"/>
                  </a:lnTo>
                  <a:lnTo>
                    <a:pt x="0" y="43179"/>
                  </a:lnTo>
                  <a:lnTo>
                    <a:pt x="4839970" y="43179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795260" y="8700769"/>
              <a:ext cx="4839970" cy="43180"/>
            </a:xfrm>
            <a:custGeom>
              <a:avLst/>
              <a:gdLst/>
              <a:ahLst/>
              <a:cxnLst/>
              <a:rect l="l" t="t" r="r" b="b"/>
              <a:pathLst>
                <a:path w="4839970" h="43179">
                  <a:moveTo>
                    <a:pt x="4839970" y="0"/>
                  </a:moveTo>
                  <a:lnTo>
                    <a:pt x="0" y="0"/>
                  </a:lnTo>
                  <a:lnTo>
                    <a:pt x="0" y="43179"/>
                  </a:lnTo>
                  <a:lnTo>
                    <a:pt x="4839970" y="43179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795260" y="8743949"/>
              <a:ext cx="4839970" cy="43180"/>
            </a:xfrm>
            <a:custGeom>
              <a:avLst/>
              <a:gdLst/>
              <a:ahLst/>
              <a:cxnLst/>
              <a:rect l="l" t="t" r="r" b="b"/>
              <a:pathLst>
                <a:path w="4839970" h="43179">
                  <a:moveTo>
                    <a:pt x="4839970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4839970" y="43180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795260" y="8787129"/>
              <a:ext cx="4839970" cy="41910"/>
            </a:xfrm>
            <a:custGeom>
              <a:avLst/>
              <a:gdLst/>
              <a:ahLst/>
              <a:cxnLst/>
              <a:rect l="l" t="t" r="r" b="b"/>
              <a:pathLst>
                <a:path w="4839970" h="41909">
                  <a:moveTo>
                    <a:pt x="4839970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4839970" y="41910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795260" y="8829039"/>
              <a:ext cx="4839970" cy="43180"/>
            </a:xfrm>
            <a:custGeom>
              <a:avLst/>
              <a:gdLst/>
              <a:ahLst/>
              <a:cxnLst/>
              <a:rect l="l" t="t" r="r" b="b"/>
              <a:pathLst>
                <a:path w="4839970" h="43179">
                  <a:moveTo>
                    <a:pt x="4839970" y="0"/>
                  </a:moveTo>
                  <a:lnTo>
                    <a:pt x="0" y="0"/>
                  </a:lnTo>
                  <a:lnTo>
                    <a:pt x="0" y="43179"/>
                  </a:lnTo>
                  <a:lnTo>
                    <a:pt x="4839970" y="43179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795260" y="8872219"/>
              <a:ext cx="4839970" cy="41910"/>
            </a:xfrm>
            <a:custGeom>
              <a:avLst/>
              <a:gdLst/>
              <a:ahLst/>
              <a:cxnLst/>
              <a:rect l="l" t="t" r="r" b="b"/>
              <a:pathLst>
                <a:path w="4839970" h="41909">
                  <a:moveTo>
                    <a:pt x="4839970" y="0"/>
                  </a:moveTo>
                  <a:lnTo>
                    <a:pt x="0" y="0"/>
                  </a:lnTo>
                  <a:lnTo>
                    <a:pt x="0" y="41909"/>
                  </a:lnTo>
                  <a:lnTo>
                    <a:pt x="4839970" y="41909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795260" y="8914129"/>
              <a:ext cx="4839970" cy="43180"/>
            </a:xfrm>
            <a:custGeom>
              <a:avLst/>
              <a:gdLst/>
              <a:ahLst/>
              <a:cxnLst/>
              <a:rect l="l" t="t" r="r" b="b"/>
              <a:pathLst>
                <a:path w="4839970" h="43179">
                  <a:moveTo>
                    <a:pt x="4839970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4839970" y="43180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795260" y="8957309"/>
              <a:ext cx="4839970" cy="43180"/>
            </a:xfrm>
            <a:custGeom>
              <a:avLst/>
              <a:gdLst/>
              <a:ahLst/>
              <a:cxnLst/>
              <a:rect l="l" t="t" r="r" b="b"/>
              <a:pathLst>
                <a:path w="4839970" h="43179">
                  <a:moveTo>
                    <a:pt x="4839970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4839970" y="43180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795260" y="9000489"/>
              <a:ext cx="4839970" cy="43180"/>
            </a:xfrm>
            <a:custGeom>
              <a:avLst/>
              <a:gdLst/>
              <a:ahLst/>
              <a:cxnLst/>
              <a:rect l="l" t="t" r="r" b="b"/>
              <a:pathLst>
                <a:path w="4839970" h="43179">
                  <a:moveTo>
                    <a:pt x="4839970" y="0"/>
                  </a:moveTo>
                  <a:lnTo>
                    <a:pt x="0" y="0"/>
                  </a:lnTo>
                  <a:lnTo>
                    <a:pt x="0" y="43179"/>
                  </a:lnTo>
                  <a:lnTo>
                    <a:pt x="4839970" y="43179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795260" y="9043669"/>
              <a:ext cx="4839970" cy="41910"/>
            </a:xfrm>
            <a:custGeom>
              <a:avLst/>
              <a:gdLst/>
              <a:ahLst/>
              <a:cxnLst/>
              <a:rect l="l" t="t" r="r" b="b"/>
              <a:pathLst>
                <a:path w="4839970" h="41909">
                  <a:moveTo>
                    <a:pt x="4839970" y="0"/>
                  </a:moveTo>
                  <a:lnTo>
                    <a:pt x="0" y="0"/>
                  </a:lnTo>
                  <a:lnTo>
                    <a:pt x="0" y="41909"/>
                  </a:lnTo>
                  <a:lnTo>
                    <a:pt x="4839970" y="41909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795260" y="9085579"/>
              <a:ext cx="4839970" cy="43180"/>
            </a:xfrm>
            <a:custGeom>
              <a:avLst/>
              <a:gdLst/>
              <a:ahLst/>
              <a:cxnLst/>
              <a:rect l="l" t="t" r="r" b="b"/>
              <a:pathLst>
                <a:path w="4839970" h="43179">
                  <a:moveTo>
                    <a:pt x="4839970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4839970" y="43180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795260" y="9128759"/>
              <a:ext cx="4839970" cy="43180"/>
            </a:xfrm>
            <a:custGeom>
              <a:avLst/>
              <a:gdLst/>
              <a:ahLst/>
              <a:cxnLst/>
              <a:rect l="l" t="t" r="r" b="b"/>
              <a:pathLst>
                <a:path w="4839970" h="43179">
                  <a:moveTo>
                    <a:pt x="4839970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4839970" y="43180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795260" y="9171939"/>
              <a:ext cx="4839970" cy="43180"/>
            </a:xfrm>
            <a:custGeom>
              <a:avLst/>
              <a:gdLst/>
              <a:ahLst/>
              <a:cxnLst/>
              <a:rect l="l" t="t" r="r" b="b"/>
              <a:pathLst>
                <a:path w="4839970" h="43179">
                  <a:moveTo>
                    <a:pt x="4839970" y="0"/>
                  </a:moveTo>
                  <a:lnTo>
                    <a:pt x="0" y="0"/>
                  </a:lnTo>
                  <a:lnTo>
                    <a:pt x="0" y="43179"/>
                  </a:lnTo>
                  <a:lnTo>
                    <a:pt x="4839970" y="43179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795260" y="9215119"/>
              <a:ext cx="4839970" cy="41910"/>
            </a:xfrm>
            <a:custGeom>
              <a:avLst/>
              <a:gdLst/>
              <a:ahLst/>
              <a:cxnLst/>
              <a:rect l="l" t="t" r="r" b="b"/>
              <a:pathLst>
                <a:path w="4839970" h="41909">
                  <a:moveTo>
                    <a:pt x="4839970" y="0"/>
                  </a:moveTo>
                  <a:lnTo>
                    <a:pt x="0" y="0"/>
                  </a:lnTo>
                  <a:lnTo>
                    <a:pt x="0" y="41909"/>
                  </a:lnTo>
                  <a:lnTo>
                    <a:pt x="4839970" y="41909"/>
                  </a:lnTo>
                  <a:lnTo>
                    <a:pt x="4839970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7795259" y="7160259"/>
            <a:ext cx="4838700" cy="20955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30480" algn="ctr">
              <a:lnSpc>
                <a:spcPct val="100000"/>
              </a:lnSpc>
            </a:pPr>
            <a:r>
              <a:rPr sz="3200" spc="-10" dirty="0">
                <a:latin typeface="Century Gothic"/>
                <a:cs typeface="Century Gothic"/>
              </a:rPr>
              <a:t>Note:</a:t>
            </a:r>
            <a:endParaRPr sz="3200">
              <a:latin typeface="Century Gothic"/>
              <a:cs typeface="Century Gothic"/>
            </a:endParaRPr>
          </a:p>
          <a:p>
            <a:pPr marR="31750" algn="ctr">
              <a:lnSpc>
                <a:spcPct val="100000"/>
              </a:lnSpc>
            </a:pPr>
            <a:r>
              <a:rPr sz="3200" dirty="0">
                <a:latin typeface="Century Gothic"/>
                <a:cs typeface="Century Gothic"/>
              </a:rPr>
              <a:t>Manual</a:t>
            </a:r>
            <a:r>
              <a:rPr sz="3200" spc="-2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threshold</a:t>
            </a:r>
            <a:r>
              <a:rPr sz="3200" spc="-25" dirty="0">
                <a:latin typeface="Century Gothic"/>
                <a:cs typeface="Century Gothic"/>
              </a:rPr>
              <a:t> </a:t>
            </a:r>
            <a:r>
              <a:rPr sz="3200" spc="-20" dirty="0">
                <a:latin typeface="Century Gothic"/>
                <a:cs typeface="Century Gothic"/>
              </a:rPr>
              <a:t>set?</a:t>
            </a:r>
            <a:endParaRPr sz="3200">
              <a:latin typeface="Century Gothic"/>
              <a:cs typeface="Century Gothic"/>
            </a:endParaRPr>
          </a:p>
          <a:p>
            <a:pPr marL="334010" marR="366395" indent="3175" algn="ctr">
              <a:lnSpc>
                <a:spcPct val="100000"/>
              </a:lnSpc>
            </a:pPr>
            <a:r>
              <a:rPr sz="3200" dirty="0">
                <a:latin typeface="Century Gothic"/>
                <a:cs typeface="Century Gothic"/>
              </a:rPr>
              <a:t>Make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Binary </a:t>
            </a:r>
            <a:r>
              <a:rPr sz="3200" spc="-20" dirty="0">
                <a:latin typeface="Century Gothic"/>
                <a:cs typeface="Century Gothic"/>
              </a:rPr>
              <a:t>uses </a:t>
            </a:r>
            <a:r>
              <a:rPr sz="3200" dirty="0">
                <a:latin typeface="Century Gothic"/>
                <a:cs typeface="Century Gothic"/>
              </a:rPr>
              <a:t>that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dumb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threshold!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328929" y="1827529"/>
            <a:ext cx="12268200" cy="0"/>
          </a:xfrm>
          <a:custGeom>
            <a:avLst/>
            <a:gdLst/>
            <a:ahLst/>
            <a:cxnLst/>
            <a:rect l="l" t="t" r="r" b="b"/>
            <a:pathLst>
              <a:path w="12268200">
                <a:moveTo>
                  <a:pt x="0" y="0"/>
                </a:moveTo>
                <a:lnTo>
                  <a:pt x="12268200" y="0"/>
                </a:lnTo>
              </a:path>
            </a:pathLst>
          </a:custGeom>
          <a:ln w="50676">
            <a:solidFill>
              <a:srgbClr val="2C2C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0" name="object 70"/>
          <p:cNvGrpSpPr/>
          <p:nvPr/>
        </p:nvGrpSpPr>
        <p:grpSpPr>
          <a:xfrm>
            <a:off x="323850" y="1978660"/>
            <a:ext cx="12278360" cy="711200"/>
            <a:chOff x="323850" y="1978660"/>
            <a:chExt cx="12278360" cy="711200"/>
          </a:xfrm>
        </p:grpSpPr>
        <p:pic>
          <p:nvPicPr>
            <p:cNvPr id="71" name="object 7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3850" y="1993900"/>
              <a:ext cx="12278360" cy="695959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327660" y="1978659"/>
              <a:ext cx="12269470" cy="27940"/>
            </a:xfrm>
            <a:custGeom>
              <a:avLst/>
              <a:gdLst/>
              <a:ahLst/>
              <a:cxnLst/>
              <a:rect l="l" t="t" r="r" b="b"/>
              <a:pathLst>
                <a:path w="12269470" h="27939">
                  <a:moveTo>
                    <a:pt x="12269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0" y="27940"/>
                  </a:lnTo>
                  <a:lnTo>
                    <a:pt x="12269470" y="27940"/>
                  </a:lnTo>
                  <a:lnTo>
                    <a:pt x="12269470" y="13970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27660" y="200660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269470" y="13970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27660" y="202057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269470" y="13970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27660" y="203454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2269470" y="13969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27660" y="204851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269470" y="13970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27660" y="206248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269470" y="13970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27660" y="207645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269470" y="13970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27660" y="209042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269470" y="13970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27660" y="210439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2269470" y="13969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27660" y="211836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269470" y="13970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27660" y="213233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269470" y="13970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27660" y="214630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269470" y="13970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27660" y="216027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269470" y="13970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27660" y="217424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2269470" y="13969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27660" y="2188210"/>
              <a:ext cx="12269470" cy="15240"/>
            </a:xfrm>
            <a:custGeom>
              <a:avLst/>
              <a:gdLst/>
              <a:ahLst/>
              <a:cxnLst/>
              <a:rect l="l" t="t" r="r" b="b"/>
              <a:pathLst>
                <a:path w="12269470" h="15239">
                  <a:moveTo>
                    <a:pt x="122694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269470" y="15240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27660" y="220345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269470" y="13970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27660" y="221742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269470" y="13970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27660" y="223139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2269470" y="13969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27660" y="224536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269470" y="13970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327660" y="225933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269470" y="13970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327660" y="227330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269470" y="13970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327660" y="228727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269470" y="13970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327660" y="230124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2269470" y="13969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327660" y="231521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269470" y="13970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327660" y="232918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269470" y="13970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327660" y="234315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269470" y="13970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327660" y="235712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269470" y="13970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327660" y="237109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2269470" y="13969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327660" y="238506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269470" y="13970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327660" y="239903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269470" y="13970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327660" y="241300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269470" y="13970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327660" y="242697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269470" y="13970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27660" y="2440939"/>
              <a:ext cx="12269470" cy="29209"/>
            </a:xfrm>
            <a:custGeom>
              <a:avLst/>
              <a:gdLst/>
              <a:ahLst/>
              <a:cxnLst/>
              <a:rect l="l" t="t" r="r" b="b"/>
              <a:pathLst>
                <a:path w="12269470" h="29210">
                  <a:moveTo>
                    <a:pt x="1226947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0" y="29210"/>
                  </a:lnTo>
                  <a:lnTo>
                    <a:pt x="12269470" y="29210"/>
                  </a:lnTo>
                  <a:lnTo>
                    <a:pt x="12269470" y="15240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327660" y="247015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269470" y="13970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327660" y="248412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269470" y="13970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27660" y="249809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2269470" y="13969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27660" y="251206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269470" y="13970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327660" y="252603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269470" y="13970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327660" y="254000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269470" y="13970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327660" y="255397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269470" y="13970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327660" y="256794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2269470" y="13969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327660" y="258191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269470" y="13970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327660" y="259588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269470" y="13970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327660" y="260985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269470" y="13970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327660" y="262382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269470" y="13970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327660" y="263779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12269470" y="13969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327660" y="2651760"/>
              <a:ext cx="12269470" cy="13970"/>
            </a:xfrm>
            <a:custGeom>
              <a:avLst/>
              <a:gdLst/>
              <a:ahLst/>
              <a:cxnLst/>
              <a:rect l="l" t="t" r="r" b="b"/>
              <a:pathLst>
                <a:path w="12269470" h="13969">
                  <a:moveTo>
                    <a:pt x="1226947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12269470" y="13970"/>
                  </a:lnTo>
                  <a:lnTo>
                    <a:pt x="12269470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9" name="object 119"/>
          <p:cNvSpPr txBox="1"/>
          <p:nvPr/>
        </p:nvSpPr>
        <p:spPr>
          <a:xfrm>
            <a:off x="328929" y="1978660"/>
            <a:ext cx="12268200" cy="6858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419100">
              <a:lnSpc>
                <a:spcPct val="100000"/>
              </a:lnSpc>
              <a:spcBef>
                <a:spcPts val="210"/>
              </a:spcBef>
            </a:pPr>
            <a:r>
              <a:rPr sz="3200" dirty="0">
                <a:latin typeface="Century Gothic"/>
                <a:cs typeface="Century Gothic"/>
              </a:rPr>
              <a:t>ImageJ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-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Image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-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Adjust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-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Threshold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-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Auto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(=Make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Binary):</a:t>
            </a:r>
            <a:endParaRPr sz="32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3003530" cy="9752330"/>
          </a:xfrm>
          <a:custGeom>
            <a:avLst/>
            <a:gdLst/>
            <a:ahLst/>
            <a:cxnLst/>
            <a:rect l="l" t="t" r="r" b="b"/>
            <a:pathLst>
              <a:path w="13003530" h="9752330">
                <a:moveTo>
                  <a:pt x="13003530" y="0"/>
                </a:moveTo>
                <a:lnTo>
                  <a:pt x="0" y="0"/>
                </a:lnTo>
                <a:lnTo>
                  <a:pt x="0" y="9752330"/>
                </a:lnTo>
                <a:lnTo>
                  <a:pt x="13003530" y="9752330"/>
                </a:lnTo>
                <a:lnTo>
                  <a:pt x="13003530" y="0"/>
                </a:lnTo>
                <a:close/>
              </a:path>
            </a:pathLst>
          </a:custGeom>
          <a:solidFill>
            <a:srgbClr val="FFEE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02329" y="102869"/>
            <a:ext cx="61995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32100" algn="l"/>
                <a:tab pos="5462270" algn="l"/>
              </a:tabLst>
            </a:pPr>
            <a:r>
              <a:rPr spc="-10" dirty="0">
                <a:latin typeface="Arial"/>
                <a:cs typeface="Arial"/>
              </a:rPr>
              <a:t>Practical</a:t>
            </a:r>
            <a:r>
              <a:rPr dirty="0">
                <a:latin typeface="Arial"/>
                <a:cs typeface="Arial"/>
              </a:rPr>
              <a:t>	</a:t>
            </a:r>
            <a:r>
              <a:rPr spc="-10" dirty="0">
                <a:latin typeface="Arial"/>
                <a:cs typeface="Arial"/>
              </a:rPr>
              <a:t>Session</a:t>
            </a:r>
            <a:r>
              <a:rPr dirty="0">
                <a:latin typeface="Arial"/>
                <a:cs typeface="Arial"/>
              </a:rPr>
              <a:t>	</a:t>
            </a:r>
            <a:r>
              <a:rPr spc="-25" dirty="0">
                <a:latin typeface="Arial"/>
                <a:cs typeface="Arial"/>
              </a:rPr>
              <a:t>2c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8929" y="2437129"/>
            <a:ext cx="12344400" cy="556563"/>
          </a:xfrm>
          <a:prstGeom prst="rect">
            <a:avLst/>
          </a:prstGeom>
          <a:solidFill>
            <a:srgbClr val="FFEEB0"/>
          </a:solidFill>
          <a:ln w="9344">
            <a:solidFill>
              <a:srgbClr val="000000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777875" indent="-651510">
              <a:lnSpc>
                <a:spcPct val="100000"/>
              </a:lnSpc>
              <a:spcBef>
                <a:spcPts val="500"/>
              </a:spcBef>
              <a:buAutoNum type="arabicParenBoth"/>
              <a:tabLst>
                <a:tab pos="778510" algn="l"/>
              </a:tabLst>
            </a:pPr>
            <a:r>
              <a:rPr sz="3200" b="1" dirty="0">
                <a:latin typeface="Century Gothic"/>
                <a:cs typeface="Century Gothic"/>
              </a:rPr>
              <a:t>File -</a:t>
            </a:r>
            <a:r>
              <a:rPr sz="3200" b="1" spc="-5" dirty="0">
                <a:latin typeface="Century Gothic"/>
                <a:cs typeface="Century Gothic"/>
              </a:rPr>
              <a:t> </a:t>
            </a:r>
            <a:r>
              <a:rPr sz="3200" b="1" dirty="0">
                <a:latin typeface="Century Gothic"/>
                <a:cs typeface="Century Gothic"/>
              </a:rPr>
              <a:t>Open</a:t>
            </a:r>
            <a:r>
              <a:rPr sz="3200" b="1" spc="-5" dirty="0">
                <a:latin typeface="Century Gothic"/>
                <a:cs typeface="Century Gothic"/>
              </a:rPr>
              <a:t> </a:t>
            </a:r>
            <a:r>
              <a:rPr sz="3200" b="1" dirty="0">
                <a:latin typeface="Century Gothic"/>
                <a:cs typeface="Century Gothic"/>
              </a:rPr>
              <a:t>Samples –</a:t>
            </a:r>
            <a:r>
              <a:rPr sz="3200" b="1" spc="-5" dirty="0">
                <a:latin typeface="Century Gothic"/>
                <a:cs typeface="Century Gothic"/>
              </a:rPr>
              <a:t> </a:t>
            </a:r>
            <a:r>
              <a:rPr sz="3200" b="1" dirty="0">
                <a:latin typeface="Century Gothic"/>
                <a:cs typeface="Century Gothic"/>
              </a:rPr>
              <a:t>Blobs</a:t>
            </a:r>
            <a:r>
              <a:rPr sz="3200" b="1" spc="5" dirty="0">
                <a:latin typeface="Century Gothic"/>
                <a:cs typeface="Century Gothic"/>
              </a:rPr>
              <a:t> </a:t>
            </a:r>
            <a:r>
              <a:rPr sz="3200" b="1" spc="-10" dirty="0">
                <a:latin typeface="Century Gothic"/>
                <a:cs typeface="Century Gothic"/>
              </a:rPr>
              <a:t>(inverse)</a:t>
            </a:r>
            <a:endParaRPr sz="3200" dirty="0">
              <a:latin typeface="Century Gothic"/>
              <a:cs typeface="Century Gothic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24257" y="3880257"/>
            <a:ext cx="12348210" cy="5474970"/>
            <a:chOff x="324257" y="3880257"/>
            <a:chExt cx="12348210" cy="54749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1087" y="3924300"/>
              <a:ext cx="12310972" cy="543052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27660" y="3883660"/>
              <a:ext cx="12301220" cy="5422900"/>
            </a:xfrm>
            <a:custGeom>
              <a:avLst/>
              <a:gdLst/>
              <a:ahLst/>
              <a:cxnLst/>
              <a:rect l="l" t="t" r="r" b="b"/>
              <a:pathLst>
                <a:path w="12301220" h="5422900">
                  <a:moveTo>
                    <a:pt x="12301220" y="0"/>
                  </a:moveTo>
                  <a:lnTo>
                    <a:pt x="0" y="0"/>
                  </a:lnTo>
                  <a:lnTo>
                    <a:pt x="0" y="5422900"/>
                  </a:lnTo>
                  <a:lnTo>
                    <a:pt x="12301220" y="5422900"/>
                  </a:lnTo>
                  <a:lnTo>
                    <a:pt x="123012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8930" y="3884930"/>
              <a:ext cx="12299950" cy="5420360"/>
            </a:xfrm>
            <a:custGeom>
              <a:avLst/>
              <a:gdLst/>
              <a:ahLst/>
              <a:cxnLst/>
              <a:rect l="l" t="t" r="r" b="b"/>
              <a:pathLst>
                <a:path w="12299950" h="5420359">
                  <a:moveTo>
                    <a:pt x="6149340" y="5420360"/>
                  </a:moveTo>
                  <a:lnTo>
                    <a:pt x="0" y="5420360"/>
                  </a:lnTo>
                  <a:lnTo>
                    <a:pt x="0" y="0"/>
                  </a:lnTo>
                  <a:lnTo>
                    <a:pt x="12299950" y="0"/>
                  </a:lnTo>
                  <a:lnTo>
                    <a:pt x="12299950" y="5420360"/>
                  </a:lnTo>
                  <a:lnTo>
                    <a:pt x="6149340" y="5420360"/>
                  </a:lnTo>
                  <a:close/>
                </a:path>
              </a:pathLst>
            </a:custGeom>
            <a:ln w="9344">
              <a:solidFill>
                <a:srgbClr val="F8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06400" y="3679189"/>
            <a:ext cx="11693525" cy="2218556"/>
          </a:xfrm>
          <a:prstGeom prst="rect">
            <a:avLst/>
          </a:prstGeom>
        </p:spPr>
        <p:txBody>
          <a:bodyPr vert="horz" wrap="square" lIns="0" tIns="251460" rIns="0" bIns="0" rtlCol="0">
            <a:spAutoFit/>
          </a:bodyPr>
          <a:lstStyle/>
          <a:p>
            <a:pPr marL="663575" indent="-651510">
              <a:lnSpc>
                <a:spcPct val="100000"/>
              </a:lnSpc>
              <a:spcBef>
                <a:spcPts val="1980"/>
              </a:spcBef>
              <a:buAutoNum type="arabicParenBoth"/>
              <a:tabLst>
                <a:tab pos="664210" algn="l"/>
              </a:tabLst>
            </a:pPr>
            <a:r>
              <a:rPr sz="3200" b="1" spc="-10" dirty="0">
                <a:latin typeface="Century Gothic"/>
                <a:cs typeface="Century Gothic"/>
              </a:rPr>
              <a:t>Thesholds</a:t>
            </a:r>
            <a:endParaRPr sz="3200" dirty="0">
              <a:latin typeface="Century Gothic"/>
              <a:cs typeface="Century Gothic"/>
            </a:endParaRPr>
          </a:p>
          <a:p>
            <a:pPr marL="444500" lvl="1" indent="-431800">
              <a:lnSpc>
                <a:spcPct val="100000"/>
              </a:lnSpc>
              <a:spcBef>
                <a:spcPts val="1870"/>
              </a:spcBef>
              <a:buFont typeface="Wingdings"/>
              <a:buChar char=""/>
              <a:tabLst>
                <a:tab pos="444500" algn="l"/>
              </a:tabLst>
            </a:pPr>
            <a:r>
              <a:rPr lang="en-US" sz="3200" dirty="0">
                <a:latin typeface="Century Gothic"/>
                <a:cs typeface="Century Gothic"/>
              </a:rPr>
              <a:t>Image</a:t>
            </a:r>
            <a:r>
              <a:rPr lang="en-US" sz="3200" spc="-20" dirty="0">
                <a:latin typeface="Century Gothic"/>
                <a:cs typeface="Century Gothic"/>
              </a:rPr>
              <a:t> </a:t>
            </a:r>
            <a:r>
              <a:rPr lang="en-US" sz="3200" dirty="0">
                <a:latin typeface="Century Gothic"/>
                <a:cs typeface="Century Gothic"/>
              </a:rPr>
              <a:t>-</a:t>
            </a:r>
            <a:r>
              <a:rPr lang="en-US" sz="3200" spc="-10" dirty="0">
                <a:latin typeface="Century Gothic"/>
                <a:cs typeface="Century Gothic"/>
              </a:rPr>
              <a:t> </a:t>
            </a:r>
            <a:r>
              <a:rPr lang="en-US" sz="3200" dirty="0">
                <a:latin typeface="Century Gothic"/>
                <a:cs typeface="Century Gothic"/>
              </a:rPr>
              <a:t>Adjust</a:t>
            </a:r>
            <a:r>
              <a:rPr lang="en-US" sz="3200" spc="-10" dirty="0">
                <a:latin typeface="Century Gothic"/>
                <a:cs typeface="Century Gothic"/>
              </a:rPr>
              <a:t> </a:t>
            </a:r>
            <a:r>
              <a:rPr lang="en-US" sz="3200" dirty="0">
                <a:latin typeface="Century Gothic"/>
                <a:cs typeface="Century Gothic"/>
              </a:rPr>
              <a:t>-</a:t>
            </a:r>
            <a:r>
              <a:rPr lang="en-US" sz="3200" spc="-10" dirty="0">
                <a:latin typeface="Century Gothic"/>
                <a:cs typeface="Century Gothic"/>
              </a:rPr>
              <a:t> </a:t>
            </a:r>
            <a:r>
              <a:rPr lang="en-US" sz="3200" dirty="0">
                <a:latin typeface="Century Gothic"/>
                <a:cs typeface="Century Gothic"/>
              </a:rPr>
              <a:t>Auto Threshold</a:t>
            </a:r>
            <a:r>
              <a:rPr lang="en-US" sz="3200" spc="-15" dirty="0">
                <a:latin typeface="Century Gothic"/>
                <a:cs typeface="Century Gothic"/>
              </a:rPr>
              <a:t> </a:t>
            </a:r>
            <a:r>
              <a:rPr lang="en-US" sz="3200" dirty="0">
                <a:latin typeface="Century Gothic"/>
                <a:cs typeface="Century Gothic"/>
              </a:rPr>
              <a:t>and</a:t>
            </a:r>
            <a:r>
              <a:rPr lang="en-US" sz="3200" spc="-10" dirty="0">
                <a:latin typeface="Century Gothic"/>
                <a:cs typeface="Century Gothic"/>
              </a:rPr>
              <a:t> </a:t>
            </a:r>
            <a:r>
              <a:rPr lang="en-US" sz="3200" dirty="0">
                <a:latin typeface="Century Gothic"/>
                <a:cs typeface="Century Gothic"/>
              </a:rPr>
              <a:t>Auto</a:t>
            </a:r>
            <a:r>
              <a:rPr lang="en-US" sz="3200" spc="-5" dirty="0">
                <a:latin typeface="Century Gothic"/>
                <a:cs typeface="Century Gothic"/>
              </a:rPr>
              <a:t> </a:t>
            </a:r>
            <a:r>
              <a:rPr lang="en-US" sz="3200" dirty="0">
                <a:latin typeface="Century Gothic"/>
                <a:cs typeface="Century Gothic"/>
              </a:rPr>
              <a:t>Local</a:t>
            </a:r>
            <a:r>
              <a:rPr lang="en-US" sz="3200" spc="-5" dirty="0">
                <a:latin typeface="Century Gothic"/>
                <a:cs typeface="Century Gothic"/>
              </a:rPr>
              <a:t> </a:t>
            </a:r>
            <a:r>
              <a:rPr lang="en-US" sz="3200" spc="-10" dirty="0">
                <a:latin typeface="Century Gothic"/>
                <a:cs typeface="Century Gothic"/>
              </a:rPr>
              <a:t>Threshold</a:t>
            </a:r>
            <a:endParaRPr lang="en-US" sz="3200" dirty="0">
              <a:latin typeface="Century Gothic"/>
              <a:cs typeface="Century Gothic"/>
            </a:endParaRPr>
          </a:p>
          <a:p>
            <a:pPr marL="444500" lvl="1" indent="-431800">
              <a:lnSpc>
                <a:spcPct val="100000"/>
              </a:lnSpc>
              <a:spcBef>
                <a:spcPts val="1870"/>
              </a:spcBef>
              <a:buFont typeface="Wingdings"/>
              <a:buChar char=""/>
              <a:tabLst>
                <a:tab pos="444500" algn="l"/>
              </a:tabLst>
            </a:pPr>
            <a:r>
              <a:rPr sz="3200" dirty="0">
                <a:latin typeface="Century Gothic"/>
                <a:cs typeface="Century Gothic"/>
              </a:rPr>
              <a:t>Many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more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methods,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and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“local”</a:t>
            </a:r>
            <a:r>
              <a:rPr sz="3200" spc="-10" dirty="0">
                <a:latin typeface="Century Gothic"/>
                <a:cs typeface="Century Gothic"/>
              </a:rPr>
              <a:t> method</a:t>
            </a:r>
            <a:endParaRPr sz="3200" dirty="0">
              <a:latin typeface="Century Gothic"/>
              <a:cs typeface="Century Gothic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532787" y="1408430"/>
            <a:ext cx="9917430" cy="669290"/>
            <a:chOff x="2532787" y="1408430"/>
            <a:chExt cx="9917430" cy="66929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32787" y="1424940"/>
              <a:ext cx="9917022" cy="65277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537460" y="1408429"/>
              <a:ext cx="9907270" cy="16510"/>
            </a:xfrm>
            <a:custGeom>
              <a:avLst/>
              <a:gdLst/>
              <a:ahLst/>
              <a:cxnLst/>
              <a:rect l="l" t="t" r="r" b="b"/>
              <a:pathLst>
                <a:path w="9907270" h="16509">
                  <a:moveTo>
                    <a:pt x="99072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6510"/>
                  </a:lnTo>
                  <a:lnTo>
                    <a:pt x="9907270" y="16510"/>
                  </a:lnTo>
                  <a:lnTo>
                    <a:pt x="9907270" y="7620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DF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37459" y="142494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9907269" y="761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DE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37459" y="143256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DDF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37459" y="144018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90">
                  <a:moveTo>
                    <a:pt x="99072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9907269" y="889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DC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537459" y="144907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DB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537459" y="145669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9907269" y="761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DA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37459" y="146431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90">
                  <a:moveTo>
                    <a:pt x="99072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9907269" y="889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D9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37459" y="147320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D8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37459" y="148082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D7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537459" y="148844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90">
                  <a:moveTo>
                    <a:pt x="9907269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9907269" y="888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D6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537459" y="149733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D5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537459" y="150495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90">
                  <a:moveTo>
                    <a:pt x="99072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9907269" y="889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D4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537459" y="151384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9907269" y="761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D3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537459" y="152146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D2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537459" y="152908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90">
                  <a:moveTo>
                    <a:pt x="99072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9907269" y="889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D1F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537459" y="153797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D0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537459" y="154559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9907269" y="761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CF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537459" y="155321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90">
                  <a:moveTo>
                    <a:pt x="99072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9907269" y="889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CEF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537459" y="156210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CD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537460" y="1569719"/>
              <a:ext cx="9907270" cy="16510"/>
            </a:xfrm>
            <a:custGeom>
              <a:avLst/>
              <a:gdLst/>
              <a:ahLst/>
              <a:cxnLst/>
              <a:rect l="l" t="t" r="r" b="b"/>
              <a:pathLst>
                <a:path w="9907270" h="16509">
                  <a:moveTo>
                    <a:pt x="99072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6510"/>
                  </a:lnTo>
                  <a:lnTo>
                    <a:pt x="9907270" y="16510"/>
                  </a:lnTo>
                  <a:lnTo>
                    <a:pt x="9907270" y="7620"/>
                  </a:lnTo>
                  <a:lnTo>
                    <a:pt x="9907270" y="0"/>
                  </a:lnTo>
                  <a:close/>
                </a:path>
              </a:pathLst>
            </a:custGeom>
            <a:solidFill>
              <a:srgbClr val="CCF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37459" y="158623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CA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537459" y="159385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C9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537459" y="160147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90">
                  <a:moveTo>
                    <a:pt x="9907269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9907269" y="888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C8FF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537459" y="161036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C7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537459" y="161798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C6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537459" y="162560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89">
                  <a:moveTo>
                    <a:pt x="99072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9907269" y="889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C5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537459" y="163449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9907269" y="761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C4F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37459" y="164211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C3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537459" y="164973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89">
                  <a:moveTo>
                    <a:pt x="99072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9907269" y="889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C2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537459" y="165862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C1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537459" y="166624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9907269" y="761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C0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537459" y="167386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89">
                  <a:moveTo>
                    <a:pt x="99072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9907269" y="889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BF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537459" y="168275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BEF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537459" y="169037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BD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537459" y="169799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89">
                  <a:moveTo>
                    <a:pt x="9907269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9907269" y="888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BC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537459" y="170688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BBF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537459" y="171450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89">
                  <a:moveTo>
                    <a:pt x="99072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9907269" y="889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BA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537459" y="172339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9907269" y="761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B9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537459" y="173101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B8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537459" y="173863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89">
                  <a:moveTo>
                    <a:pt x="99072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9907269" y="889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B7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537459" y="174752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B6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537459" y="175514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9907269" y="761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B5FF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537459" y="176276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89">
                  <a:moveTo>
                    <a:pt x="99072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9907269" y="889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B4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537459" y="177165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B3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537459" y="177927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B2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537459" y="178689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89">
                  <a:moveTo>
                    <a:pt x="9907269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9907269" y="888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B1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537459" y="179578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B0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537459" y="180340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AFF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537459" y="181102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89">
                  <a:moveTo>
                    <a:pt x="9907269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9907269" y="888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AE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537459" y="181991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AD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537459" y="182753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ACF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537459" y="183515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89">
                  <a:moveTo>
                    <a:pt x="99072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9907269" y="889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AB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537459" y="184404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9907269" y="761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AA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537459" y="185166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A9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537459" y="185928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89">
                  <a:moveTo>
                    <a:pt x="99072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9907269" y="889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A8F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537459" y="186817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A7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537459" y="187579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9907269" y="761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A6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537459" y="188341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89">
                  <a:moveTo>
                    <a:pt x="99072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9907269" y="889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A5F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537459" y="189230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A4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537459" y="189992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89">
                  <a:moveTo>
                    <a:pt x="9907269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9907269" y="888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A3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537459" y="190881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A2FF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537459" y="191643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A1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537459" y="192405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89">
                  <a:moveTo>
                    <a:pt x="99072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9907269" y="889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A0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537459" y="193294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9907269" y="761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9F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537459" y="194056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9E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537459" y="194818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89">
                  <a:moveTo>
                    <a:pt x="99072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9907269" y="889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9D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537459" y="195707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9CF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2537459" y="196469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9907269" y="761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9B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2537459" y="197231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89">
                  <a:moveTo>
                    <a:pt x="99072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9907269" y="889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9A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537459" y="198120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99F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2537459" y="198882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99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2537459" y="199644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89">
                  <a:moveTo>
                    <a:pt x="9907269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9907269" y="888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97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2537459" y="200533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96FF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2537459" y="201295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95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2537459" y="202057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89">
                  <a:moveTo>
                    <a:pt x="9907269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9907269" y="8889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94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2537459" y="202946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93FF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2537459" y="2037080"/>
              <a:ext cx="9907270" cy="7620"/>
            </a:xfrm>
            <a:custGeom>
              <a:avLst/>
              <a:gdLst/>
              <a:ahLst/>
              <a:cxnLst/>
              <a:rect l="l" t="t" r="r" b="b"/>
              <a:pathLst>
                <a:path w="9907270" h="7619">
                  <a:moveTo>
                    <a:pt x="9907269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9907269" y="762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92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2537459" y="2044700"/>
              <a:ext cx="9907270" cy="8890"/>
            </a:xfrm>
            <a:custGeom>
              <a:avLst/>
              <a:gdLst/>
              <a:ahLst/>
              <a:cxnLst/>
              <a:rect l="l" t="t" r="r" b="b"/>
              <a:pathLst>
                <a:path w="9907270" h="8889">
                  <a:moveTo>
                    <a:pt x="990726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9907269" y="8890"/>
                  </a:lnTo>
                  <a:lnTo>
                    <a:pt x="9907269" y="0"/>
                  </a:lnTo>
                  <a:close/>
                </a:path>
              </a:pathLst>
            </a:custGeom>
            <a:solidFill>
              <a:srgbClr val="91F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0" name="object 90"/>
          <p:cNvGrpSpPr/>
          <p:nvPr/>
        </p:nvGrpSpPr>
        <p:grpSpPr>
          <a:xfrm>
            <a:off x="304800" y="151129"/>
            <a:ext cx="12292330" cy="2209800"/>
            <a:chOff x="304800" y="151129"/>
            <a:chExt cx="12292330" cy="2209800"/>
          </a:xfrm>
        </p:grpSpPr>
        <p:sp>
          <p:nvSpPr>
            <p:cNvPr id="91" name="object 91"/>
            <p:cNvSpPr/>
            <p:nvPr/>
          </p:nvSpPr>
          <p:spPr>
            <a:xfrm>
              <a:off x="328929" y="1141729"/>
              <a:ext cx="12268200" cy="0"/>
            </a:xfrm>
            <a:custGeom>
              <a:avLst/>
              <a:gdLst/>
              <a:ahLst/>
              <a:cxnLst/>
              <a:rect l="l" t="t" r="r" b="b"/>
              <a:pathLst>
                <a:path w="12268200">
                  <a:moveTo>
                    <a:pt x="0" y="0"/>
                  </a:moveTo>
                  <a:lnTo>
                    <a:pt x="12268200" y="0"/>
                  </a:lnTo>
                </a:path>
              </a:pathLst>
            </a:custGeom>
            <a:ln w="50676">
              <a:solidFill>
                <a:srgbClr val="2C2C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4800" y="151129"/>
              <a:ext cx="2075180" cy="2209800"/>
            </a:xfrm>
            <a:prstGeom prst="rect">
              <a:avLst/>
            </a:prstGeom>
          </p:spPr>
        </p:pic>
      </p:grpSp>
      <p:sp>
        <p:nvSpPr>
          <p:cNvPr id="93" name="object 93"/>
          <p:cNvSpPr txBox="1"/>
          <p:nvPr/>
        </p:nvSpPr>
        <p:spPr>
          <a:xfrm>
            <a:off x="2537460" y="1409700"/>
            <a:ext cx="9907270" cy="642620"/>
          </a:xfrm>
          <a:prstGeom prst="rect">
            <a:avLst/>
          </a:prstGeom>
          <a:ln w="9344">
            <a:solidFill>
              <a:srgbClr val="00CC97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370"/>
              </a:spcBef>
            </a:pPr>
            <a:r>
              <a:rPr sz="3600" dirty="0">
                <a:latin typeface="Century Gothic"/>
                <a:cs typeface="Century Gothic"/>
              </a:rPr>
              <a:t>Simple</a:t>
            </a:r>
            <a:r>
              <a:rPr sz="3600" spc="-25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Image</a:t>
            </a:r>
            <a:r>
              <a:rPr sz="3600" spc="-15" dirty="0">
                <a:latin typeface="Century Gothic"/>
                <a:cs typeface="Century Gothic"/>
              </a:rPr>
              <a:t> </a:t>
            </a:r>
            <a:r>
              <a:rPr sz="3600" spc="-10" dirty="0">
                <a:latin typeface="Century Gothic"/>
                <a:cs typeface="Century Gothic"/>
              </a:rPr>
              <a:t>Segmentation</a:t>
            </a:r>
            <a:endParaRPr sz="36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02000" y="1447800"/>
            <a:ext cx="9638929" cy="830997"/>
          </a:xfrm>
        </p:spPr>
        <p:txBody>
          <a:bodyPr/>
          <a:lstStyle/>
          <a:p>
            <a:r>
              <a:rPr lang="en-US" dirty="0"/>
              <a:t>Deconvolution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9F010-F443-48B2-B385-C9AE42DA3864}" type="slidenum">
              <a:rPr lang="en-US" smtClean="0"/>
              <a:t>75</a:t>
            </a:fld>
            <a:endParaRPr lang="en-US" dirty="0"/>
          </a:p>
        </p:txBody>
      </p:sp>
      <p:pic>
        <p:nvPicPr>
          <p:cNvPr id="4098" name="Picture 2" descr="https://svi.nl/wikiimg/SVI_huygens_presentation_smalle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739" y="2731639"/>
            <a:ext cx="7999580" cy="4924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753861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F0BF59BA-56DA-4E09-8788-626494B9FF6E}"/>
              </a:ext>
            </a:extLst>
          </p:cNvPr>
          <p:cNvGrpSpPr/>
          <p:nvPr/>
        </p:nvGrpSpPr>
        <p:grpSpPr>
          <a:xfrm>
            <a:off x="5734315" y="4185523"/>
            <a:ext cx="1920213" cy="1920213"/>
            <a:chOff x="4097772" y="1731752"/>
            <a:chExt cx="1800200" cy="18002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0014996-A701-440F-B0D6-63C2F4FFE558}"/>
                </a:ext>
              </a:extLst>
            </p:cNvPr>
            <p:cNvSpPr/>
            <p:nvPr/>
          </p:nvSpPr>
          <p:spPr>
            <a:xfrm>
              <a:off x="4097772" y="1731752"/>
              <a:ext cx="1800200" cy="1800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AC58BF0-CA22-423E-836E-61635D2B3E14}"/>
                </a:ext>
              </a:extLst>
            </p:cNvPr>
            <p:cNvSpPr/>
            <p:nvPr/>
          </p:nvSpPr>
          <p:spPr>
            <a:xfrm>
              <a:off x="4403824" y="2379830"/>
              <a:ext cx="324000" cy="756000"/>
            </a:xfrm>
            <a:prstGeom prst="ellipse">
              <a:avLst/>
            </a:prstGeom>
            <a:gradFill flip="none" rotWithShape="1">
              <a:gsLst>
                <a:gs pos="84000">
                  <a:srgbClr val="FFE39A">
                    <a:alpha val="50000"/>
                  </a:srgbClr>
                </a:gs>
                <a:gs pos="52000">
                  <a:srgbClr val="FFC000">
                    <a:tint val="66000"/>
                    <a:satMod val="160000"/>
                    <a:alpha val="70000"/>
                  </a:srgbClr>
                </a:gs>
                <a:gs pos="100000">
                  <a:srgbClr val="FFC000">
                    <a:tint val="44500"/>
                    <a:satMod val="160000"/>
                    <a:alpha val="1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FAA5BD0-CFBE-4A06-B674-9D5A1F56CF7C}"/>
                </a:ext>
              </a:extLst>
            </p:cNvPr>
            <p:cNvSpPr/>
            <p:nvPr/>
          </p:nvSpPr>
          <p:spPr>
            <a:xfrm>
              <a:off x="4547864" y="2379830"/>
              <a:ext cx="324000" cy="756000"/>
            </a:xfrm>
            <a:prstGeom prst="ellipse">
              <a:avLst/>
            </a:prstGeom>
            <a:gradFill flip="none" rotWithShape="1">
              <a:gsLst>
                <a:gs pos="84000">
                  <a:srgbClr val="FFE39A">
                    <a:alpha val="50000"/>
                  </a:srgbClr>
                </a:gs>
                <a:gs pos="52000">
                  <a:srgbClr val="FFC000">
                    <a:tint val="66000"/>
                    <a:satMod val="160000"/>
                    <a:alpha val="70000"/>
                  </a:srgbClr>
                </a:gs>
                <a:gs pos="100000">
                  <a:srgbClr val="FFC000">
                    <a:tint val="44500"/>
                    <a:satMod val="160000"/>
                    <a:alpha val="1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A82395D-5A21-4C52-8C63-180C861AAC20}"/>
                </a:ext>
              </a:extLst>
            </p:cNvPr>
            <p:cNvSpPr/>
            <p:nvPr/>
          </p:nvSpPr>
          <p:spPr>
            <a:xfrm>
              <a:off x="4547915" y="2213098"/>
              <a:ext cx="324000" cy="756000"/>
            </a:xfrm>
            <a:prstGeom prst="ellipse">
              <a:avLst/>
            </a:prstGeom>
            <a:gradFill flip="none" rotWithShape="1">
              <a:gsLst>
                <a:gs pos="84000">
                  <a:srgbClr val="FFE39A">
                    <a:alpha val="50000"/>
                  </a:srgbClr>
                </a:gs>
                <a:gs pos="52000">
                  <a:srgbClr val="FFC000">
                    <a:tint val="66000"/>
                    <a:satMod val="160000"/>
                    <a:alpha val="70000"/>
                  </a:srgbClr>
                </a:gs>
                <a:gs pos="100000">
                  <a:srgbClr val="FFC000">
                    <a:tint val="44500"/>
                    <a:satMod val="160000"/>
                    <a:alpha val="1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044F0B3-6DFD-45F6-9849-04EC70E258FB}"/>
                </a:ext>
              </a:extLst>
            </p:cNvPr>
            <p:cNvSpPr/>
            <p:nvPr/>
          </p:nvSpPr>
          <p:spPr>
            <a:xfrm>
              <a:off x="4385840" y="2229830"/>
              <a:ext cx="324000" cy="756000"/>
            </a:xfrm>
            <a:prstGeom prst="ellipse">
              <a:avLst/>
            </a:prstGeom>
            <a:gradFill flip="none" rotWithShape="1">
              <a:gsLst>
                <a:gs pos="84000">
                  <a:srgbClr val="FFE39A">
                    <a:alpha val="50000"/>
                  </a:srgbClr>
                </a:gs>
                <a:gs pos="52000">
                  <a:srgbClr val="FFC000">
                    <a:tint val="66000"/>
                    <a:satMod val="160000"/>
                    <a:alpha val="70000"/>
                  </a:srgbClr>
                </a:gs>
                <a:gs pos="100000">
                  <a:srgbClr val="FFC000">
                    <a:tint val="44500"/>
                    <a:satMod val="160000"/>
                    <a:alpha val="1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F2EDA18-857E-476E-B09F-58C6FAD49EE4}"/>
                </a:ext>
              </a:extLst>
            </p:cNvPr>
            <p:cNvSpPr/>
            <p:nvPr/>
          </p:nvSpPr>
          <p:spPr>
            <a:xfrm>
              <a:off x="5272708" y="1797434"/>
              <a:ext cx="324000" cy="756000"/>
            </a:xfrm>
            <a:prstGeom prst="ellipse">
              <a:avLst/>
            </a:prstGeom>
            <a:gradFill flip="none" rotWithShape="1">
              <a:gsLst>
                <a:gs pos="84000">
                  <a:srgbClr val="FFE39A">
                    <a:alpha val="50000"/>
                  </a:srgbClr>
                </a:gs>
                <a:gs pos="52000">
                  <a:srgbClr val="FFC000">
                    <a:tint val="66000"/>
                    <a:satMod val="160000"/>
                    <a:alpha val="70000"/>
                  </a:srgbClr>
                </a:gs>
                <a:gs pos="100000">
                  <a:srgbClr val="FFC000">
                    <a:tint val="44500"/>
                    <a:satMod val="160000"/>
                    <a:alpha val="1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81EE7FF-100C-41C7-B144-29952690E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890" y="64769"/>
            <a:ext cx="11971019" cy="1661993"/>
          </a:xfrm>
        </p:spPr>
        <p:txBody>
          <a:bodyPr/>
          <a:lstStyle/>
          <a:p>
            <a:r>
              <a:rPr lang="da-DK" dirty="0"/>
              <a:t>Image formation – </a:t>
            </a:r>
            <a:r>
              <a:rPr lang="da-DK" dirty="0" err="1"/>
              <a:t>convolution</a:t>
            </a:r>
            <a:r>
              <a:rPr lang="da-DK" dirty="0"/>
              <a:t> of signal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E43F1-F430-4AD1-8F48-1E39310A6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BC9F010-F443-48B2-B385-C9AE42DA3864}" type="slidenum">
              <a:rPr lang="en-US" smtClean="0"/>
              <a:pPr/>
              <a:t>76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7E4DC9-4E43-4E41-9823-C6F3F23AB691}"/>
              </a:ext>
            </a:extLst>
          </p:cNvPr>
          <p:cNvSpPr/>
          <p:nvPr/>
        </p:nvSpPr>
        <p:spPr>
          <a:xfrm>
            <a:off x="1356226" y="5747689"/>
            <a:ext cx="1920213" cy="1920213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667B556-5D36-489E-8265-85759D55AA05}"/>
              </a:ext>
            </a:extLst>
          </p:cNvPr>
          <p:cNvGrpSpPr/>
          <p:nvPr/>
        </p:nvGrpSpPr>
        <p:grpSpPr>
          <a:xfrm>
            <a:off x="1356226" y="3097794"/>
            <a:ext cx="1920213" cy="1920213"/>
            <a:chOff x="1199456" y="1736812"/>
            <a:chExt cx="1800200" cy="18002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84ACB6B-ACD1-4924-97F5-ED17FC2350AA}"/>
                </a:ext>
              </a:extLst>
            </p:cNvPr>
            <p:cNvSpPr/>
            <p:nvPr/>
          </p:nvSpPr>
          <p:spPr>
            <a:xfrm>
              <a:off x="1199456" y="1736812"/>
              <a:ext cx="1800200" cy="1800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FE911F8-0A62-4E00-8838-E0DF530C0936}"/>
                </a:ext>
              </a:extLst>
            </p:cNvPr>
            <p:cNvSpPr/>
            <p:nvPr/>
          </p:nvSpPr>
          <p:spPr>
            <a:xfrm>
              <a:off x="2495600" y="2144490"/>
              <a:ext cx="72008" cy="72008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1EC990A-E3A2-43DD-BD08-AC1625E0FBD3}"/>
                </a:ext>
              </a:extLst>
            </p:cNvPr>
            <p:cNvSpPr/>
            <p:nvPr/>
          </p:nvSpPr>
          <p:spPr>
            <a:xfrm>
              <a:off x="1631504" y="2596158"/>
              <a:ext cx="72008" cy="72008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54075DD-CAA1-41BD-930A-6ACED90922AB}"/>
                </a:ext>
              </a:extLst>
            </p:cNvPr>
            <p:cNvSpPr/>
            <p:nvPr/>
          </p:nvSpPr>
          <p:spPr>
            <a:xfrm>
              <a:off x="1775520" y="2596158"/>
              <a:ext cx="72008" cy="72008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DD34333-EC50-4F47-829C-A96BFC91BB26}"/>
                </a:ext>
              </a:extLst>
            </p:cNvPr>
            <p:cNvSpPr/>
            <p:nvPr/>
          </p:nvSpPr>
          <p:spPr>
            <a:xfrm>
              <a:off x="1631504" y="2720554"/>
              <a:ext cx="72008" cy="72008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FDBFF00-AB36-4142-A9AE-FD8D3A70BD60}"/>
                </a:ext>
              </a:extLst>
            </p:cNvPr>
            <p:cNvSpPr/>
            <p:nvPr/>
          </p:nvSpPr>
          <p:spPr>
            <a:xfrm>
              <a:off x="1775520" y="2720554"/>
              <a:ext cx="72008" cy="72008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A5F98CE8-0168-44CC-9126-B332C3492AFD}"/>
              </a:ext>
            </a:extLst>
          </p:cNvPr>
          <p:cNvSpPr/>
          <p:nvPr/>
        </p:nvSpPr>
        <p:spPr>
          <a:xfrm>
            <a:off x="2143533" y="6304595"/>
            <a:ext cx="345600" cy="806400"/>
          </a:xfrm>
          <a:prstGeom prst="ellipse">
            <a:avLst/>
          </a:prstGeom>
          <a:gradFill flip="none" rotWithShape="1">
            <a:gsLst>
              <a:gs pos="84000">
                <a:srgbClr val="FFE39A">
                  <a:alpha val="50000"/>
                </a:srgbClr>
              </a:gs>
              <a:gs pos="52000">
                <a:srgbClr val="FFC000">
                  <a:tint val="66000"/>
                  <a:satMod val="160000"/>
                  <a:alpha val="70000"/>
                </a:srgbClr>
              </a:gs>
              <a:gs pos="100000">
                <a:srgbClr val="FFC000">
                  <a:tint val="44500"/>
                  <a:satMod val="160000"/>
                  <a:alpha val="10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601148E-75D7-4866-938B-E299A4350640}"/>
              </a:ext>
            </a:extLst>
          </p:cNvPr>
          <p:cNvSpPr txBox="1"/>
          <p:nvPr/>
        </p:nvSpPr>
        <p:spPr>
          <a:xfrm>
            <a:off x="1754290" y="2675900"/>
            <a:ext cx="1124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/>
              <a:t>Object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730E40F-A0C3-479D-AECF-497E210887A6}"/>
              </a:ext>
            </a:extLst>
          </p:cNvPr>
          <p:cNvSpPr txBox="1"/>
          <p:nvPr/>
        </p:nvSpPr>
        <p:spPr>
          <a:xfrm>
            <a:off x="1468817" y="5403922"/>
            <a:ext cx="1695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 err="1"/>
              <a:t>Confocal</a:t>
            </a:r>
            <a:r>
              <a:rPr lang="da-DK" dirty="0"/>
              <a:t> PSF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9B5A03B-1B90-4F83-9137-BB48F9286EAB}"/>
              </a:ext>
            </a:extLst>
          </p:cNvPr>
          <p:cNvSpPr/>
          <p:nvPr/>
        </p:nvSpPr>
        <p:spPr>
          <a:xfrm>
            <a:off x="4274952" y="5095700"/>
            <a:ext cx="460851" cy="505199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dirty="0"/>
              <a:t>x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B0A84FA-7B77-46CB-99FF-6B7D587BA594}"/>
              </a:ext>
            </a:extLst>
          </p:cNvPr>
          <p:cNvCxnSpPr/>
          <p:nvPr/>
        </p:nvCxnSpPr>
        <p:spPr>
          <a:xfrm flipV="1">
            <a:off x="3430059" y="5683289"/>
            <a:ext cx="788596" cy="9601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B9B5F5B-DC77-4E39-B130-51C44475C652}"/>
              </a:ext>
            </a:extLst>
          </p:cNvPr>
          <p:cNvCxnSpPr>
            <a:cxnSpLocks/>
          </p:cNvCxnSpPr>
          <p:nvPr/>
        </p:nvCxnSpPr>
        <p:spPr>
          <a:xfrm>
            <a:off x="3430059" y="4052834"/>
            <a:ext cx="788596" cy="9601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C655740-51E0-4113-8594-5126B24AA946}"/>
              </a:ext>
            </a:extLst>
          </p:cNvPr>
          <p:cNvCxnSpPr>
            <a:cxnSpLocks/>
          </p:cNvCxnSpPr>
          <p:nvPr/>
        </p:nvCxnSpPr>
        <p:spPr>
          <a:xfrm>
            <a:off x="4847879" y="5348300"/>
            <a:ext cx="6854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62EFE04-FAAB-4123-952B-8077AAFCCD7F}"/>
              </a:ext>
            </a:extLst>
          </p:cNvPr>
          <p:cNvSpPr txBox="1"/>
          <p:nvPr/>
        </p:nvSpPr>
        <p:spPr>
          <a:xfrm>
            <a:off x="5595418" y="3785914"/>
            <a:ext cx="2190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 err="1"/>
              <a:t>Acquired</a:t>
            </a:r>
            <a:r>
              <a:rPr lang="da-DK" dirty="0"/>
              <a:t> image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C47C67F-9A0E-404E-90A6-5B97E5429648}"/>
              </a:ext>
            </a:extLst>
          </p:cNvPr>
          <p:cNvSpPr txBox="1"/>
          <p:nvPr/>
        </p:nvSpPr>
        <p:spPr>
          <a:xfrm>
            <a:off x="5595418" y="6233359"/>
            <a:ext cx="2190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 err="1"/>
              <a:t>Convolution</a:t>
            </a:r>
            <a:r>
              <a:rPr lang="da-DK" dirty="0"/>
              <a:t> + </a:t>
            </a:r>
            <a:r>
              <a:rPr lang="da-DK" dirty="0" err="1"/>
              <a:t>noise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848198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nimBg="1"/>
      <p:bldP spid="36" grpId="0"/>
      <p:bldP spid="37" grpId="0"/>
      <p:bldP spid="39" grpId="0" animBg="1"/>
      <p:bldP spid="47" grpId="0"/>
      <p:bldP spid="48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F0BF59BA-56DA-4E09-8788-626494B9FF6E}"/>
              </a:ext>
            </a:extLst>
          </p:cNvPr>
          <p:cNvGrpSpPr/>
          <p:nvPr/>
        </p:nvGrpSpPr>
        <p:grpSpPr>
          <a:xfrm>
            <a:off x="7569200" y="3916693"/>
            <a:ext cx="1920213" cy="1920213"/>
            <a:chOff x="4097772" y="1731752"/>
            <a:chExt cx="1800200" cy="18002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0014996-A701-440F-B0D6-63C2F4FFE558}"/>
                </a:ext>
              </a:extLst>
            </p:cNvPr>
            <p:cNvSpPr/>
            <p:nvPr/>
          </p:nvSpPr>
          <p:spPr>
            <a:xfrm>
              <a:off x="4097772" y="1731752"/>
              <a:ext cx="1800200" cy="1800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AC58BF0-CA22-423E-836E-61635D2B3E14}"/>
                </a:ext>
              </a:extLst>
            </p:cNvPr>
            <p:cNvSpPr/>
            <p:nvPr/>
          </p:nvSpPr>
          <p:spPr>
            <a:xfrm>
              <a:off x="4403824" y="2379830"/>
              <a:ext cx="324000" cy="756000"/>
            </a:xfrm>
            <a:prstGeom prst="ellipse">
              <a:avLst/>
            </a:prstGeom>
            <a:gradFill flip="none" rotWithShape="1">
              <a:gsLst>
                <a:gs pos="84000">
                  <a:srgbClr val="FFE39A">
                    <a:alpha val="50000"/>
                  </a:srgbClr>
                </a:gs>
                <a:gs pos="52000">
                  <a:srgbClr val="FFC000">
                    <a:tint val="66000"/>
                    <a:satMod val="160000"/>
                    <a:alpha val="70000"/>
                  </a:srgbClr>
                </a:gs>
                <a:gs pos="100000">
                  <a:srgbClr val="FFC000">
                    <a:tint val="44500"/>
                    <a:satMod val="160000"/>
                    <a:alpha val="1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FAA5BD0-CFBE-4A06-B674-9D5A1F56CF7C}"/>
                </a:ext>
              </a:extLst>
            </p:cNvPr>
            <p:cNvSpPr/>
            <p:nvPr/>
          </p:nvSpPr>
          <p:spPr>
            <a:xfrm>
              <a:off x="4547864" y="2379830"/>
              <a:ext cx="324000" cy="756000"/>
            </a:xfrm>
            <a:prstGeom prst="ellipse">
              <a:avLst/>
            </a:prstGeom>
            <a:gradFill flip="none" rotWithShape="1">
              <a:gsLst>
                <a:gs pos="84000">
                  <a:srgbClr val="FFE39A">
                    <a:alpha val="50000"/>
                  </a:srgbClr>
                </a:gs>
                <a:gs pos="52000">
                  <a:srgbClr val="FFC000">
                    <a:tint val="66000"/>
                    <a:satMod val="160000"/>
                    <a:alpha val="70000"/>
                  </a:srgbClr>
                </a:gs>
                <a:gs pos="100000">
                  <a:srgbClr val="FFC000">
                    <a:tint val="44500"/>
                    <a:satMod val="160000"/>
                    <a:alpha val="1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A82395D-5A21-4C52-8C63-180C861AAC20}"/>
                </a:ext>
              </a:extLst>
            </p:cNvPr>
            <p:cNvSpPr/>
            <p:nvPr/>
          </p:nvSpPr>
          <p:spPr>
            <a:xfrm>
              <a:off x="4547915" y="2213098"/>
              <a:ext cx="324000" cy="756000"/>
            </a:xfrm>
            <a:prstGeom prst="ellipse">
              <a:avLst/>
            </a:prstGeom>
            <a:gradFill flip="none" rotWithShape="1">
              <a:gsLst>
                <a:gs pos="84000">
                  <a:srgbClr val="FFE39A">
                    <a:alpha val="50000"/>
                  </a:srgbClr>
                </a:gs>
                <a:gs pos="52000">
                  <a:srgbClr val="FFC000">
                    <a:tint val="66000"/>
                    <a:satMod val="160000"/>
                    <a:alpha val="70000"/>
                  </a:srgbClr>
                </a:gs>
                <a:gs pos="100000">
                  <a:srgbClr val="FFC000">
                    <a:tint val="44500"/>
                    <a:satMod val="160000"/>
                    <a:alpha val="1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044F0B3-6DFD-45F6-9849-04EC70E258FB}"/>
                </a:ext>
              </a:extLst>
            </p:cNvPr>
            <p:cNvSpPr/>
            <p:nvPr/>
          </p:nvSpPr>
          <p:spPr>
            <a:xfrm>
              <a:off x="4385840" y="2229830"/>
              <a:ext cx="324000" cy="756000"/>
            </a:xfrm>
            <a:prstGeom prst="ellipse">
              <a:avLst/>
            </a:prstGeom>
            <a:gradFill flip="none" rotWithShape="1">
              <a:gsLst>
                <a:gs pos="84000">
                  <a:srgbClr val="FFE39A">
                    <a:alpha val="50000"/>
                  </a:srgbClr>
                </a:gs>
                <a:gs pos="52000">
                  <a:srgbClr val="FFC000">
                    <a:tint val="66000"/>
                    <a:satMod val="160000"/>
                    <a:alpha val="70000"/>
                  </a:srgbClr>
                </a:gs>
                <a:gs pos="100000">
                  <a:srgbClr val="FFC000">
                    <a:tint val="44500"/>
                    <a:satMod val="160000"/>
                    <a:alpha val="1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F2EDA18-857E-476E-B09F-58C6FAD49EE4}"/>
                </a:ext>
              </a:extLst>
            </p:cNvPr>
            <p:cNvSpPr/>
            <p:nvPr/>
          </p:nvSpPr>
          <p:spPr>
            <a:xfrm>
              <a:off x="5272708" y="1797434"/>
              <a:ext cx="324000" cy="756000"/>
            </a:xfrm>
            <a:prstGeom prst="ellipse">
              <a:avLst/>
            </a:prstGeom>
            <a:gradFill flip="none" rotWithShape="1">
              <a:gsLst>
                <a:gs pos="84000">
                  <a:srgbClr val="FFE39A">
                    <a:alpha val="50000"/>
                  </a:srgbClr>
                </a:gs>
                <a:gs pos="52000">
                  <a:srgbClr val="FFC000">
                    <a:tint val="66000"/>
                    <a:satMod val="160000"/>
                    <a:alpha val="70000"/>
                  </a:srgbClr>
                </a:gs>
                <a:gs pos="100000">
                  <a:srgbClr val="FFC000">
                    <a:tint val="44500"/>
                    <a:satMod val="160000"/>
                    <a:alpha val="1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81EE7FF-100C-41C7-B144-29952690E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890" y="64769"/>
            <a:ext cx="11971019" cy="830997"/>
          </a:xfrm>
        </p:spPr>
        <p:txBody>
          <a:bodyPr/>
          <a:lstStyle/>
          <a:p>
            <a:r>
              <a:rPr lang="da-DK" dirty="0" err="1"/>
              <a:t>Deconvolution</a:t>
            </a:r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E43F1-F430-4AD1-8F48-1E39310A6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BC9F010-F443-48B2-B385-C9AE42DA3864}" type="slidenum">
              <a:rPr lang="en-US" smtClean="0"/>
              <a:pPr/>
              <a:t>77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7E4DC9-4E43-4E41-9823-C6F3F23AB691}"/>
              </a:ext>
            </a:extLst>
          </p:cNvPr>
          <p:cNvSpPr/>
          <p:nvPr/>
        </p:nvSpPr>
        <p:spPr>
          <a:xfrm>
            <a:off x="3191111" y="5478859"/>
            <a:ext cx="1920213" cy="1920213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F98CE8-0168-44CC-9126-B332C3492AFD}"/>
              </a:ext>
            </a:extLst>
          </p:cNvPr>
          <p:cNvSpPr/>
          <p:nvPr/>
        </p:nvSpPr>
        <p:spPr>
          <a:xfrm>
            <a:off x="3978418" y="6035765"/>
            <a:ext cx="345600" cy="806400"/>
          </a:xfrm>
          <a:prstGeom prst="ellipse">
            <a:avLst/>
          </a:prstGeom>
          <a:gradFill flip="none" rotWithShape="1">
            <a:gsLst>
              <a:gs pos="84000">
                <a:srgbClr val="FFE39A">
                  <a:alpha val="50000"/>
                </a:srgbClr>
              </a:gs>
              <a:gs pos="52000">
                <a:srgbClr val="FFC000">
                  <a:tint val="66000"/>
                  <a:satMod val="160000"/>
                  <a:alpha val="70000"/>
                </a:srgbClr>
              </a:gs>
              <a:gs pos="100000">
                <a:srgbClr val="FFC000">
                  <a:tint val="44500"/>
                  <a:satMod val="160000"/>
                  <a:alpha val="10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601148E-75D7-4866-938B-E299A4350640}"/>
              </a:ext>
            </a:extLst>
          </p:cNvPr>
          <p:cNvSpPr txBox="1"/>
          <p:nvPr/>
        </p:nvSpPr>
        <p:spPr>
          <a:xfrm>
            <a:off x="3589175" y="2407070"/>
            <a:ext cx="1124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/>
              <a:t>Object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730E40F-A0C3-479D-AECF-497E210887A6}"/>
              </a:ext>
            </a:extLst>
          </p:cNvPr>
          <p:cNvSpPr txBox="1"/>
          <p:nvPr/>
        </p:nvSpPr>
        <p:spPr>
          <a:xfrm>
            <a:off x="3303702" y="5135092"/>
            <a:ext cx="1695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 err="1"/>
              <a:t>Confocal</a:t>
            </a:r>
            <a:r>
              <a:rPr lang="da-DK" dirty="0"/>
              <a:t> PSF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9B5A03B-1B90-4F83-9137-BB48F9286EAB}"/>
              </a:ext>
            </a:extLst>
          </p:cNvPr>
          <p:cNvSpPr/>
          <p:nvPr/>
        </p:nvSpPr>
        <p:spPr>
          <a:xfrm>
            <a:off x="6109837" y="4826870"/>
            <a:ext cx="460851" cy="505199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dirty="0"/>
              <a:t>x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B0A84FA-7B77-46CB-99FF-6B7D587BA594}"/>
              </a:ext>
            </a:extLst>
          </p:cNvPr>
          <p:cNvCxnSpPr/>
          <p:nvPr/>
        </p:nvCxnSpPr>
        <p:spPr>
          <a:xfrm flipV="1">
            <a:off x="5264944" y="5414459"/>
            <a:ext cx="788596" cy="9601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C655740-51E0-4113-8594-5126B24AA946}"/>
              </a:ext>
            </a:extLst>
          </p:cNvPr>
          <p:cNvCxnSpPr>
            <a:cxnSpLocks/>
          </p:cNvCxnSpPr>
          <p:nvPr/>
        </p:nvCxnSpPr>
        <p:spPr>
          <a:xfrm>
            <a:off x="6682764" y="5079470"/>
            <a:ext cx="6854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62EFE04-FAAB-4123-952B-8077AAFCCD7F}"/>
              </a:ext>
            </a:extLst>
          </p:cNvPr>
          <p:cNvSpPr txBox="1"/>
          <p:nvPr/>
        </p:nvSpPr>
        <p:spPr>
          <a:xfrm>
            <a:off x="7430303" y="3517084"/>
            <a:ext cx="2190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 err="1"/>
              <a:t>Acquired</a:t>
            </a:r>
            <a:r>
              <a:rPr lang="da-DK" dirty="0"/>
              <a:t> image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C47C67F-9A0E-404E-90A6-5B97E5429648}"/>
              </a:ext>
            </a:extLst>
          </p:cNvPr>
          <p:cNvSpPr txBox="1"/>
          <p:nvPr/>
        </p:nvSpPr>
        <p:spPr>
          <a:xfrm>
            <a:off x="7430303" y="5964529"/>
            <a:ext cx="2190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 err="1"/>
              <a:t>Convolution</a:t>
            </a:r>
            <a:r>
              <a:rPr lang="da-DK" dirty="0"/>
              <a:t> + </a:t>
            </a:r>
            <a:r>
              <a:rPr lang="da-DK" dirty="0" err="1"/>
              <a:t>noise</a:t>
            </a:r>
            <a:endParaRPr lang="da-DK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0014106-8DBE-E3B0-FC9C-EBE82A4A4AB9}"/>
              </a:ext>
            </a:extLst>
          </p:cNvPr>
          <p:cNvCxnSpPr>
            <a:cxnSpLocks/>
          </p:cNvCxnSpPr>
          <p:nvPr/>
        </p:nvCxnSpPr>
        <p:spPr>
          <a:xfrm flipH="1" flipV="1">
            <a:off x="5238432" y="3741511"/>
            <a:ext cx="788596" cy="9601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9F6061A1-4A0F-23E9-808C-CF2A06BE1B1A}"/>
              </a:ext>
            </a:extLst>
          </p:cNvPr>
          <p:cNvSpPr/>
          <p:nvPr/>
        </p:nvSpPr>
        <p:spPr>
          <a:xfrm>
            <a:off x="3191999" y="2828964"/>
            <a:ext cx="1920213" cy="1920213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4267" b="1" dirty="0"/>
              <a:t>?</a:t>
            </a:r>
            <a:endParaRPr lang="da-DK" b="1" dirty="0"/>
          </a:p>
        </p:txBody>
      </p:sp>
    </p:spTree>
    <p:extLst>
      <p:ext uri="{BB962C8B-B14F-4D97-AF65-F5344CB8AC3E}">
        <p14:creationId xmlns:p14="http://schemas.microsoft.com/office/powerpoint/2010/main" val="2808988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nimBg="1"/>
      <p:bldP spid="36" grpId="0"/>
      <p:bldP spid="37" grpId="0"/>
      <p:bldP spid="39" grpId="0" animBg="1"/>
      <p:bldP spid="47" grpId="0"/>
      <p:bldP spid="48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40304-C5A1-4A2C-9B74-C5AAD1336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280" y="1266799"/>
            <a:ext cx="8778240" cy="1661993"/>
          </a:xfrm>
        </p:spPr>
        <p:txBody>
          <a:bodyPr/>
          <a:lstStyle/>
          <a:p>
            <a:r>
              <a:rPr lang="en-US" dirty="0"/>
              <a:t>Convolution</a:t>
            </a:r>
            <a:r>
              <a:rPr lang="en-US" dirty="0">
                <a:sym typeface="Wingdings" panose="05000000000000000000" pitchFamily="2" charset="2"/>
              </a:rPr>
              <a:t></a:t>
            </a:r>
            <a:r>
              <a:rPr lang="en-US" dirty="0"/>
              <a:t>Deconvolution</a:t>
            </a:r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3ECB7E-1E5E-4336-91EF-55F00DF96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BC9F010-F443-48B2-B385-C9AE42DA3864}" type="slidenum">
              <a:rPr lang="en-US" smtClean="0"/>
              <a:pPr/>
              <a:t>78</a:t>
            </a:fld>
            <a:endParaRPr lang="en-US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C15505E4-B1F3-4C0A-98EB-B025E19BB9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6314" y="2342118"/>
          <a:ext cx="9492173" cy="536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2247280" imgH="12571200" progId="">
                  <p:embed/>
                </p:oleObj>
              </mc:Choice>
              <mc:Fallback>
                <p:oleObj r:id="rId2" imgW="22247280" imgH="12571200" progId="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C15505E4-B1F3-4C0A-98EB-B025E19BB9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56314" y="2342118"/>
                        <a:ext cx="9492173" cy="5363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8B537A2-BC2A-4377-9BC9-07A6D2A3E394}"/>
              </a:ext>
            </a:extLst>
          </p:cNvPr>
          <p:cNvSpPr txBox="1"/>
          <p:nvPr/>
        </p:nvSpPr>
        <p:spPr>
          <a:xfrm>
            <a:off x="8369353" y="2485999"/>
            <a:ext cx="33137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ea typeface="WenQuanYi Micro Hei" pitchFamily="2"/>
                <a:cs typeface="Arial" panose="020B0604020202020204" pitchFamily="34" charset="0"/>
              </a:rPr>
              <a:t>Point Spread Function (PSF)</a:t>
            </a:r>
          </a:p>
          <a:p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C08D77-6C28-443E-8377-EB611CFA490F}"/>
              </a:ext>
            </a:extLst>
          </p:cNvPr>
          <p:cNvSpPr txBox="1"/>
          <p:nvPr/>
        </p:nvSpPr>
        <p:spPr>
          <a:xfrm>
            <a:off x="5184551" y="6182545"/>
            <a:ext cx="26356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 err="1">
                <a:latin typeface="Calibri" panose="020F0502020204030204" pitchFamily="34" charset="0"/>
                <a:cs typeface="Calibri" panose="020F0502020204030204" pitchFamily="34" charset="0"/>
              </a:rPr>
              <a:t>Restore</a:t>
            </a:r>
            <a:r>
              <a:rPr lang="da-DK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a-DK" dirty="0" err="1">
                <a:latin typeface="Calibri" panose="020F0502020204030204" pitchFamily="34" charset="0"/>
                <a:cs typeface="Calibri" panose="020F0502020204030204" pitchFamily="34" charset="0"/>
              </a:rPr>
              <a:t>object</a:t>
            </a:r>
            <a:r>
              <a:rPr lang="da-DK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a-DK" dirty="0" err="1">
                <a:latin typeface="Calibri" panose="020F0502020204030204" pitchFamily="34" charset="0"/>
                <a:cs typeface="Calibri" panose="020F0502020204030204" pitchFamily="34" charset="0"/>
              </a:rPr>
              <a:t>based</a:t>
            </a:r>
            <a:r>
              <a:rPr lang="da-DK" dirty="0">
                <a:latin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da-DK" dirty="0" err="1">
                <a:latin typeface="Calibri" panose="020F0502020204030204" pitchFamily="34" charset="0"/>
                <a:cs typeface="Calibri" panose="020F0502020204030204" pitchFamily="34" charset="0"/>
              </a:rPr>
              <a:t>knowledge</a:t>
            </a:r>
            <a:r>
              <a:rPr lang="da-DK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a-DK" dirty="0" err="1">
                <a:latin typeface="Calibri" panose="020F0502020204030204" pitchFamily="34" charset="0"/>
                <a:cs typeface="Calibri" panose="020F0502020204030204" pitchFamily="34" charset="0"/>
              </a:rPr>
              <a:t>about</a:t>
            </a:r>
            <a:r>
              <a:rPr lang="da-DK" dirty="0">
                <a:latin typeface="Calibri" panose="020F0502020204030204" pitchFamily="34" charset="0"/>
                <a:cs typeface="Calibri" panose="020F0502020204030204" pitchFamily="34" charset="0"/>
              </a:rPr>
              <a:t> PSF </a:t>
            </a:r>
          </a:p>
        </p:txBody>
      </p:sp>
    </p:spTree>
    <p:extLst>
      <p:ext uri="{BB962C8B-B14F-4D97-AF65-F5344CB8AC3E}">
        <p14:creationId xmlns:p14="http://schemas.microsoft.com/office/powerpoint/2010/main" val="281470146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 txBox="1">
            <a:spLocks/>
          </p:cNvSpPr>
          <p:nvPr/>
        </p:nvSpPr>
        <p:spPr>
          <a:xfrm>
            <a:off x="2112903" y="1420449"/>
            <a:ext cx="8777347" cy="7221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defPPr lvl="0">
              <a:buSzPct val="45000"/>
              <a:buFont typeface="StarSymbol"/>
              <a:buNone/>
              <a:defRPr/>
            </a:defPPr>
            <a:lvl1pPr lvl="0" algn="ctr" rtl="0" hangingPunct="0">
              <a:buSzPct val="45000"/>
              <a:buFont typeface="StarSymbol"/>
              <a:buChar char="●"/>
              <a:tabLst/>
              <a:defRPr lang="nl-NL" sz="3600" b="0" i="0" u="none" strike="noStrike">
                <a:ln>
                  <a:noFill/>
                </a:ln>
                <a:solidFill>
                  <a:srgbClr val="FFFF99"/>
                </a:solidFill>
                <a:latin typeface="Albany" pitchFamily="18"/>
                <a:cs typeface="Tahoma" pitchFamily="2"/>
              </a:defRPr>
            </a:lvl1pPr>
            <a:lvl2pPr lvl="1">
              <a:buSzPct val="45000"/>
              <a:buFont typeface="StarSymbol"/>
              <a:buChar char="●"/>
              <a:defRPr/>
            </a:lvl2pPr>
            <a:lvl3pPr lvl="2">
              <a:buSzPct val="45000"/>
              <a:buFont typeface="StarSymbol"/>
              <a:buChar char="●"/>
              <a:defRPr/>
            </a:lvl3pPr>
            <a:lvl4pPr lvl="3">
              <a:buSzPct val="45000"/>
              <a:buFont typeface="StarSymbol"/>
              <a:buChar char="●"/>
              <a:defRPr/>
            </a:lvl4pPr>
            <a:lvl5pPr lvl="4">
              <a:buSzPct val="45000"/>
              <a:buFont typeface="StarSymbol"/>
              <a:buChar char="●"/>
              <a:defRPr/>
            </a:lvl5pPr>
            <a:lvl6pPr lvl="5">
              <a:buSzPct val="45000"/>
              <a:buFont typeface="StarSymbol"/>
              <a:buChar char="●"/>
              <a:defRPr/>
            </a:lvl6pPr>
            <a:lvl7pPr lvl="6">
              <a:buSzPct val="45000"/>
              <a:buFont typeface="StarSymbol"/>
              <a:buChar char="●"/>
              <a:defRPr/>
            </a:lvl7pPr>
            <a:lvl8pPr lvl="7">
              <a:buSzPct val="45000"/>
              <a:buFont typeface="StarSymbol"/>
              <a:buChar char="●"/>
              <a:defRPr/>
            </a:lvl8pPr>
            <a:lvl9pPr lvl="8">
              <a:buSzPct val="45000"/>
              <a:buFont typeface="StarSymbol"/>
              <a:buChar char="●"/>
              <a:defRPr/>
            </a:lvl9pPr>
          </a:lstStyle>
          <a:p>
            <a:pPr>
              <a:buNone/>
            </a:pPr>
            <a:r>
              <a:rPr lang="en-US" sz="4693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Deconvolution of WF image</a:t>
            </a:r>
          </a:p>
        </p:txBody>
      </p:sp>
      <p:pic>
        <p:nvPicPr>
          <p:cNvPr id="1026" name="Picture 2" descr="https://sharedresources.fredhutch.org/sites/default/files/imagecache/reg/photos/Fig_6_BeforeAfterDeconvolutio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356" y="2802970"/>
            <a:ext cx="7804875" cy="38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970697" y="7096657"/>
            <a:ext cx="10338086" cy="4862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60" dirty="0"/>
              <a:t>Deconvolution reveals structure hidden caused by imaging acquisition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BC9F010-F443-48B2-B385-C9AE42DA3864}" type="slidenum">
              <a:rPr lang="en-US" smtClean="0"/>
              <a:pPr/>
              <a:t>79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55783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57470" y="365759"/>
            <a:ext cx="272986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45" dirty="0"/>
              <a:t>Topics:</a:t>
            </a:r>
            <a:endParaRPr sz="6600"/>
          </a:p>
        </p:txBody>
      </p:sp>
      <p:sp>
        <p:nvSpPr>
          <p:cNvPr id="85" name="object 85"/>
          <p:cNvSpPr/>
          <p:nvPr/>
        </p:nvSpPr>
        <p:spPr>
          <a:xfrm>
            <a:off x="328929" y="1675129"/>
            <a:ext cx="12344400" cy="2540"/>
          </a:xfrm>
          <a:custGeom>
            <a:avLst/>
            <a:gdLst/>
            <a:ahLst/>
            <a:cxnLst/>
            <a:rect l="l" t="t" r="r" b="b"/>
            <a:pathLst>
              <a:path w="12344400" h="2539">
                <a:moveTo>
                  <a:pt x="0" y="0"/>
                </a:moveTo>
                <a:lnTo>
                  <a:pt x="12344400" y="2540"/>
                </a:lnTo>
              </a:path>
            </a:pathLst>
          </a:custGeom>
          <a:ln w="50676">
            <a:solidFill>
              <a:srgbClr val="2C2C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4">
            <a:extLst>
              <a:ext uri="{FF2B5EF4-FFF2-40B4-BE49-F238E27FC236}">
                <a16:creationId xmlns:a16="http://schemas.microsoft.com/office/drawing/2014/main" id="{3311203A-D537-BCCE-BFBF-E396CF39D989}"/>
              </a:ext>
            </a:extLst>
          </p:cNvPr>
          <p:cNvSpPr txBox="1"/>
          <p:nvPr/>
        </p:nvSpPr>
        <p:spPr>
          <a:xfrm>
            <a:off x="1252855" y="2217420"/>
            <a:ext cx="10278745" cy="7100021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4965" marR="5080" indent="-342265">
              <a:spcBef>
                <a:spcPts val="425"/>
              </a:spcBef>
              <a:buChar char="•"/>
              <a:tabLst>
                <a:tab pos="354965" algn="l"/>
                <a:tab pos="355600" algn="l"/>
              </a:tabLst>
            </a:pPr>
            <a:r>
              <a:rPr lang="da-DK" sz="3600" dirty="0" err="1">
                <a:latin typeface="Arial"/>
                <a:cs typeface="Arial"/>
              </a:rPr>
              <a:t>ImageJ</a:t>
            </a:r>
            <a:r>
              <a:rPr lang="da-DK" sz="3600" dirty="0">
                <a:latin typeface="Arial"/>
                <a:cs typeface="Arial"/>
              </a:rPr>
              <a:t> / FIJI</a:t>
            </a:r>
          </a:p>
          <a:p>
            <a:pPr marL="354965" marR="5080" indent="-342265">
              <a:spcBef>
                <a:spcPts val="425"/>
              </a:spcBef>
              <a:buChar char="•"/>
              <a:tabLst>
                <a:tab pos="354965" algn="l"/>
                <a:tab pos="355600" algn="l"/>
              </a:tabLst>
            </a:pPr>
            <a:r>
              <a:rPr sz="3600" dirty="0">
                <a:latin typeface="Arial"/>
                <a:cs typeface="Arial"/>
              </a:rPr>
              <a:t>Basic</a:t>
            </a:r>
            <a:r>
              <a:rPr sz="3600" spc="-3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properties</a:t>
            </a:r>
            <a:r>
              <a:rPr sz="3600" spc="-1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of</a:t>
            </a:r>
            <a:r>
              <a:rPr sz="3600" spc="-3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digital</a:t>
            </a:r>
            <a:r>
              <a:rPr sz="3600" spc="-1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images</a:t>
            </a:r>
            <a:r>
              <a:rPr sz="3600" spc="-2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(sampling,</a:t>
            </a:r>
            <a:r>
              <a:rPr sz="3600" spc="-10" dirty="0">
                <a:latin typeface="Arial"/>
                <a:cs typeface="Arial"/>
              </a:rPr>
              <a:t> formats, </a:t>
            </a:r>
            <a:r>
              <a:rPr sz="3600" dirty="0">
                <a:latin typeface="Arial"/>
                <a:cs typeface="Arial"/>
              </a:rPr>
              <a:t>size,</a:t>
            </a:r>
            <a:r>
              <a:rPr sz="3600" spc="-3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depth,</a:t>
            </a:r>
            <a:r>
              <a:rPr sz="3600" spc="-20" dirty="0">
                <a:latin typeface="Arial"/>
                <a:cs typeface="Arial"/>
              </a:rPr>
              <a:t> </a:t>
            </a:r>
            <a:r>
              <a:rPr sz="3600" spc="-50" dirty="0">
                <a:latin typeface="Arial"/>
                <a:cs typeface="Arial"/>
              </a:rPr>
              <a:t>)</a:t>
            </a:r>
            <a:endParaRPr sz="3600" dirty="0">
              <a:latin typeface="Arial"/>
              <a:cs typeface="Arial"/>
            </a:endParaRPr>
          </a:p>
          <a:p>
            <a:pPr marL="354965" marR="226060" indent="-342265">
              <a:spcBef>
                <a:spcPts val="585"/>
              </a:spcBef>
              <a:buChar char="•"/>
              <a:tabLst>
                <a:tab pos="354965" algn="l"/>
                <a:tab pos="355600" algn="l"/>
              </a:tabLst>
            </a:pPr>
            <a:r>
              <a:rPr sz="3600" dirty="0">
                <a:latin typeface="Arial"/>
                <a:cs typeface="Arial"/>
              </a:rPr>
              <a:t>Image</a:t>
            </a:r>
            <a:r>
              <a:rPr sz="3600" spc="-3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enhancement</a:t>
            </a:r>
            <a:r>
              <a:rPr sz="3600" spc="2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(how to</a:t>
            </a:r>
            <a:r>
              <a:rPr sz="3600" spc="-2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make</a:t>
            </a:r>
            <a:r>
              <a:rPr sz="3600" spc="-2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your</a:t>
            </a:r>
            <a:r>
              <a:rPr sz="3600" spc="-1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image</a:t>
            </a:r>
            <a:r>
              <a:rPr lang="da-DK" sz="3600" spc="-5" dirty="0">
                <a:latin typeface="Arial"/>
                <a:cs typeface="Arial"/>
              </a:rPr>
              <a:t> </a:t>
            </a:r>
            <a:r>
              <a:rPr sz="3600" spc="-20" dirty="0">
                <a:latin typeface="Arial"/>
                <a:cs typeface="Arial"/>
              </a:rPr>
              <a:t>look </a:t>
            </a:r>
            <a:r>
              <a:rPr sz="3600" spc="-10" dirty="0">
                <a:latin typeface="Arial"/>
                <a:cs typeface="Arial"/>
              </a:rPr>
              <a:t>better)</a:t>
            </a:r>
            <a:endParaRPr sz="3600" dirty="0">
              <a:latin typeface="Arial"/>
              <a:cs typeface="Arial"/>
            </a:endParaRPr>
          </a:p>
          <a:p>
            <a:pPr marL="541655" lvl="1" indent="-186690">
              <a:spcBef>
                <a:spcPts val="250"/>
              </a:spcBef>
              <a:buChar char="-"/>
              <a:tabLst>
                <a:tab pos="542290" algn="l"/>
              </a:tabLst>
            </a:pPr>
            <a:r>
              <a:rPr sz="3600" dirty="0">
                <a:latin typeface="Arial"/>
                <a:cs typeface="Arial"/>
              </a:rPr>
              <a:t>histograms,</a:t>
            </a:r>
            <a:r>
              <a:rPr sz="3600" spc="-5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LUT,</a:t>
            </a:r>
            <a:r>
              <a:rPr sz="3600" spc="-4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contrast</a:t>
            </a:r>
            <a:r>
              <a:rPr sz="3600" spc="-55" dirty="0">
                <a:latin typeface="Arial"/>
                <a:cs typeface="Arial"/>
              </a:rPr>
              <a:t> </a:t>
            </a:r>
            <a:r>
              <a:rPr sz="3600" spc="-10" dirty="0">
                <a:latin typeface="Arial"/>
                <a:cs typeface="Arial"/>
              </a:rPr>
              <a:t>enhancement</a:t>
            </a:r>
            <a:endParaRPr sz="3600" dirty="0">
              <a:latin typeface="Arial"/>
              <a:cs typeface="Arial"/>
            </a:endParaRPr>
          </a:p>
          <a:p>
            <a:pPr marL="541655" lvl="1" indent="-186690">
              <a:spcBef>
                <a:spcPts val="290"/>
              </a:spcBef>
              <a:buChar char="-"/>
              <a:tabLst>
                <a:tab pos="542290" algn="l"/>
              </a:tabLst>
            </a:pPr>
            <a:r>
              <a:rPr sz="3600" dirty="0">
                <a:latin typeface="Arial"/>
                <a:cs typeface="Arial"/>
              </a:rPr>
              <a:t>background</a:t>
            </a:r>
            <a:r>
              <a:rPr sz="3600" spc="-160" dirty="0">
                <a:latin typeface="Arial"/>
                <a:cs typeface="Arial"/>
              </a:rPr>
              <a:t> </a:t>
            </a:r>
            <a:r>
              <a:rPr sz="3600" spc="-10" dirty="0">
                <a:latin typeface="Arial"/>
                <a:cs typeface="Arial"/>
              </a:rPr>
              <a:t>subtraction</a:t>
            </a:r>
            <a:endParaRPr sz="3600" dirty="0">
              <a:latin typeface="Arial"/>
              <a:cs typeface="Arial"/>
            </a:endParaRPr>
          </a:p>
          <a:p>
            <a:pPr marL="541655" lvl="1" indent="-186690">
              <a:spcBef>
                <a:spcPts val="290"/>
              </a:spcBef>
              <a:buChar char="-"/>
              <a:tabLst>
                <a:tab pos="542290" algn="l"/>
              </a:tabLst>
            </a:pPr>
            <a:r>
              <a:rPr sz="3600" dirty="0">
                <a:latin typeface="Arial"/>
                <a:cs typeface="Arial"/>
              </a:rPr>
              <a:t>filter</a:t>
            </a:r>
            <a:r>
              <a:rPr sz="3600" spc="-8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masks</a:t>
            </a:r>
            <a:r>
              <a:rPr sz="3600" spc="-8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(smoothing</a:t>
            </a:r>
            <a:r>
              <a:rPr sz="3600" spc="-9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and</a:t>
            </a:r>
            <a:r>
              <a:rPr sz="3600" spc="-75" dirty="0">
                <a:latin typeface="Arial"/>
                <a:cs typeface="Arial"/>
              </a:rPr>
              <a:t> </a:t>
            </a:r>
            <a:r>
              <a:rPr sz="3600" spc="-10" dirty="0">
                <a:latin typeface="Arial"/>
                <a:cs typeface="Arial"/>
              </a:rPr>
              <a:t>sharpening)</a:t>
            </a:r>
            <a:endParaRPr sz="3600" dirty="0">
              <a:latin typeface="Arial"/>
              <a:cs typeface="Arial"/>
            </a:endParaRPr>
          </a:p>
          <a:p>
            <a:pPr marL="354965" indent="-342265">
              <a:spcBef>
                <a:spcPts val="290"/>
              </a:spcBef>
              <a:buChar char="•"/>
              <a:tabLst>
                <a:tab pos="354965" algn="l"/>
                <a:tab pos="355600" algn="l"/>
              </a:tabLst>
            </a:pPr>
            <a:r>
              <a:rPr sz="3600" dirty="0">
                <a:latin typeface="Arial"/>
                <a:cs typeface="Arial"/>
              </a:rPr>
              <a:t>Working</a:t>
            </a:r>
            <a:r>
              <a:rPr sz="3600" spc="-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with</a:t>
            </a:r>
            <a:r>
              <a:rPr sz="3600" spc="-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image </a:t>
            </a:r>
            <a:r>
              <a:rPr sz="3600" spc="-10" dirty="0">
                <a:latin typeface="Arial"/>
                <a:cs typeface="Arial"/>
              </a:rPr>
              <a:t>stacks</a:t>
            </a:r>
            <a:endParaRPr sz="3600" dirty="0">
              <a:latin typeface="Arial"/>
              <a:cs typeface="Arial"/>
            </a:endParaRPr>
          </a:p>
          <a:p>
            <a:pPr marL="354965" indent="-342265">
              <a:spcBef>
                <a:spcPts val="290"/>
              </a:spcBef>
              <a:buChar char="•"/>
              <a:tabLst>
                <a:tab pos="354965" algn="l"/>
                <a:tab pos="355600" algn="l"/>
              </a:tabLst>
            </a:pPr>
            <a:r>
              <a:rPr sz="3600" spc="-10" dirty="0">
                <a:latin typeface="Arial"/>
                <a:cs typeface="Arial"/>
              </a:rPr>
              <a:t>Colocalization</a:t>
            </a:r>
            <a:endParaRPr sz="3600" dirty="0">
              <a:latin typeface="Arial"/>
              <a:cs typeface="Arial"/>
            </a:endParaRPr>
          </a:p>
          <a:p>
            <a:pPr marL="354965" indent="-342265">
              <a:spcBef>
                <a:spcPts val="285"/>
              </a:spcBef>
              <a:buChar char="•"/>
              <a:tabLst>
                <a:tab pos="354965" algn="l"/>
                <a:tab pos="355600" algn="l"/>
              </a:tabLst>
            </a:pPr>
            <a:r>
              <a:rPr sz="3600" dirty="0">
                <a:latin typeface="Arial"/>
                <a:cs typeface="Arial"/>
              </a:rPr>
              <a:t>Image</a:t>
            </a:r>
            <a:r>
              <a:rPr sz="3600" spc="-3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segmentation</a:t>
            </a:r>
            <a:r>
              <a:rPr sz="3600" spc="1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by</a:t>
            </a:r>
            <a:r>
              <a:rPr sz="3600" spc="-10" dirty="0">
                <a:latin typeface="Arial"/>
                <a:cs typeface="Arial"/>
              </a:rPr>
              <a:t> thresholding</a:t>
            </a:r>
            <a:endParaRPr lang="da-DK" sz="3600" spc="-10" dirty="0">
              <a:latin typeface="Arial"/>
              <a:cs typeface="Arial"/>
            </a:endParaRPr>
          </a:p>
          <a:p>
            <a:pPr marL="354965" indent="-342265">
              <a:spcBef>
                <a:spcPts val="285"/>
              </a:spcBef>
              <a:buChar char="•"/>
              <a:tabLst>
                <a:tab pos="354965" algn="l"/>
                <a:tab pos="355600" algn="l"/>
              </a:tabLst>
            </a:pPr>
            <a:r>
              <a:rPr lang="da-DK" sz="3600" spc="-10" dirty="0" err="1">
                <a:latin typeface="Arial"/>
                <a:cs typeface="Arial"/>
              </a:rPr>
              <a:t>Deconvolution</a:t>
            </a:r>
            <a:endParaRPr sz="36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54160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413</TotalTime>
  <Words>2884</Words>
  <Application>Microsoft Office PowerPoint</Application>
  <PresentationFormat>Custom</PresentationFormat>
  <Paragraphs>982</Paragraphs>
  <Slides>80</Slides>
  <Notes>16</Notes>
  <HiddenSlides>6</HiddenSlides>
  <MMClips>1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80</vt:i4>
      </vt:variant>
    </vt:vector>
  </HeadingPairs>
  <TitlesOfParts>
    <vt:vector size="94" baseType="lpstr">
      <vt:lpstr>Arial</vt:lpstr>
      <vt:lpstr>Calibri</vt:lpstr>
      <vt:lpstr>Calibri Light</vt:lpstr>
      <vt:lpstr>Cambria Math</vt:lpstr>
      <vt:lpstr>Century Gothic</vt:lpstr>
      <vt:lpstr>Courier New</vt:lpstr>
      <vt:lpstr>StarSymbol</vt:lpstr>
      <vt:lpstr>Times New Roman</vt:lpstr>
      <vt:lpstr>Verdana</vt:lpstr>
      <vt:lpstr>WenQuanYi Micro Hei</vt:lpstr>
      <vt:lpstr>Wingdings</vt:lpstr>
      <vt:lpstr>Office Theme</vt:lpstr>
      <vt:lpstr>1_Office Theme</vt:lpstr>
      <vt:lpstr>2_Office Theme</vt:lpstr>
      <vt:lpstr>Image Analysis BMB 547 Jonathan Brewer</vt:lpstr>
      <vt:lpstr>Why Image Analysis</vt:lpstr>
      <vt:lpstr>Spatial transcriptomics  smFISH</vt:lpstr>
      <vt:lpstr>PowerPoint Presentation</vt:lpstr>
      <vt:lpstr>Topics:</vt:lpstr>
      <vt:lpstr>Quantitative Imaging? …what does that mean?</vt:lpstr>
      <vt:lpstr>Which is brighter A or B?</vt:lpstr>
      <vt:lpstr>Which colours can you see???</vt:lpstr>
      <vt:lpstr>“Colour Merge” images could ruin your life</vt:lpstr>
      <vt:lpstr>What is Image Analysis / Quantification?</vt:lpstr>
      <vt:lpstr> Image = Information </vt:lpstr>
      <vt:lpstr>Photographer or Spectroscopist?</vt:lpstr>
      <vt:lpstr>What is a (Digital) Image anyway..?</vt:lpstr>
      <vt:lpstr>The digital image: pixel size</vt:lpstr>
      <vt:lpstr>The point spread function (PSF)</vt:lpstr>
      <vt:lpstr>Pixel Size / Image Resolution</vt:lpstr>
      <vt:lpstr>Nyquist sampling criterion</vt:lpstr>
      <vt:lpstr>Aliasing problems...</vt:lpstr>
      <vt:lpstr>Pixel size / Spatial Calibration</vt:lpstr>
      <vt:lpstr>Pixel Size / Spatial Calibration</vt:lpstr>
      <vt:lpstr>The digital image: Bit Depth </vt:lpstr>
      <vt:lpstr>“Intensity” Digitisation</vt:lpstr>
      <vt:lpstr>“Intensity” Digitisation</vt:lpstr>
      <vt:lpstr>PowerPoint Presentation</vt:lpstr>
      <vt:lpstr>PowerPoint Presentation</vt:lpstr>
      <vt:lpstr>“original” - linear blue</vt:lpstr>
      <vt:lpstr>The histogram</vt:lpstr>
      <vt:lpstr>Intensity / Exposure / Saturation</vt:lpstr>
      <vt:lpstr>Intensity / Exposure / Saturation</vt:lpstr>
      <vt:lpstr>Image Intensity Histograms - Use them!</vt:lpstr>
      <vt:lpstr>Intensity Histogram</vt:lpstr>
      <vt:lpstr>Intensity Histogram</vt:lpstr>
      <vt:lpstr>Line Profile</vt:lpstr>
      <vt:lpstr>Image quality </vt:lpstr>
      <vt:lpstr>PowerPoint Presentation</vt:lpstr>
      <vt:lpstr>Image plus meta data</vt:lpstr>
      <vt:lpstr>ImageJ using FIJI</vt:lpstr>
      <vt:lpstr>What is Fiji and ImageJ</vt:lpstr>
      <vt:lpstr>PowerPoint Presentation</vt:lpstr>
      <vt:lpstr>PowerPoint Presentation</vt:lpstr>
      <vt:lpstr>PowerPoint Presentation</vt:lpstr>
      <vt:lpstr>RGB Color Space</vt:lpstr>
      <vt:lpstr>Scatterplot / 2D Histogram/ Colocalization Analysis</vt:lpstr>
      <vt:lpstr>Pearson’s Image Correlation Coefficient (Manders et al., 1993)</vt:lpstr>
      <vt:lpstr>Pearson’s Image Correlation Coefficient</vt:lpstr>
      <vt:lpstr>Pearson’s Image Correlation Coefficient is…</vt:lpstr>
      <vt:lpstr>PowerPoint Presentation</vt:lpstr>
      <vt:lpstr>Working with multi dimensional images</vt:lpstr>
      <vt:lpstr>Image processing masks and filters</vt:lpstr>
      <vt:lpstr>A. Introduction</vt:lpstr>
      <vt:lpstr>PowerPoint Presentation</vt:lpstr>
      <vt:lpstr>PowerPoint Presentation</vt:lpstr>
      <vt:lpstr>B: Filtering - the mean filter</vt:lpstr>
      <vt:lpstr>The mean filter</vt:lpstr>
      <vt:lpstr>PowerPoint Presentation</vt:lpstr>
      <vt:lpstr>The mean filter</vt:lpstr>
      <vt:lpstr>Linear filtering - Properties</vt:lpstr>
      <vt:lpstr>The Gaussian filter</vt:lpstr>
      <vt:lpstr>The median filter</vt:lpstr>
      <vt:lpstr>The median filter</vt:lpstr>
      <vt:lpstr>The median filter</vt:lpstr>
      <vt:lpstr>PowerPoint Presentation</vt:lpstr>
      <vt:lpstr>PowerPoint Presentation</vt:lpstr>
      <vt:lpstr>PowerPoint Presentation</vt:lpstr>
      <vt:lpstr>What is “Image Segmentation”?</vt:lpstr>
      <vt:lpstr>What is “Image Segmentation”?</vt:lpstr>
      <vt:lpstr>What is “Image Segmentation”?</vt:lpstr>
      <vt:lpstr>What is “Image Segmentation”?</vt:lpstr>
      <vt:lpstr>What is “Image Segmentation”?</vt:lpstr>
      <vt:lpstr>“Thresholding” (Intensity Histogram Split)</vt:lpstr>
      <vt:lpstr>“Thresholding” (Intensity Histogram Split)</vt:lpstr>
      <vt:lpstr>“Thresholding” (Intensity Histogram Split)</vt:lpstr>
      <vt:lpstr>Computed Global Threshold Objective - Reproducible</vt:lpstr>
      <vt:lpstr>Practical Session 2c</vt:lpstr>
      <vt:lpstr>Deconvolution</vt:lpstr>
      <vt:lpstr>Image formation – convolution of signal</vt:lpstr>
      <vt:lpstr>Deconvolution</vt:lpstr>
      <vt:lpstr>ConvolutionDeconvolution</vt:lpstr>
      <vt:lpstr>PowerPoint Presentation</vt:lpstr>
      <vt:lpstr>Topics: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Jonathan Brewer</cp:lastModifiedBy>
  <cp:revision>2</cp:revision>
  <dcterms:created xsi:type="dcterms:W3CDTF">2023-02-15T20:15:05Z</dcterms:created>
  <dcterms:modified xsi:type="dcterms:W3CDTF">2024-02-01T06:46:08Z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2010-12-14T00:00:00Z</vt:filetime>
  </property>
  <property fmtid="{D5CDD505-2E9C-101B-9397-08002B2CF9AE}" pid="3" name="Creator">
    <vt:lpwstr>Impress</vt:lpwstr>
  </property>
  <property fmtid="{D5CDD505-2E9C-101B-9397-08002B2CF9AE}" pid="4" name="Producer">
    <vt:lpwstr>OpenOffice.org 3.1</vt:lpwstr>
  </property>
  <property fmtid="{D5CDD505-2E9C-101B-9397-08002B2CF9AE}" pid="5" name="LastSaved">
    <vt:filetime>2010-12-14T00:00:00Z</vt:filetime>
  </property>
</Properties>
</file>